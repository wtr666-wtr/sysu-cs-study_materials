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313" r:id="rId5"/>
    <p:sldId id="318" r:id="rId6"/>
    <p:sldId id="322" r:id="rId7"/>
    <p:sldId id="323" r:id="rId8"/>
    <p:sldId id="324" r:id="rId9"/>
    <p:sldId id="325" r:id="rId10"/>
    <p:sldId id="326" r:id="rId11"/>
    <p:sldId id="327" r:id="rId12"/>
    <p:sldId id="320" r:id="rId13"/>
    <p:sldId id="332" r:id="rId14"/>
    <p:sldId id="328" r:id="rId15"/>
    <p:sldId id="333" r:id="rId16"/>
    <p:sldId id="330" r:id="rId17"/>
    <p:sldId id="335" r:id="rId18"/>
    <p:sldId id="336" r:id="rId19"/>
    <p:sldId id="337" r:id="rId20"/>
    <p:sldId id="34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0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第十一讲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环的同态与环的特征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环同态的定义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1537" y="1269310"/>
            <a:ext cx="7400925" cy="2009775"/>
            <a:chOff x="871538" y="1438275"/>
            <a:chExt cx="7400925" cy="2009775"/>
          </a:xfrm>
        </p:grpSpPr>
        <p:sp>
          <p:nvSpPr>
            <p:cNvPr id="4" name="矩形: 圆角 3"/>
            <p:cNvSpPr/>
            <p:nvPr/>
          </p:nvSpPr>
          <p:spPr>
            <a:xfrm>
              <a:off x="871538" y="1438275"/>
              <a:ext cx="7400925" cy="2009775"/>
            </a:xfrm>
            <a:prstGeom prst="roundRect">
              <a:avLst>
                <a:gd name="adj" fmla="val 5189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14989" y="1485384"/>
              <a:ext cx="7323956" cy="1913885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914988" y="3637722"/>
            <a:ext cx="513853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环的同态就是与环的加法与乘法都可交换的函数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环同态的例子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10668" y="923853"/>
                <a:ext cx="7322658" cy="35261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是两个环，定义函数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zh-CN" altLang="en-US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的零元，则容易验证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是同态，这个同态称为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零同态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(zero homomorphism)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整数环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有很自然的满同态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的理想，则很自然地有同态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所在的等价类，即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。这个同态称为商环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自然同态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(natural morphism)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这是满同态，上面给出的整数环到模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剩余类环就是这样的例子</a:t>
                </a:r>
                <a:endParaRPr lang="zh-CN" altLang="en-US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68" y="923853"/>
                <a:ext cx="7322658" cy="3526158"/>
              </a:xfrm>
              <a:prstGeom prst="rect">
                <a:avLst/>
              </a:prstGeom>
              <a:blipFill rotWithShape="1">
                <a:blip r:embed="rId1"/>
                <a:stretch>
                  <a:fillRect l="-1" t="-16" r="8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剩余类环之间的环同态（一）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57855" y="1302026"/>
            <a:ext cx="7628283" cy="3284883"/>
            <a:chOff x="750404" y="1028700"/>
            <a:chExt cx="7628283" cy="3284883"/>
          </a:xfrm>
        </p:grpSpPr>
        <p:sp>
          <p:nvSpPr>
            <p:cNvPr id="9" name="矩形: 圆角 8"/>
            <p:cNvSpPr/>
            <p:nvPr/>
          </p:nvSpPr>
          <p:spPr>
            <a:xfrm>
              <a:off x="750404" y="1028700"/>
              <a:ext cx="7628283" cy="3284883"/>
            </a:xfrm>
            <a:prstGeom prst="roundRect">
              <a:avLst>
                <a:gd name="adj" fmla="val 363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6312" y="1081032"/>
              <a:ext cx="7521436" cy="3167866"/>
            </a:xfrm>
            <a:prstGeom prst="rect">
              <a:avLst/>
            </a:prstGeom>
          </p:spPr>
        </p:pic>
      </p:grpSp>
      <p:sp>
        <p:nvSpPr>
          <p:cNvPr id="18" name="文本框 17"/>
          <p:cNvSpPr txBox="1"/>
          <p:nvPr/>
        </p:nvSpPr>
        <p:spPr>
          <a:xfrm>
            <a:off x="757855" y="774194"/>
            <a:ext cx="4062623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明确模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m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剩余类的元素，及元素之间的关系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剩余类环之间的环同态（二）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57855" y="1673042"/>
            <a:ext cx="7628283" cy="2693503"/>
            <a:chOff x="750404" y="1227484"/>
            <a:chExt cx="7628283" cy="2693503"/>
          </a:xfrm>
        </p:grpSpPr>
        <p:sp>
          <p:nvSpPr>
            <p:cNvPr id="9" name="矩形: 圆角 8"/>
            <p:cNvSpPr/>
            <p:nvPr/>
          </p:nvSpPr>
          <p:spPr>
            <a:xfrm>
              <a:off x="750404" y="1227484"/>
              <a:ext cx="7628283" cy="2693503"/>
            </a:xfrm>
            <a:prstGeom prst="roundRect">
              <a:avLst>
                <a:gd name="adj" fmla="val 363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070" y="1290994"/>
              <a:ext cx="7513982" cy="2554754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757855" y="1046056"/>
                <a:ext cx="3694875" cy="38735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模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m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剩余类环之间的同态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ba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决定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55" y="1046056"/>
                <a:ext cx="3694875" cy="387350"/>
              </a:xfrm>
              <a:prstGeom prst="rect">
                <a:avLst/>
              </a:prstGeom>
              <a:blipFill rotWithShape="1">
                <a:blip r:embed="rId3"/>
                <a:stretch>
                  <a:fillRect l="-8" t="-54" r="3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757855" y="725557"/>
            <a:ext cx="7628283" cy="8845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剩余类环之间的环同态（三）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21" y="776955"/>
            <a:ext cx="7513982" cy="792514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757855" y="1764196"/>
            <a:ext cx="7628283" cy="3016526"/>
            <a:chOff x="757855" y="1764196"/>
            <a:chExt cx="7628283" cy="3016526"/>
          </a:xfrm>
        </p:grpSpPr>
        <p:sp>
          <p:nvSpPr>
            <p:cNvPr id="10" name="矩形: 圆角 9"/>
            <p:cNvSpPr/>
            <p:nvPr/>
          </p:nvSpPr>
          <p:spPr>
            <a:xfrm>
              <a:off x="757855" y="1764196"/>
              <a:ext cx="7628283" cy="3016526"/>
            </a:xfrm>
            <a:prstGeom prst="roundRect">
              <a:avLst>
                <a:gd name="adj" fmla="val 48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520" y="1812060"/>
              <a:ext cx="7513983" cy="291285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757855" y="725557"/>
            <a:ext cx="7628283" cy="8845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剩余类环之间的环同态（四）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21" y="776955"/>
            <a:ext cx="7513982" cy="792514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757855" y="1878131"/>
            <a:ext cx="7628283" cy="1515657"/>
            <a:chOff x="757855" y="1764196"/>
            <a:chExt cx="7628283" cy="1515657"/>
          </a:xfrm>
        </p:grpSpPr>
        <p:sp>
          <p:nvSpPr>
            <p:cNvPr id="10" name="矩形: 圆角 9"/>
            <p:cNvSpPr/>
            <p:nvPr/>
          </p:nvSpPr>
          <p:spPr>
            <a:xfrm>
              <a:off x="757855" y="1764196"/>
              <a:ext cx="7628283" cy="1515657"/>
            </a:xfrm>
            <a:prstGeom prst="roundRect">
              <a:avLst>
                <a:gd name="adj" fmla="val 48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520" y="1811808"/>
              <a:ext cx="7513983" cy="140961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757855" y="3612874"/>
            <a:ext cx="7628283" cy="839856"/>
            <a:chOff x="757855" y="3612874"/>
            <a:chExt cx="7628283" cy="839856"/>
          </a:xfrm>
        </p:grpSpPr>
        <p:sp>
          <p:nvSpPr>
            <p:cNvPr id="17" name="矩形: 圆角 16"/>
            <p:cNvSpPr/>
            <p:nvPr/>
          </p:nvSpPr>
          <p:spPr>
            <a:xfrm>
              <a:off x="757855" y="3612874"/>
              <a:ext cx="7628283" cy="839856"/>
            </a:xfrm>
            <a:prstGeom prst="roundRect">
              <a:avLst>
                <a:gd name="adj" fmla="val 1193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520" y="3661781"/>
              <a:ext cx="7513983" cy="75616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757855" y="725557"/>
            <a:ext cx="7628283" cy="8845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剩余类环之间的环同态（五）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21" y="776955"/>
            <a:ext cx="7513982" cy="79251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57855" y="2276061"/>
            <a:ext cx="7628283" cy="1674743"/>
            <a:chOff x="757855" y="1764196"/>
            <a:chExt cx="7628283" cy="1674743"/>
          </a:xfrm>
        </p:grpSpPr>
        <p:sp>
          <p:nvSpPr>
            <p:cNvPr id="10" name="矩形: 圆角 9"/>
            <p:cNvSpPr/>
            <p:nvPr/>
          </p:nvSpPr>
          <p:spPr>
            <a:xfrm>
              <a:off x="757855" y="1764196"/>
              <a:ext cx="7628283" cy="1674743"/>
            </a:xfrm>
            <a:prstGeom prst="roundRect">
              <a:avLst>
                <a:gd name="adj" fmla="val 48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520" y="1812614"/>
              <a:ext cx="7513983" cy="15768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剩余类环之间的环同态练习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的所有环同态。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37" r="8" b="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859735" y="1719470"/>
            <a:ext cx="7424530" cy="2529508"/>
            <a:chOff x="859735" y="1719470"/>
            <a:chExt cx="7424530" cy="2529508"/>
          </a:xfrm>
        </p:grpSpPr>
        <p:sp>
          <p:nvSpPr>
            <p:cNvPr id="5" name="矩形: 圆角 4"/>
            <p:cNvSpPr/>
            <p:nvPr/>
          </p:nvSpPr>
          <p:spPr>
            <a:xfrm>
              <a:off x="859735" y="1719470"/>
              <a:ext cx="7424530" cy="2529508"/>
            </a:xfrm>
            <a:prstGeom prst="roundRect">
              <a:avLst>
                <a:gd name="adj" fmla="val 527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427" y="1768607"/>
              <a:ext cx="7325139" cy="24378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剩余类环之间的环同态练习</a:t>
                </a:r>
                <a:endParaRPr lang="zh-CN" altLang="en-US" sz="140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 rotWithShape="1">
                <a:blip r:embed="rId1"/>
                <a:stretch>
                  <a:fillRect t="-67" r="7" b="25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的所有环同态。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37" r="8" b="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859735" y="1719470"/>
            <a:ext cx="7424530" cy="2350604"/>
            <a:chOff x="859735" y="1719470"/>
            <a:chExt cx="7424530" cy="2350604"/>
          </a:xfrm>
        </p:grpSpPr>
        <p:sp>
          <p:nvSpPr>
            <p:cNvPr id="5" name="矩形: 圆角 4"/>
            <p:cNvSpPr/>
            <p:nvPr/>
          </p:nvSpPr>
          <p:spPr>
            <a:xfrm>
              <a:off x="859735" y="1719470"/>
              <a:ext cx="7424530" cy="2350604"/>
            </a:xfrm>
            <a:prstGeom prst="roundRect">
              <a:avLst>
                <a:gd name="adj" fmla="val 527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432" y="1765605"/>
              <a:ext cx="7335079" cy="22461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环同态与子环、理想（一）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94517" y="1011093"/>
            <a:ext cx="7354957" cy="1436204"/>
            <a:chOff x="899491" y="1053548"/>
            <a:chExt cx="7354957" cy="1436204"/>
          </a:xfrm>
        </p:grpSpPr>
        <p:sp>
          <p:nvSpPr>
            <p:cNvPr id="4" name="矩形: 圆角 3"/>
            <p:cNvSpPr/>
            <p:nvPr/>
          </p:nvSpPr>
          <p:spPr>
            <a:xfrm>
              <a:off x="899491" y="1053548"/>
              <a:ext cx="7354957" cy="1436204"/>
            </a:xfrm>
            <a:prstGeom prst="roundRect">
              <a:avLst>
                <a:gd name="adj" fmla="val 76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46288" y="1097937"/>
              <a:ext cx="7251423" cy="1352567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894521" y="2797865"/>
            <a:ext cx="7354957" cy="1679713"/>
            <a:chOff x="894517" y="2797865"/>
            <a:chExt cx="7354957" cy="1679713"/>
          </a:xfrm>
        </p:grpSpPr>
        <p:sp>
          <p:nvSpPr>
            <p:cNvPr id="8" name="矩形: 圆角 7"/>
            <p:cNvSpPr/>
            <p:nvPr/>
          </p:nvSpPr>
          <p:spPr>
            <a:xfrm>
              <a:off x="894517" y="2797865"/>
              <a:ext cx="7354957" cy="1679713"/>
            </a:xfrm>
            <a:prstGeom prst="roundRect">
              <a:avLst>
                <a:gd name="adj" fmla="val 80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285" y="2842435"/>
              <a:ext cx="7251423" cy="159554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环同态与子环、理想（二）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94517" y="1011093"/>
            <a:ext cx="7354957" cy="1436204"/>
            <a:chOff x="899491" y="1053548"/>
            <a:chExt cx="7354957" cy="1436204"/>
          </a:xfrm>
        </p:grpSpPr>
        <p:sp>
          <p:nvSpPr>
            <p:cNvPr id="4" name="矩形: 圆角 3"/>
            <p:cNvSpPr/>
            <p:nvPr/>
          </p:nvSpPr>
          <p:spPr>
            <a:xfrm>
              <a:off x="899491" y="1053548"/>
              <a:ext cx="7354957" cy="1436204"/>
            </a:xfrm>
            <a:prstGeom prst="roundRect">
              <a:avLst>
                <a:gd name="adj" fmla="val 76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46288" y="1097937"/>
              <a:ext cx="7251423" cy="1352567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94521" y="2797865"/>
            <a:ext cx="7354957" cy="1679713"/>
            <a:chOff x="894521" y="2797865"/>
            <a:chExt cx="7354957" cy="1679713"/>
          </a:xfrm>
        </p:grpSpPr>
        <p:sp>
          <p:nvSpPr>
            <p:cNvPr id="8" name="矩形: 圆角 7"/>
            <p:cNvSpPr/>
            <p:nvPr/>
          </p:nvSpPr>
          <p:spPr>
            <a:xfrm>
              <a:off x="894521" y="2797865"/>
              <a:ext cx="7354957" cy="1679713"/>
            </a:xfrm>
            <a:prstGeom prst="roundRect">
              <a:avLst>
                <a:gd name="adj" fmla="val 80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1314" y="2848391"/>
              <a:ext cx="7251423" cy="15786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环同态与子环、理想（三）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94517" y="1011093"/>
            <a:ext cx="7354957" cy="1436204"/>
            <a:chOff x="899491" y="1053548"/>
            <a:chExt cx="7354957" cy="1436204"/>
          </a:xfrm>
        </p:grpSpPr>
        <p:sp>
          <p:nvSpPr>
            <p:cNvPr id="9" name="矩形: 圆角 8"/>
            <p:cNvSpPr/>
            <p:nvPr/>
          </p:nvSpPr>
          <p:spPr>
            <a:xfrm>
              <a:off x="899491" y="1053548"/>
              <a:ext cx="7354957" cy="1436204"/>
            </a:xfrm>
            <a:prstGeom prst="roundRect">
              <a:avLst>
                <a:gd name="adj" fmla="val 76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46288" y="1097937"/>
              <a:ext cx="7251423" cy="1352567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894521" y="2797866"/>
            <a:ext cx="7354957" cy="1436204"/>
            <a:chOff x="894521" y="2797866"/>
            <a:chExt cx="7354957" cy="1436204"/>
          </a:xfrm>
        </p:grpSpPr>
        <p:sp>
          <p:nvSpPr>
            <p:cNvPr id="17" name="矩形: 圆角 16"/>
            <p:cNvSpPr/>
            <p:nvPr/>
          </p:nvSpPr>
          <p:spPr>
            <a:xfrm>
              <a:off x="894521" y="2797866"/>
              <a:ext cx="7354957" cy="1436204"/>
            </a:xfrm>
            <a:prstGeom prst="roundRect">
              <a:avLst>
                <a:gd name="adj" fmla="val 80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1314" y="2837432"/>
              <a:ext cx="7251423" cy="13574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环同态与子环、理想（四）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94517" y="1011093"/>
            <a:ext cx="7354957" cy="1436204"/>
            <a:chOff x="899491" y="1053548"/>
            <a:chExt cx="7354957" cy="1436204"/>
          </a:xfrm>
        </p:grpSpPr>
        <p:sp>
          <p:nvSpPr>
            <p:cNvPr id="9" name="矩形: 圆角 8"/>
            <p:cNvSpPr/>
            <p:nvPr/>
          </p:nvSpPr>
          <p:spPr>
            <a:xfrm>
              <a:off x="899491" y="1053548"/>
              <a:ext cx="7354957" cy="1436204"/>
            </a:xfrm>
            <a:prstGeom prst="roundRect">
              <a:avLst>
                <a:gd name="adj" fmla="val 76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46288" y="1097937"/>
              <a:ext cx="7251423" cy="1352567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894521" y="2792896"/>
            <a:ext cx="7354957" cy="1396447"/>
            <a:chOff x="894521" y="2792896"/>
            <a:chExt cx="7354957" cy="1396447"/>
          </a:xfrm>
        </p:grpSpPr>
        <p:sp>
          <p:nvSpPr>
            <p:cNvPr id="17" name="矩形: 圆角 16"/>
            <p:cNvSpPr/>
            <p:nvPr/>
          </p:nvSpPr>
          <p:spPr>
            <a:xfrm>
              <a:off x="894521" y="2792896"/>
              <a:ext cx="7354957" cy="1396447"/>
            </a:xfrm>
            <a:prstGeom prst="roundRect">
              <a:avLst>
                <a:gd name="adj" fmla="val 80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1314" y="2828354"/>
              <a:ext cx="7251423" cy="13189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环同态核的例子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33653" y="2648444"/>
            <a:ext cx="6669782" cy="1366630"/>
            <a:chOff x="933653" y="2529509"/>
            <a:chExt cx="6669782" cy="1366630"/>
          </a:xfrm>
        </p:grpSpPr>
        <p:sp>
          <p:nvSpPr>
            <p:cNvPr id="10" name="矩形: 圆角 9"/>
            <p:cNvSpPr/>
            <p:nvPr/>
          </p:nvSpPr>
          <p:spPr>
            <a:xfrm>
              <a:off x="933653" y="2529509"/>
              <a:ext cx="6669782" cy="1366630"/>
            </a:xfrm>
            <a:prstGeom prst="roundRect">
              <a:avLst>
                <a:gd name="adj" fmla="val 794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84190" y="2571750"/>
              <a:ext cx="6585480" cy="1289602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933653" y="1128426"/>
            <a:ext cx="7276688" cy="959126"/>
            <a:chOff x="778978" y="1147970"/>
            <a:chExt cx="7276688" cy="959126"/>
          </a:xfrm>
        </p:grpSpPr>
        <p:sp>
          <p:nvSpPr>
            <p:cNvPr id="6" name="矩形: 圆角 5"/>
            <p:cNvSpPr/>
            <p:nvPr/>
          </p:nvSpPr>
          <p:spPr>
            <a:xfrm>
              <a:off x="778978" y="1147970"/>
              <a:ext cx="7276688" cy="959126"/>
            </a:xfrm>
            <a:prstGeom prst="roundRect">
              <a:avLst>
                <a:gd name="adj" fmla="val 1304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9515" y="1182754"/>
              <a:ext cx="7181525" cy="88458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环同态核练习解答（一）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34884" y="729291"/>
            <a:ext cx="7474226" cy="1083365"/>
            <a:chOff x="839857" y="1088335"/>
            <a:chExt cx="7474226" cy="1083365"/>
          </a:xfrm>
        </p:grpSpPr>
        <p:sp>
          <p:nvSpPr>
            <p:cNvPr id="4" name="矩形: 圆角 3"/>
            <p:cNvSpPr/>
            <p:nvPr/>
          </p:nvSpPr>
          <p:spPr>
            <a:xfrm>
              <a:off x="839857" y="1088335"/>
              <a:ext cx="7474226" cy="1083365"/>
            </a:xfrm>
            <a:prstGeom prst="roundRect">
              <a:avLst>
                <a:gd name="adj" fmla="val 1162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8935" y="1140157"/>
              <a:ext cx="7386003" cy="984801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834884" y="1982857"/>
            <a:ext cx="7474226" cy="2668656"/>
            <a:chOff x="834884" y="1982857"/>
            <a:chExt cx="7474226" cy="2668656"/>
          </a:xfrm>
        </p:grpSpPr>
        <p:sp>
          <p:nvSpPr>
            <p:cNvPr id="8" name="矩形: 圆角 7"/>
            <p:cNvSpPr/>
            <p:nvPr/>
          </p:nvSpPr>
          <p:spPr>
            <a:xfrm>
              <a:off x="834884" y="1982857"/>
              <a:ext cx="7474226" cy="2668656"/>
            </a:xfrm>
            <a:prstGeom prst="roundRect">
              <a:avLst>
                <a:gd name="adj" fmla="val 343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8995" y="2032649"/>
              <a:ext cx="7386003" cy="25765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环同态核练习解答（二）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34884" y="729291"/>
            <a:ext cx="7474226" cy="1083365"/>
            <a:chOff x="839857" y="1088335"/>
            <a:chExt cx="7474226" cy="1083365"/>
          </a:xfrm>
        </p:grpSpPr>
        <p:sp>
          <p:nvSpPr>
            <p:cNvPr id="4" name="矩形: 圆角 3"/>
            <p:cNvSpPr/>
            <p:nvPr/>
          </p:nvSpPr>
          <p:spPr>
            <a:xfrm>
              <a:off x="839857" y="1088335"/>
              <a:ext cx="7474226" cy="1083365"/>
            </a:xfrm>
            <a:prstGeom prst="roundRect">
              <a:avLst>
                <a:gd name="adj" fmla="val 1162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8935" y="1140157"/>
              <a:ext cx="7386003" cy="98480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34884" y="2089257"/>
            <a:ext cx="7474226" cy="2379530"/>
            <a:chOff x="834884" y="1982857"/>
            <a:chExt cx="7474226" cy="2379530"/>
          </a:xfrm>
        </p:grpSpPr>
        <p:sp>
          <p:nvSpPr>
            <p:cNvPr id="8" name="矩形: 圆角 7"/>
            <p:cNvSpPr/>
            <p:nvPr/>
          </p:nvSpPr>
          <p:spPr>
            <a:xfrm>
              <a:off x="834884" y="1982857"/>
              <a:ext cx="7474226" cy="2379530"/>
            </a:xfrm>
            <a:prstGeom prst="roundRect">
              <a:avLst>
                <a:gd name="adj" fmla="val 343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962" y="2036272"/>
              <a:ext cx="7386003" cy="22640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环同构的例子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94522" y="1466022"/>
            <a:ext cx="7444408" cy="2211456"/>
            <a:chOff x="894522" y="1466022"/>
            <a:chExt cx="7444408" cy="2211456"/>
          </a:xfrm>
        </p:grpSpPr>
        <p:sp>
          <p:nvSpPr>
            <p:cNvPr id="4" name="矩形: 圆角 3"/>
            <p:cNvSpPr/>
            <p:nvPr/>
          </p:nvSpPr>
          <p:spPr>
            <a:xfrm>
              <a:off x="894522" y="1466022"/>
              <a:ext cx="7444408" cy="2211456"/>
            </a:xfrm>
            <a:prstGeom prst="roundRect">
              <a:avLst>
                <a:gd name="adj" fmla="val 4757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49187" y="1521191"/>
              <a:ext cx="7349987" cy="21117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环的扩张例子（二）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第十一讲  环的同态与环的特征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r>
            <a:r>
              <a:rPr lang="zh-CN" altLang="en-US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83974" y="936932"/>
                <a:ext cx="7176052" cy="3385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是一个没有单位元的环，则存在一个有单位元的环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的子环。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4" y="936932"/>
                <a:ext cx="7176052" cy="338554"/>
              </a:xfrm>
              <a:prstGeom prst="rect">
                <a:avLst/>
              </a:prstGeom>
              <a:blipFill rotWithShape="1">
                <a:blip r:embed="rId1"/>
                <a:stretch>
                  <a:fillRect l="-5" t="-91" r="4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983974" y="1451113"/>
            <a:ext cx="7176052" cy="3195430"/>
            <a:chOff x="983974" y="1565413"/>
            <a:chExt cx="7176052" cy="3195430"/>
          </a:xfrm>
        </p:grpSpPr>
        <p:sp>
          <p:nvSpPr>
            <p:cNvPr id="4" name="矩形: 圆角 3"/>
            <p:cNvSpPr/>
            <p:nvPr/>
          </p:nvSpPr>
          <p:spPr>
            <a:xfrm>
              <a:off x="983974" y="1565413"/>
              <a:ext cx="7176052" cy="3195430"/>
            </a:xfrm>
            <a:prstGeom prst="roundRect">
              <a:avLst>
                <a:gd name="adj" fmla="val 3300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151" y="1617383"/>
              <a:ext cx="7071692" cy="30900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1540</Words>
  <Application>WPS 演示</Application>
  <PresentationFormat>全屏显示(16:9)</PresentationFormat>
  <Paragraphs>213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楷体</vt:lpstr>
      <vt:lpstr>仿宋</vt:lpstr>
      <vt:lpstr>Cambria Math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57</cp:revision>
  <dcterms:created xsi:type="dcterms:W3CDTF">2022-01-01T06:39:00Z</dcterms:created>
  <dcterms:modified xsi:type="dcterms:W3CDTF">2026-07-03T10:34:25Z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BB84F0D6582F411DAB6C160962F747BC_12</vt:lpwstr>
  </property>
  <property fmtid="{D5CDD505-2E9C-101B-9397-08002B2CF9AE}" pid="3" name="KSOProductBuildVer">
    <vt:lpwstr>2052-12.1.0.26375</vt:lpwstr>
  </property>
</Properties>
</file>