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330" r:id="rId4"/>
    <p:sldId id="339" r:id="rId5"/>
    <p:sldId id="344" r:id="rId6"/>
    <p:sldId id="346" r:id="rId7"/>
    <p:sldId id="345" r:id="rId8"/>
    <p:sldId id="357" r:id="rId9"/>
    <p:sldId id="356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89" autoAdjust="0"/>
  </p:normalViewPr>
  <p:slideViewPr>
    <p:cSldViewPr snapToGrid="0">
      <p:cViewPr varScale="1">
        <p:scale>
          <a:sx n="108" d="100"/>
          <a:sy n="108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8F09B-D908-4F8B-90AF-4BA1BDE3E1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FD700-772A-4DAB-8CDA-4BD894ADA19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环的理想与商环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第十讲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环的理想与商环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环的理想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模</a:t>
            </a:r>
            <a:r>
              <a:rPr lang="en-US" altLang="zh-CN" sz="1400"/>
              <a:t>m</a:t>
            </a:r>
            <a:r>
              <a:rPr lang="zh-CN" altLang="en-US" sz="1400"/>
              <a:t>剩余类环理想的练习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环的理想与商环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44823" y="1384024"/>
            <a:ext cx="7454348" cy="2375452"/>
            <a:chOff x="844826" y="1381539"/>
            <a:chExt cx="7454348" cy="2375452"/>
          </a:xfrm>
        </p:grpSpPr>
        <p:sp>
          <p:nvSpPr>
            <p:cNvPr id="4" name="矩形: 圆角 3"/>
            <p:cNvSpPr/>
            <p:nvPr/>
          </p:nvSpPr>
          <p:spPr>
            <a:xfrm>
              <a:off x="844826" y="1381539"/>
              <a:ext cx="7454348" cy="2375452"/>
            </a:xfrm>
            <a:prstGeom prst="roundRect">
              <a:avLst>
                <a:gd name="adj" fmla="val 7253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03653" y="1432272"/>
              <a:ext cx="7336693" cy="22789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环的理想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理想的积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环的理想与商环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67848" y="2078181"/>
            <a:ext cx="6221895" cy="2569265"/>
            <a:chOff x="1167848" y="2181639"/>
            <a:chExt cx="6221895" cy="2569265"/>
          </a:xfrm>
        </p:grpSpPr>
        <p:sp>
          <p:nvSpPr>
            <p:cNvPr id="7" name="矩形: 圆角 6"/>
            <p:cNvSpPr/>
            <p:nvPr/>
          </p:nvSpPr>
          <p:spPr>
            <a:xfrm>
              <a:off x="1167848" y="2181639"/>
              <a:ext cx="6221895" cy="2569265"/>
            </a:xfrm>
            <a:prstGeom prst="roundRect">
              <a:avLst>
                <a:gd name="adj" fmla="val 3901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12574" y="2229915"/>
              <a:ext cx="6121670" cy="2457290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167848" y="728325"/>
            <a:ext cx="4641573" cy="1182756"/>
            <a:chOff x="1167849" y="849796"/>
            <a:chExt cx="4641573" cy="1182756"/>
          </a:xfrm>
        </p:grpSpPr>
        <p:sp>
          <p:nvSpPr>
            <p:cNvPr id="6" name="矩形: 圆角 5"/>
            <p:cNvSpPr/>
            <p:nvPr/>
          </p:nvSpPr>
          <p:spPr>
            <a:xfrm>
              <a:off x="1167849" y="849796"/>
              <a:ext cx="4641573" cy="1182756"/>
            </a:xfrm>
            <a:prstGeom prst="roundRect">
              <a:avLst>
                <a:gd name="adj" fmla="val 57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2574" y="873573"/>
              <a:ext cx="4557091" cy="112779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环的理想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理想的练习（三）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环的理想与商环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57250" y="1077174"/>
            <a:ext cx="7429500" cy="303088"/>
            <a:chOff x="740465" y="1172873"/>
            <a:chExt cx="7429500" cy="303088"/>
          </a:xfrm>
        </p:grpSpPr>
        <p:sp>
          <p:nvSpPr>
            <p:cNvPr id="4" name="矩形: 圆角 3"/>
            <p:cNvSpPr/>
            <p:nvPr/>
          </p:nvSpPr>
          <p:spPr>
            <a:xfrm>
              <a:off x="740465" y="1172873"/>
              <a:ext cx="7429500" cy="303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82707" y="1192753"/>
              <a:ext cx="7359926" cy="268797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857250" y="2252979"/>
            <a:ext cx="7429500" cy="867908"/>
            <a:chOff x="857250" y="2252979"/>
            <a:chExt cx="7429500" cy="867908"/>
          </a:xfrm>
        </p:grpSpPr>
        <p:sp>
          <p:nvSpPr>
            <p:cNvPr id="7" name="矩形: 圆角 6"/>
            <p:cNvSpPr/>
            <p:nvPr/>
          </p:nvSpPr>
          <p:spPr>
            <a:xfrm>
              <a:off x="857250" y="2252979"/>
              <a:ext cx="7429500" cy="867908"/>
            </a:xfrm>
            <a:prstGeom prst="roundRect">
              <a:avLst>
                <a:gd name="adj" fmla="val 10368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9492" y="2294859"/>
              <a:ext cx="7359926" cy="7839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/>
          <p:cNvSpPr/>
          <p:nvPr/>
        </p:nvSpPr>
        <p:spPr>
          <a:xfrm>
            <a:off x="914400" y="1963827"/>
            <a:ext cx="7369865" cy="2300060"/>
          </a:xfrm>
          <a:prstGeom prst="roundRect">
            <a:avLst>
              <a:gd name="adj" fmla="val 4351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64092" y="2013754"/>
            <a:ext cx="7255569" cy="2205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环的理想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理想的练习（四）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环的理想与商环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14400" y="988943"/>
            <a:ext cx="7305261" cy="357809"/>
            <a:chOff x="914400" y="988943"/>
            <a:chExt cx="7305261" cy="357809"/>
          </a:xfrm>
        </p:grpSpPr>
        <p:sp>
          <p:nvSpPr>
            <p:cNvPr id="4" name="矩形: 圆角 3"/>
            <p:cNvSpPr/>
            <p:nvPr/>
          </p:nvSpPr>
          <p:spPr>
            <a:xfrm>
              <a:off x="914400" y="988943"/>
              <a:ext cx="7305261" cy="35780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4092" y="1035648"/>
              <a:ext cx="7215809" cy="272653"/>
            </a:xfrm>
            <a:prstGeom prst="rect">
              <a:avLst/>
            </a:prstGeom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95" y="2013754"/>
            <a:ext cx="7215809" cy="97683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92" y="3580421"/>
            <a:ext cx="7215809" cy="4657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环的理想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理想的练习（四）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环的理想与商环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14400" y="988943"/>
            <a:ext cx="7305261" cy="357809"/>
            <a:chOff x="914400" y="988943"/>
            <a:chExt cx="7305261" cy="357809"/>
          </a:xfrm>
        </p:grpSpPr>
        <p:sp>
          <p:nvSpPr>
            <p:cNvPr id="4" name="矩形: 圆角 3"/>
            <p:cNvSpPr/>
            <p:nvPr/>
          </p:nvSpPr>
          <p:spPr>
            <a:xfrm>
              <a:off x="914400" y="988943"/>
              <a:ext cx="7305261" cy="35780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4092" y="1035648"/>
              <a:ext cx="7215809" cy="272653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914400" y="1888670"/>
            <a:ext cx="7305261" cy="2419943"/>
            <a:chOff x="914400" y="1888670"/>
            <a:chExt cx="7305261" cy="2419943"/>
          </a:xfrm>
        </p:grpSpPr>
        <p:sp>
          <p:nvSpPr>
            <p:cNvPr id="18" name="矩形: 圆角 17"/>
            <p:cNvSpPr/>
            <p:nvPr/>
          </p:nvSpPr>
          <p:spPr>
            <a:xfrm>
              <a:off x="914400" y="1888670"/>
              <a:ext cx="7305261" cy="2419943"/>
            </a:xfrm>
            <a:prstGeom prst="roundRect">
              <a:avLst>
                <a:gd name="adj" fmla="val 4351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4160" y="1949409"/>
              <a:ext cx="7215809" cy="23095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环关于理想的商环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商环的练习（二）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环的理想与商环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98883" y="934276"/>
            <a:ext cx="4045226" cy="432354"/>
            <a:chOff x="998883" y="934276"/>
            <a:chExt cx="4045226" cy="432354"/>
          </a:xfrm>
        </p:grpSpPr>
        <p:sp>
          <p:nvSpPr>
            <p:cNvPr id="4" name="矩形: 圆角 3"/>
            <p:cNvSpPr/>
            <p:nvPr/>
          </p:nvSpPr>
          <p:spPr>
            <a:xfrm>
              <a:off x="998883" y="934276"/>
              <a:ext cx="4045226" cy="4323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3292" y="978232"/>
              <a:ext cx="3953062" cy="334438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998883" y="1729409"/>
            <a:ext cx="7146234" cy="2604052"/>
            <a:chOff x="998883" y="1729409"/>
            <a:chExt cx="7146234" cy="2604052"/>
          </a:xfrm>
        </p:grpSpPr>
        <p:sp>
          <p:nvSpPr>
            <p:cNvPr id="8" name="矩形: 圆角 7"/>
            <p:cNvSpPr/>
            <p:nvPr/>
          </p:nvSpPr>
          <p:spPr>
            <a:xfrm>
              <a:off x="998883" y="1729409"/>
              <a:ext cx="7146234" cy="2604052"/>
            </a:xfrm>
            <a:prstGeom prst="roundRect">
              <a:avLst>
                <a:gd name="adj" fmla="val 5026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217" y="1776318"/>
              <a:ext cx="7041559" cy="25166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环关于理想的商环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商环的练习（二）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环的理想与商环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98883" y="934276"/>
            <a:ext cx="4045226" cy="432354"/>
            <a:chOff x="998883" y="934276"/>
            <a:chExt cx="4045226" cy="432354"/>
          </a:xfrm>
        </p:grpSpPr>
        <p:sp>
          <p:nvSpPr>
            <p:cNvPr id="4" name="矩形: 圆角 3"/>
            <p:cNvSpPr/>
            <p:nvPr/>
          </p:nvSpPr>
          <p:spPr>
            <a:xfrm>
              <a:off x="998883" y="934276"/>
              <a:ext cx="4045226" cy="4323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3292" y="978232"/>
              <a:ext cx="3953062" cy="334438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313083" y="1835360"/>
            <a:ext cx="2594112" cy="1290497"/>
            <a:chOff x="313083" y="1835360"/>
            <a:chExt cx="2594112" cy="1290497"/>
          </a:xfrm>
        </p:grpSpPr>
        <p:sp>
          <p:nvSpPr>
            <p:cNvPr id="18" name="矩形: 圆角 17"/>
            <p:cNvSpPr/>
            <p:nvPr/>
          </p:nvSpPr>
          <p:spPr>
            <a:xfrm>
              <a:off x="313083" y="1835360"/>
              <a:ext cx="2594112" cy="1290497"/>
            </a:xfrm>
            <a:prstGeom prst="roundRect">
              <a:avLst>
                <a:gd name="adj" fmla="val 318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929" y="1860210"/>
              <a:ext cx="2554356" cy="1241211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3120887" y="1689653"/>
            <a:ext cx="5645426" cy="1520687"/>
            <a:chOff x="3120887" y="1689653"/>
            <a:chExt cx="5645426" cy="1520687"/>
          </a:xfrm>
        </p:grpSpPr>
        <p:sp>
          <p:nvSpPr>
            <p:cNvPr id="20" name="矩形: 圆角 19"/>
            <p:cNvSpPr/>
            <p:nvPr/>
          </p:nvSpPr>
          <p:spPr>
            <a:xfrm>
              <a:off x="3120887" y="1689653"/>
              <a:ext cx="5645426" cy="1520687"/>
            </a:xfrm>
            <a:prstGeom prst="roundRect">
              <a:avLst>
                <a:gd name="adj" fmla="val 751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75551" y="1741352"/>
              <a:ext cx="5544835" cy="1429229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1540930" y="3614465"/>
            <a:ext cx="6062133" cy="984210"/>
            <a:chOff x="1720427" y="3614465"/>
            <a:chExt cx="6062133" cy="984210"/>
          </a:xfrm>
        </p:grpSpPr>
        <p:sp>
          <p:nvSpPr>
            <p:cNvPr id="22" name="矩形: 圆角 21"/>
            <p:cNvSpPr/>
            <p:nvPr/>
          </p:nvSpPr>
          <p:spPr>
            <a:xfrm>
              <a:off x="1720427" y="3614465"/>
              <a:ext cx="6062133" cy="984210"/>
            </a:xfrm>
            <a:prstGeom prst="roundRect">
              <a:avLst>
                <a:gd name="adj" fmla="val 9129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67840" y="3675313"/>
              <a:ext cx="5968832" cy="8668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386</Words>
  <Application>WPS 演示</Application>
  <PresentationFormat>全屏显示(16:9)</PresentationFormat>
  <Paragraphs>86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楷体</vt:lpstr>
      <vt:lpstr>仿宋</vt:lpstr>
      <vt:lpstr>Cambria Math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64</cp:revision>
  <dcterms:created xsi:type="dcterms:W3CDTF">2022-01-01T06:39:00Z</dcterms:created>
  <dcterms:modified xsi:type="dcterms:W3CDTF">2026-07-03T10:16:02Z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9003FF65244E4B23A624B2C43F76AA95_12</vt:lpwstr>
  </property>
  <property fmtid="{D5CDD505-2E9C-101B-9397-08002B2CF9AE}" pid="3" name="KSOProductBuildVer">
    <vt:lpwstr>2052-12.1.0.26375</vt:lpwstr>
  </property>
</Properties>
</file>