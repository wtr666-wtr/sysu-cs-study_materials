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332" r:id="rId5"/>
    <p:sldId id="34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C913"/>
    <a:srgbClr val="371EA2"/>
    <a:srgbClr val="BFC7D6"/>
    <a:srgbClr val="210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对非零的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a^0=a^5/a^5=a^{5-5}=a^0=1</a:t>
            </a:r>
            <a:endParaRPr lang="en-US" altLang="zh-CN"/>
          </a:p>
          <a:p>
            <a:r>
              <a:rPr lang="zh-CN" altLang="en-US"/>
              <a:t>对整数加法群的有限子群</a:t>
            </a:r>
            <a:r>
              <a:rPr lang="en-US" altLang="zh-CN"/>
              <a:t>{0}</a:t>
            </a:r>
            <a:r>
              <a:rPr lang="zh-CN" altLang="en-US"/>
              <a:t>，</a:t>
            </a:r>
            <a:r>
              <a:rPr lang="en-US" altLang="zh-CN"/>
              <a:t>0^0</a:t>
            </a:r>
            <a:r>
              <a:rPr lang="zh-CN" altLang="en-US"/>
              <a:t>成立，其值为</a:t>
            </a:r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第四讲  循环群与置换群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第四讲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循环群与置换群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endParaRPr lang="zh-CN" altLang="en-US" sz="180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085215" y="1826260"/>
            <a:ext cx="7018655" cy="24320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 fontAlgn="auto"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复习问题：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</a:pP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a≠0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时，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b="1" baseline="30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a=0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 b="1" baseline="30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没有意义。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如何解释？</a:t>
            </a:r>
            <a:endParaRPr lang="zh-CN" altLang="en-US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</a:pP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请问什么时候</a:t>
            </a:r>
            <a:r>
              <a:rPr lang="en-US" altLang="zh-CN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altLang="zh-CN" b="1" baseline="30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是有意义的，其值是</a:t>
            </a:r>
            <a:r>
              <a:rPr lang="zh-CN" altLang="en-US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什么？</a:t>
            </a:r>
            <a:endParaRPr lang="zh-CN" altLang="en-US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</a:pPr>
            <a:endParaRPr lang="zh-CN" altLang="en-US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p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循环群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循环群生成元举例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第四讲  循环群与置换群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20725" y="1169670"/>
                <a:ext cx="4227195" cy="3683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的所有生成元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25" y="1169670"/>
                <a:ext cx="4227195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20581" y="1930361"/>
                <a:ext cx="7899543" cy="220784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对于任意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的阶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的最小正整数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p>
                    </m:sSup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即加群的幂是倍数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)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加群的生成元当且仅当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互素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因此，模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加群的所有生成元是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81" y="1930361"/>
                <a:ext cx="7899543" cy="2207849"/>
              </a:xfrm>
              <a:prstGeom prst="rect">
                <a:avLst/>
              </a:prstGeom>
              <a:blipFill rotWithShape="1">
                <a:blip r:embed="rId2"/>
                <a:stretch>
                  <a:fillRect l="-6" t="-27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循环群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循环群的所有子群举例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第四讲  循环群与置换群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2026年4月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54021" y="945553"/>
                <a:ext cx="3513486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加群和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群的所有子群。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1" y="945553"/>
                <a:ext cx="3513486" cy="338554"/>
              </a:xfrm>
              <a:prstGeom prst="rect">
                <a:avLst/>
              </a:prstGeom>
              <a:blipFill rotWithShape="1">
                <a:blip r:embed="rId1"/>
                <a:stretch>
                  <a:fillRect l="-17" t="-11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54021" y="1712368"/>
                <a:ext cx="2802838" cy="23736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rgbClr val="7030A0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zh-CN" altLang="en-US" sz="1600" b="1">
                    <a:solidFill>
                      <a:srgbClr val="7030A0"/>
                    </a:solidFill>
                  </a:rPr>
                  <a:t>的因子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是它的子群，因此它的所有子群是：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2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sub>
                    </m:sSub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2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d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2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d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2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21" y="1712368"/>
                <a:ext cx="2802838" cy="2373630"/>
              </a:xfrm>
              <a:prstGeom prst="rect">
                <a:avLst/>
              </a:prstGeom>
              <a:blipFill rotWithShape="1">
                <a:blip r:embed="rId2"/>
                <a:stretch>
                  <a:fillRect l="-22" t="-17" r="20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230" y="1712368"/>
            <a:ext cx="2317069" cy="145476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230" y="3367818"/>
            <a:ext cx="4505279" cy="49211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671" y="1712368"/>
            <a:ext cx="2015308" cy="58854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670" y="2488469"/>
            <a:ext cx="2015308" cy="6397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3807460" y="4070350"/>
                <a:ext cx="4504690" cy="3308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的所有子群是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460" y="4070350"/>
                <a:ext cx="4504690" cy="33083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774</Words>
  <Application>WPS 演示</Application>
  <PresentationFormat>全屏显示(16:9)</PresentationFormat>
  <Paragraphs>59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楷体</vt:lpstr>
      <vt:lpstr>仿宋</vt:lpstr>
      <vt:lpstr>微软雅黑</vt:lpstr>
      <vt:lpstr>Cambria Math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129</cp:revision>
  <dcterms:created xsi:type="dcterms:W3CDTF">2022-01-01T06:39:00Z</dcterms:created>
  <dcterms:modified xsi:type="dcterms:W3CDTF">2026-07-03T05:18:18Z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CD074EC93CCB402B932AC6F6CA09A287_12</vt:lpwstr>
  </property>
  <property fmtid="{D5CDD505-2E9C-101B-9397-08002B2CF9AE}" pid="3" name="KSOProductBuildVer">
    <vt:lpwstr>2052-12.1.0.26375</vt:lpwstr>
  </property>
</Properties>
</file>