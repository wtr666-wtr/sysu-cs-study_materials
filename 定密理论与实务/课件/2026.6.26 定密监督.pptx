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3"/>
    <p:sldId id="282" r:id="rId4"/>
    <p:sldId id="257" r:id="rId5"/>
    <p:sldId id="296" r:id="rId6"/>
    <p:sldId id="295" r:id="rId7"/>
    <p:sldId id="298" r:id="rId8"/>
    <p:sldId id="299" r:id="rId9"/>
    <p:sldId id="300" r:id="rId10"/>
    <p:sldId id="275" r:id="rId11"/>
    <p:sldId id="301" r:id="rId12"/>
    <p:sldId id="304" r:id="rId13"/>
    <p:sldId id="276" r:id="rId14"/>
    <p:sldId id="303" r:id="rId15"/>
    <p:sldId id="297" r:id="rId16"/>
    <p:sldId id="273" r:id="rId17"/>
    <p:sldId id="274" r:id="rId18"/>
    <p:sldId id="259" r:id="rId19"/>
    <p:sldId id="262" r:id="rId20"/>
    <p:sldId id="261" r:id="rId21"/>
    <p:sldId id="260" r:id="rId22"/>
    <p:sldId id="277" r:id="rId23"/>
    <p:sldId id="305" r:id="rId24"/>
    <p:sldId id="306" r:id="rId25"/>
    <p:sldId id="307" r:id="rId26"/>
    <p:sldId id="308" r:id="rId27"/>
    <p:sldId id="278" r:id="rId28"/>
    <p:sldId id="285" r:id="rId29"/>
    <p:sldId id="286" r:id="rId30"/>
    <p:sldId id="293" r:id="rId31"/>
    <p:sldId id="264" r:id="rId32"/>
    <p:sldId id="265" r:id="rId33"/>
    <p:sldId id="266" r:id="rId34"/>
    <p:sldId id="267" r:id="rId35"/>
    <p:sldId id="269" r:id="rId36"/>
    <p:sldId id="270" r:id="rId37"/>
    <p:sldId id="271" r:id="rId38"/>
    <p:sldId id="272" r:id="rId39"/>
    <p:sldId id="281" r:id="rId40"/>
    <p:sldId id="287" r:id="rId41"/>
    <p:sldId id="288" r:id="rId42"/>
    <p:sldId id="289" r:id="rId4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059"/>
    <p:restoredTop sz="74843"/>
  </p:normalViewPr>
  <p:slideViewPr>
    <p:cSldViewPr showGuides="1">
      <p:cViewPr varScale="1">
        <p:scale>
          <a:sx n="80" d="100"/>
          <a:sy n="80" d="100"/>
        </p:scale>
        <p:origin x="1640" y="19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0287564-F38E-4F9C-9302-9FB3AFF67619}"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AA2B02C4-34B7-41D2-A898-38C34DD28F7F}">
      <dgm:prSet phldrT="[文本]" custT="1"/>
      <dgm:spPr/>
      <dgm:t>
        <a:bodyPr/>
        <a:lstStyle/>
        <a:p>
          <a:r>
            <a:rPr lang="zh-CN" altLang="en-US" sz="3600" dirty="0" smtClean="0"/>
            <a:t>如何定密</a:t>
          </a:r>
          <a:endParaRPr lang="zh-CN" altLang="en-US" sz="3600" dirty="0"/>
        </a:p>
      </dgm:t>
    </dgm:pt>
    <dgm:pt modelId="{D3544279-AF3E-4E82-A99A-1D3D1D1650D1}" cxnId="{CCF554D2-D1D0-4255-9D62-ECC49BC82829}" type="parTrans">
      <dgm:prSet/>
      <dgm:spPr/>
      <dgm:t>
        <a:bodyPr/>
        <a:lstStyle/>
        <a:p>
          <a:endParaRPr lang="zh-CN" altLang="en-US"/>
        </a:p>
      </dgm:t>
    </dgm:pt>
    <dgm:pt modelId="{BDEC26EA-D5CA-4A40-ACF7-FC28FB4A2F2B}" cxnId="{CCF554D2-D1D0-4255-9D62-ECC49BC82829}" type="sibTrans">
      <dgm:prSet/>
      <dgm:spPr/>
      <dgm:t>
        <a:bodyPr/>
        <a:lstStyle/>
        <a:p>
          <a:endParaRPr lang="zh-CN" altLang="en-US"/>
        </a:p>
      </dgm:t>
    </dgm:pt>
    <dgm:pt modelId="{41E178F2-8F77-48AA-8268-422B2AF9F596}">
      <dgm:prSet phldrT="[文本]" custT="1"/>
      <dgm:spPr/>
      <dgm:t>
        <a:bodyPr/>
        <a:lstStyle/>
        <a:p>
          <a:r>
            <a:rPr lang="zh-CN" altLang="en-US" sz="2400" dirty="0" smtClean="0"/>
            <a:t>定密依据、定密责任人、定密授权、定密内容与流程、定密结果、变更与解密</a:t>
          </a:r>
          <a:endParaRPr lang="zh-CN" altLang="en-US" sz="2400" dirty="0"/>
        </a:p>
      </dgm:t>
    </dgm:pt>
    <dgm:pt modelId="{E109DC9C-CDE8-43B6-A9C6-0970A0061CBF}" cxnId="{E3742E8F-8253-4C9B-92AB-12E3C5FF4037}" type="parTrans">
      <dgm:prSet/>
      <dgm:spPr/>
      <dgm:t>
        <a:bodyPr/>
        <a:lstStyle/>
        <a:p>
          <a:endParaRPr lang="zh-CN" altLang="en-US"/>
        </a:p>
      </dgm:t>
    </dgm:pt>
    <dgm:pt modelId="{564639CB-E5D2-41DE-AE51-B8CD3DB4A95A}" cxnId="{E3742E8F-8253-4C9B-92AB-12E3C5FF4037}" type="sibTrans">
      <dgm:prSet/>
      <dgm:spPr/>
      <dgm:t>
        <a:bodyPr/>
        <a:lstStyle/>
        <a:p>
          <a:endParaRPr lang="zh-CN" altLang="en-US"/>
        </a:p>
      </dgm:t>
    </dgm:pt>
    <dgm:pt modelId="{2C8573B0-55FE-4F0F-A926-A1AA8D368FDC}">
      <dgm:prSet phldrT="[文本]"/>
      <dgm:spPr/>
      <dgm:t>
        <a:bodyPr/>
        <a:lstStyle/>
        <a:p>
          <a:r>
            <a:rPr lang="zh-CN" altLang="en-US" dirty="0" smtClean="0"/>
            <a:t>定密监督的主体、内容、方式</a:t>
          </a:r>
          <a:endParaRPr lang="zh-CN" altLang="en-US" dirty="0"/>
        </a:p>
      </dgm:t>
    </dgm:pt>
    <dgm:pt modelId="{0AD00490-59FA-4074-BCFF-6E9ACA030785}" cxnId="{BCB2CF7D-27E0-4098-A45E-0A510870594E}" type="parTrans">
      <dgm:prSet/>
      <dgm:spPr/>
      <dgm:t>
        <a:bodyPr/>
        <a:lstStyle/>
        <a:p>
          <a:endParaRPr lang="zh-CN" altLang="en-US"/>
        </a:p>
      </dgm:t>
    </dgm:pt>
    <dgm:pt modelId="{2EF28720-68C3-4FB5-B1F5-2F473EC5DF7E}" cxnId="{BCB2CF7D-27E0-4098-A45E-0A510870594E}" type="sibTrans">
      <dgm:prSet/>
      <dgm:spPr/>
      <dgm:t>
        <a:bodyPr/>
        <a:lstStyle/>
        <a:p>
          <a:endParaRPr lang="zh-CN" altLang="en-US"/>
        </a:p>
      </dgm:t>
    </dgm:pt>
    <dgm:pt modelId="{A0E61378-AFB2-4934-9010-8404B05CBA82}" type="pres">
      <dgm:prSet presAssocID="{80287564-F38E-4F9C-9302-9FB3AFF67619}" presName="outerComposite" presStyleCnt="0">
        <dgm:presLayoutVars>
          <dgm:chMax val="5"/>
          <dgm:dir/>
          <dgm:resizeHandles val="exact"/>
        </dgm:presLayoutVars>
      </dgm:prSet>
      <dgm:spPr/>
      <dgm:t>
        <a:bodyPr/>
        <a:lstStyle/>
        <a:p>
          <a:endParaRPr lang="zh-CN" altLang="en-US"/>
        </a:p>
      </dgm:t>
    </dgm:pt>
    <dgm:pt modelId="{841DE820-56C4-4D04-B3CD-6E1A60BC15AC}" type="pres">
      <dgm:prSet presAssocID="{80287564-F38E-4F9C-9302-9FB3AFF67619}" presName="dummyMaxCanvas" presStyleCnt="0">
        <dgm:presLayoutVars/>
      </dgm:prSet>
      <dgm:spPr/>
    </dgm:pt>
    <dgm:pt modelId="{EFB68C7B-FB10-42D5-93E5-9BD584CD9E93}" type="pres">
      <dgm:prSet presAssocID="{80287564-F38E-4F9C-9302-9FB3AFF67619}" presName="ThreeNodes_1" presStyleLbl="node1" presStyleIdx="0" presStyleCnt="3">
        <dgm:presLayoutVars>
          <dgm:bulletEnabled val="1"/>
        </dgm:presLayoutVars>
      </dgm:prSet>
      <dgm:spPr/>
      <dgm:t>
        <a:bodyPr/>
        <a:lstStyle/>
        <a:p>
          <a:endParaRPr lang="zh-CN" altLang="en-US"/>
        </a:p>
      </dgm:t>
    </dgm:pt>
    <dgm:pt modelId="{0827541F-79AF-420D-A7B1-13772D22539E}" type="pres">
      <dgm:prSet presAssocID="{80287564-F38E-4F9C-9302-9FB3AFF67619}" presName="ThreeNodes_2" presStyleLbl="node1" presStyleIdx="1" presStyleCnt="3" custScaleX="104167">
        <dgm:presLayoutVars>
          <dgm:bulletEnabled val="1"/>
        </dgm:presLayoutVars>
      </dgm:prSet>
      <dgm:spPr/>
      <dgm:t>
        <a:bodyPr/>
        <a:lstStyle/>
        <a:p>
          <a:endParaRPr lang="zh-CN" altLang="en-US"/>
        </a:p>
      </dgm:t>
    </dgm:pt>
    <dgm:pt modelId="{28582A84-C370-409A-9914-FBD3A44DE95A}" type="pres">
      <dgm:prSet presAssocID="{80287564-F38E-4F9C-9302-9FB3AFF67619}" presName="ThreeNodes_3" presStyleLbl="node1" presStyleIdx="2" presStyleCnt="3">
        <dgm:presLayoutVars>
          <dgm:bulletEnabled val="1"/>
        </dgm:presLayoutVars>
      </dgm:prSet>
      <dgm:spPr/>
      <dgm:t>
        <a:bodyPr/>
        <a:lstStyle/>
        <a:p>
          <a:endParaRPr lang="zh-CN" altLang="en-US"/>
        </a:p>
      </dgm:t>
    </dgm:pt>
    <dgm:pt modelId="{6BF123D6-C876-4862-966D-7EDC245C5122}" type="pres">
      <dgm:prSet presAssocID="{80287564-F38E-4F9C-9302-9FB3AFF67619}" presName="ThreeConn_1-2" presStyleLbl="fgAccFollowNode1" presStyleIdx="0" presStyleCnt="2">
        <dgm:presLayoutVars>
          <dgm:bulletEnabled val="1"/>
        </dgm:presLayoutVars>
      </dgm:prSet>
      <dgm:spPr/>
      <dgm:t>
        <a:bodyPr/>
        <a:lstStyle/>
        <a:p>
          <a:endParaRPr lang="zh-CN" altLang="en-US"/>
        </a:p>
      </dgm:t>
    </dgm:pt>
    <dgm:pt modelId="{864F9DEF-E595-49DE-9EF1-95F679724D65}" type="pres">
      <dgm:prSet presAssocID="{80287564-F38E-4F9C-9302-9FB3AFF67619}" presName="ThreeConn_2-3" presStyleLbl="fgAccFollowNode1" presStyleIdx="1" presStyleCnt="2">
        <dgm:presLayoutVars>
          <dgm:bulletEnabled val="1"/>
        </dgm:presLayoutVars>
      </dgm:prSet>
      <dgm:spPr/>
      <dgm:t>
        <a:bodyPr/>
        <a:lstStyle/>
        <a:p>
          <a:endParaRPr lang="zh-CN" altLang="en-US"/>
        </a:p>
      </dgm:t>
    </dgm:pt>
    <dgm:pt modelId="{9C5D5B6E-7F79-4ECE-BBDF-652B13E5D8B1}" type="pres">
      <dgm:prSet presAssocID="{80287564-F38E-4F9C-9302-9FB3AFF67619}" presName="ThreeNodes_1_text" presStyleLbl="node1" presStyleIdx="2" presStyleCnt="3">
        <dgm:presLayoutVars>
          <dgm:bulletEnabled val="1"/>
        </dgm:presLayoutVars>
      </dgm:prSet>
      <dgm:spPr/>
      <dgm:t>
        <a:bodyPr/>
        <a:lstStyle/>
        <a:p>
          <a:endParaRPr lang="zh-CN" altLang="en-US"/>
        </a:p>
      </dgm:t>
    </dgm:pt>
    <dgm:pt modelId="{B0834C2A-3322-46D1-BAF4-10CB34F9849B}" type="pres">
      <dgm:prSet presAssocID="{80287564-F38E-4F9C-9302-9FB3AFF67619}" presName="ThreeNodes_2_text" presStyleLbl="node1" presStyleIdx="2" presStyleCnt="3">
        <dgm:presLayoutVars>
          <dgm:bulletEnabled val="1"/>
        </dgm:presLayoutVars>
      </dgm:prSet>
      <dgm:spPr/>
      <dgm:t>
        <a:bodyPr/>
        <a:lstStyle/>
        <a:p>
          <a:endParaRPr lang="zh-CN" altLang="en-US"/>
        </a:p>
      </dgm:t>
    </dgm:pt>
    <dgm:pt modelId="{7F39092E-B2FB-4AC7-8DFC-D22180FB8284}" type="pres">
      <dgm:prSet presAssocID="{80287564-F38E-4F9C-9302-9FB3AFF67619}" presName="ThreeNodes_3_text" presStyleLbl="node1" presStyleIdx="2" presStyleCnt="3">
        <dgm:presLayoutVars>
          <dgm:bulletEnabled val="1"/>
        </dgm:presLayoutVars>
      </dgm:prSet>
      <dgm:spPr/>
      <dgm:t>
        <a:bodyPr/>
        <a:lstStyle/>
        <a:p>
          <a:endParaRPr lang="zh-CN" altLang="en-US"/>
        </a:p>
      </dgm:t>
    </dgm:pt>
  </dgm:ptLst>
  <dgm:cxnLst>
    <dgm:cxn modelId="{FCF085A3-D82B-46BF-9101-39B9000EDFF9}" type="presOf" srcId="{BDEC26EA-D5CA-4A40-ACF7-FC28FB4A2F2B}" destId="{6BF123D6-C876-4862-966D-7EDC245C5122}" srcOrd="0" destOrd="0" presId="urn:microsoft.com/office/officeart/2005/8/layout/vProcess5"/>
    <dgm:cxn modelId="{CCF554D2-D1D0-4255-9D62-ECC49BC82829}" srcId="{80287564-F38E-4F9C-9302-9FB3AFF67619}" destId="{AA2B02C4-34B7-41D2-A898-38C34DD28F7F}" srcOrd="0" destOrd="0" parTransId="{D3544279-AF3E-4E82-A99A-1D3D1D1650D1}" sibTransId="{BDEC26EA-D5CA-4A40-ACF7-FC28FB4A2F2B}"/>
    <dgm:cxn modelId="{94E952C7-1C84-4BEA-9FF3-0DD68A9B9E4E}" type="presOf" srcId="{80287564-F38E-4F9C-9302-9FB3AFF67619}" destId="{A0E61378-AFB2-4934-9010-8404B05CBA82}" srcOrd="0" destOrd="0" presId="urn:microsoft.com/office/officeart/2005/8/layout/vProcess5"/>
    <dgm:cxn modelId="{3A26EE7E-B31F-4326-A5F4-EEE1C20359BB}" type="presOf" srcId="{41E178F2-8F77-48AA-8268-422B2AF9F596}" destId="{0827541F-79AF-420D-A7B1-13772D22539E}" srcOrd="0" destOrd="0" presId="urn:microsoft.com/office/officeart/2005/8/layout/vProcess5"/>
    <dgm:cxn modelId="{B92122E5-A0B5-4D7C-890F-24577CE9F076}" type="presOf" srcId="{564639CB-E5D2-41DE-AE51-B8CD3DB4A95A}" destId="{864F9DEF-E595-49DE-9EF1-95F679724D65}" srcOrd="0" destOrd="0" presId="urn:microsoft.com/office/officeart/2005/8/layout/vProcess5"/>
    <dgm:cxn modelId="{BCB2CF7D-27E0-4098-A45E-0A510870594E}" srcId="{80287564-F38E-4F9C-9302-9FB3AFF67619}" destId="{2C8573B0-55FE-4F0F-A926-A1AA8D368FDC}" srcOrd="2" destOrd="0" parTransId="{0AD00490-59FA-4074-BCFF-6E9ACA030785}" sibTransId="{2EF28720-68C3-4FB5-B1F5-2F473EC5DF7E}"/>
    <dgm:cxn modelId="{497A2CBA-5EEE-4240-AC22-7DD72BFB12A2}" type="presOf" srcId="{41E178F2-8F77-48AA-8268-422B2AF9F596}" destId="{B0834C2A-3322-46D1-BAF4-10CB34F9849B}" srcOrd="1" destOrd="0" presId="urn:microsoft.com/office/officeart/2005/8/layout/vProcess5"/>
    <dgm:cxn modelId="{BF0D98EF-5A50-44ED-8370-D43978C93C99}" type="presOf" srcId="{AA2B02C4-34B7-41D2-A898-38C34DD28F7F}" destId="{9C5D5B6E-7F79-4ECE-BBDF-652B13E5D8B1}" srcOrd="1" destOrd="0" presId="urn:microsoft.com/office/officeart/2005/8/layout/vProcess5"/>
    <dgm:cxn modelId="{C82E0CAF-F193-4B50-A35B-006ADFD31E60}" type="presOf" srcId="{2C8573B0-55FE-4F0F-A926-A1AA8D368FDC}" destId="{7F39092E-B2FB-4AC7-8DFC-D22180FB8284}" srcOrd="1" destOrd="0" presId="urn:microsoft.com/office/officeart/2005/8/layout/vProcess5"/>
    <dgm:cxn modelId="{01CB0B72-EEA2-46D8-8B51-76AF88D30D9F}" type="presOf" srcId="{2C8573B0-55FE-4F0F-A926-A1AA8D368FDC}" destId="{28582A84-C370-409A-9914-FBD3A44DE95A}" srcOrd="0" destOrd="0" presId="urn:microsoft.com/office/officeart/2005/8/layout/vProcess5"/>
    <dgm:cxn modelId="{98B3E561-A09B-4C5B-A764-37B1E9F00DBA}" type="presOf" srcId="{AA2B02C4-34B7-41D2-A898-38C34DD28F7F}" destId="{EFB68C7B-FB10-42D5-93E5-9BD584CD9E93}" srcOrd="0" destOrd="0" presId="urn:microsoft.com/office/officeart/2005/8/layout/vProcess5"/>
    <dgm:cxn modelId="{E3742E8F-8253-4C9B-92AB-12E3C5FF4037}" srcId="{80287564-F38E-4F9C-9302-9FB3AFF67619}" destId="{41E178F2-8F77-48AA-8268-422B2AF9F596}" srcOrd="1" destOrd="0" parTransId="{E109DC9C-CDE8-43B6-A9C6-0970A0061CBF}" sibTransId="{564639CB-E5D2-41DE-AE51-B8CD3DB4A95A}"/>
    <dgm:cxn modelId="{DEE5AF07-7185-42A9-8234-C1DF3167BF79}" type="presParOf" srcId="{A0E61378-AFB2-4934-9010-8404B05CBA82}" destId="{841DE820-56C4-4D04-B3CD-6E1A60BC15AC}" srcOrd="0" destOrd="0" presId="urn:microsoft.com/office/officeart/2005/8/layout/vProcess5"/>
    <dgm:cxn modelId="{2AFF1A15-42BD-4CC6-8BDB-2C878538D9FD}" type="presParOf" srcId="{A0E61378-AFB2-4934-9010-8404B05CBA82}" destId="{EFB68C7B-FB10-42D5-93E5-9BD584CD9E93}" srcOrd="1" destOrd="0" presId="urn:microsoft.com/office/officeart/2005/8/layout/vProcess5"/>
    <dgm:cxn modelId="{6A7D92C2-E861-440D-B87C-D283245D4DCF}" type="presParOf" srcId="{A0E61378-AFB2-4934-9010-8404B05CBA82}" destId="{0827541F-79AF-420D-A7B1-13772D22539E}" srcOrd="2" destOrd="0" presId="urn:microsoft.com/office/officeart/2005/8/layout/vProcess5"/>
    <dgm:cxn modelId="{C3BD71B2-17AB-440A-A7B3-9D4EB16D1358}" type="presParOf" srcId="{A0E61378-AFB2-4934-9010-8404B05CBA82}" destId="{28582A84-C370-409A-9914-FBD3A44DE95A}" srcOrd="3" destOrd="0" presId="urn:microsoft.com/office/officeart/2005/8/layout/vProcess5"/>
    <dgm:cxn modelId="{8A131A57-4C38-4827-B17A-909CED2E46F9}" type="presParOf" srcId="{A0E61378-AFB2-4934-9010-8404B05CBA82}" destId="{6BF123D6-C876-4862-966D-7EDC245C5122}" srcOrd="4" destOrd="0" presId="urn:microsoft.com/office/officeart/2005/8/layout/vProcess5"/>
    <dgm:cxn modelId="{FAD22DF4-8ECF-413A-A40C-C4851075C1AA}" type="presParOf" srcId="{A0E61378-AFB2-4934-9010-8404B05CBA82}" destId="{864F9DEF-E595-49DE-9EF1-95F679724D65}" srcOrd="5" destOrd="0" presId="urn:microsoft.com/office/officeart/2005/8/layout/vProcess5"/>
    <dgm:cxn modelId="{C38AB4CA-9D44-413B-943D-D7A3648A3680}" type="presParOf" srcId="{A0E61378-AFB2-4934-9010-8404B05CBA82}" destId="{9C5D5B6E-7F79-4ECE-BBDF-652B13E5D8B1}" srcOrd="6" destOrd="0" presId="urn:microsoft.com/office/officeart/2005/8/layout/vProcess5"/>
    <dgm:cxn modelId="{A467959E-B2CE-49EF-A78B-3A4E9E590360}" type="presParOf" srcId="{A0E61378-AFB2-4934-9010-8404B05CBA82}" destId="{B0834C2A-3322-46D1-BAF4-10CB34F9849B}" srcOrd="7" destOrd="0" presId="urn:microsoft.com/office/officeart/2005/8/layout/vProcess5"/>
    <dgm:cxn modelId="{F8A5E925-E8A3-4BE9-B3C6-01EEB1978B6B}" type="presParOf" srcId="{A0E61378-AFB2-4934-9010-8404B05CBA82}" destId="{7F39092E-B2FB-4AC7-8DFC-D22180FB8284}" srcOrd="8" destOrd="0" presId="urn:microsoft.com/office/officeart/2005/8/layout/vProcess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C84F79-0B05-E749-B3F8-393BB1243285}" type="doc">
      <dgm:prSet loTypeId="urn:microsoft.com/office/officeart/2005/8/layout/vList2" loCatId="" qsTypeId="urn:microsoft.com/office/officeart/2005/8/quickstyle/simple4" qsCatId="simple" csTypeId="urn:microsoft.com/office/officeart/2005/8/colors/accent1_2" csCatId="accent1" phldr="1"/>
      <dgm:spPr/>
      <dgm:t>
        <a:bodyPr/>
        <a:lstStyle/>
        <a:p>
          <a:endParaRPr lang="zh-CN" altLang="en-US"/>
        </a:p>
      </dgm:t>
    </dgm:pt>
    <dgm:pt modelId="{7C306D4A-4519-F24C-919A-91F1A98AEEDB}">
      <dgm:prSet phldrT="[文本]"/>
      <dgm:spPr/>
      <dgm:t>
        <a:bodyPr/>
        <a:lstStyle/>
        <a:p>
          <a:r>
            <a:rPr lang="zh-CN" altLang="en-US" dirty="0" smtClean="0"/>
            <a:t>权限不当</a:t>
          </a:r>
          <a:endParaRPr lang="zh-CN" altLang="en-US" dirty="0"/>
        </a:p>
      </dgm:t>
    </dgm:pt>
    <dgm:pt modelId="{AAFFFB10-EBF4-AF47-869E-B7AD69AE7F98}" cxnId="{1B29AF08-93C5-6C41-A264-D39E0518FEA9}" type="parTrans">
      <dgm:prSet/>
      <dgm:spPr/>
      <dgm:t>
        <a:bodyPr/>
        <a:lstStyle/>
        <a:p>
          <a:endParaRPr lang="zh-CN" altLang="en-US"/>
        </a:p>
      </dgm:t>
    </dgm:pt>
    <dgm:pt modelId="{E0C3E196-4455-594A-A567-AF6AA2178D37}" cxnId="{1B29AF08-93C5-6C41-A264-D39E0518FEA9}" type="sibTrans">
      <dgm:prSet/>
      <dgm:spPr/>
      <dgm:t>
        <a:bodyPr/>
        <a:lstStyle/>
        <a:p>
          <a:endParaRPr lang="zh-CN" altLang="en-US"/>
        </a:p>
      </dgm:t>
    </dgm:pt>
    <dgm:pt modelId="{5A044E3E-23F6-E94B-805A-6089B908A823}">
      <dgm:prSet phldrT="[文本]"/>
      <dgm:spPr/>
      <dgm:t>
        <a:bodyPr/>
        <a:lstStyle/>
        <a:p>
          <a:r>
            <a:rPr lang="zh-CN" altLang="en-US" dirty="0" smtClean="0"/>
            <a:t>没有定密权的机关、单位定密，或者有定密权的机关、单位超出权限范围定密</a:t>
          </a:r>
          <a:endParaRPr lang="zh-CN" altLang="en-US" dirty="0"/>
        </a:p>
      </dgm:t>
    </dgm:pt>
    <dgm:pt modelId="{ACB81522-AD6F-9044-80A2-CD64669FF21E}" cxnId="{1E57202C-7507-9145-94EC-41E3D4337DBC}" type="parTrans">
      <dgm:prSet/>
      <dgm:spPr/>
      <dgm:t>
        <a:bodyPr/>
        <a:lstStyle/>
        <a:p>
          <a:endParaRPr lang="zh-CN" altLang="en-US"/>
        </a:p>
      </dgm:t>
    </dgm:pt>
    <dgm:pt modelId="{8A05CB59-9244-0E4F-A55A-69BFEB171F14}" cxnId="{1E57202C-7507-9145-94EC-41E3D4337DBC}" type="sibTrans">
      <dgm:prSet/>
      <dgm:spPr/>
      <dgm:t>
        <a:bodyPr/>
        <a:lstStyle/>
        <a:p>
          <a:endParaRPr lang="zh-CN" altLang="en-US"/>
        </a:p>
      </dgm:t>
    </dgm:pt>
    <dgm:pt modelId="{176B2788-0E1A-E543-9F1C-EF6DE08A447E}">
      <dgm:prSet phldrT="[文本]"/>
      <dgm:spPr/>
      <dgm:t>
        <a:bodyPr/>
        <a:lstStyle/>
        <a:p>
          <a:r>
            <a:rPr lang="zh-CN" altLang="en-US" dirty="0" smtClean="0"/>
            <a:t>标志不当</a:t>
          </a:r>
          <a:endParaRPr lang="zh-CN" altLang="en-US" dirty="0"/>
        </a:p>
      </dgm:t>
    </dgm:pt>
    <dgm:pt modelId="{625A4033-D6C0-344F-92B1-6A40CE409BBE}" cxnId="{099F5B15-615A-784C-BCB8-B863A8EA9AA0}" type="parTrans">
      <dgm:prSet/>
      <dgm:spPr/>
      <dgm:t>
        <a:bodyPr/>
        <a:lstStyle/>
        <a:p>
          <a:endParaRPr lang="zh-CN" altLang="en-US"/>
        </a:p>
      </dgm:t>
    </dgm:pt>
    <dgm:pt modelId="{679183C8-30FF-0C4C-9B98-CDEFD8548308}" cxnId="{099F5B15-615A-784C-BCB8-B863A8EA9AA0}" type="sibTrans">
      <dgm:prSet/>
      <dgm:spPr/>
      <dgm:t>
        <a:bodyPr/>
        <a:lstStyle/>
        <a:p>
          <a:endParaRPr lang="zh-CN" altLang="en-US"/>
        </a:p>
      </dgm:t>
    </dgm:pt>
    <dgm:pt modelId="{B34A4FC4-9E28-E243-B6F0-24E2099B7E83}">
      <dgm:prSet phldrT="[文本]"/>
      <dgm:spPr/>
      <dgm:t>
        <a:bodyPr/>
        <a:lstStyle/>
        <a:p>
          <a:r>
            <a:rPr lang="zh-CN" altLang="en-US" dirty="0" smtClean="0"/>
            <a:t>国家秘密标志不完整、不规范</a:t>
          </a:r>
          <a:endParaRPr lang="zh-CN" altLang="en-US" dirty="0"/>
        </a:p>
      </dgm:t>
    </dgm:pt>
    <dgm:pt modelId="{A5333323-E371-CA41-9B92-4F8ECF0C0895}" cxnId="{495F6C16-DF27-8A46-8832-64E958975F3C}" type="parTrans">
      <dgm:prSet/>
      <dgm:spPr/>
      <dgm:t>
        <a:bodyPr/>
        <a:lstStyle/>
        <a:p>
          <a:endParaRPr lang="zh-CN" altLang="en-US"/>
        </a:p>
      </dgm:t>
    </dgm:pt>
    <dgm:pt modelId="{B3F47509-566A-094A-BEF9-063BDF609EC0}" cxnId="{495F6C16-DF27-8A46-8832-64E958975F3C}" type="sibTrans">
      <dgm:prSet/>
      <dgm:spPr/>
      <dgm:t>
        <a:bodyPr/>
        <a:lstStyle/>
        <a:p>
          <a:endParaRPr lang="zh-CN" altLang="en-US"/>
        </a:p>
      </dgm:t>
    </dgm:pt>
    <dgm:pt modelId="{B1EB548B-B873-C34A-982F-3C6876D8379A}">
      <dgm:prSet/>
      <dgm:spPr/>
      <dgm:t>
        <a:bodyPr/>
        <a:lstStyle/>
        <a:p>
          <a:r>
            <a:rPr lang="zh-CN" altLang="en-US" dirty="0" smtClean="0"/>
            <a:t>依据不当</a:t>
          </a:r>
          <a:endParaRPr lang="zh-CN" altLang="en-US" dirty="0"/>
        </a:p>
      </dgm:t>
    </dgm:pt>
    <dgm:pt modelId="{E64EE692-829D-764C-AC8C-CE6B458D5B12}" cxnId="{A717DDC2-D3E6-0C41-91F3-0E7DDA5AD4DC}" type="parTrans">
      <dgm:prSet/>
      <dgm:spPr/>
      <dgm:t>
        <a:bodyPr/>
        <a:lstStyle/>
        <a:p>
          <a:endParaRPr lang="zh-CN" altLang="en-US"/>
        </a:p>
      </dgm:t>
    </dgm:pt>
    <dgm:pt modelId="{869AD53C-1A42-0947-91A1-94FDB3B9DB13}" cxnId="{A717DDC2-D3E6-0C41-91F3-0E7DDA5AD4DC}" type="sibTrans">
      <dgm:prSet/>
      <dgm:spPr/>
      <dgm:t>
        <a:bodyPr/>
        <a:lstStyle/>
        <a:p>
          <a:endParaRPr lang="zh-CN" altLang="en-US"/>
        </a:p>
      </dgm:t>
    </dgm:pt>
    <dgm:pt modelId="{8086823A-24A5-4540-88EC-8266044FCC40}">
      <dgm:prSet/>
      <dgm:spPr/>
      <dgm:t>
        <a:bodyPr/>
        <a:lstStyle/>
        <a:p>
          <a:r>
            <a:rPr lang="zh-CN" altLang="en-US" dirty="0" smtClean="0"/>
            <a:t>内容不当</a:t>
          </a:r>
          <a:endParaRPr lang="zh-CN" altLang="en-US" dirty="0"/>
        </a:p>
      </dgm:t>
    </dgm:pt>
    <dgm:pt modelId="{68223842-19EC-064F-B341-4FC5182C0B6E}" cxnId="{BC279965-D7A1-E946-B8EF-5C9D980BBAD1}" type="parTrans">
      <dgm:prSet/>
      <dgm:spPr/>
      <dgm:t>
        <a:bodyPr/>
        <a:lstStyle/>
        <a:p>
          <a:endParaRPr lang="zh-CN" altLang="en-US"/>
        </a:p>
      </dgm:t>
    </dgm:pt>
    <dgm:pt modelId="{D3B266C7-E987-EA4F-A0F9-F8F4DDE9C73E}" cxnId="{BC279965-D7A1-E946-B8EF-5C9D980BBAD1}" type="sibTrans">
      <dgm:prSet/>
      <dgm:spPr/>
      <dgm:t>
        <a:bodyPr/>
        <a:lstStyle/>
        <a:p>
          <a:endParaRPr lang="zh-CN" altLang="en-US"/>
        </a:p>
      </dgm:t>
    </dgm:pt>
    <dgm:pt modelId="{BEE2E88E-66FC-EF43-B3A2-A628BBDA8399}">
      <dgm:prSet/>
      <dgm:spPr/>
      <dgm:t>
        <a:bodyPr/>
        <a:lstStyle/>
        <a:p>
          <a:r>
            <a:rPr lang="zh-CN" altLang="en-US" dirty="0" smtClean="0"/>
            <a:t>在确定密级时未同时确定保密期限和知悉范围</a:t>
          </a:r>
          <a:endParaRPr lang="zh-CN" altLang="en-US" dirty="0"/>
        </a:p>
      </dgm:t>
    </dgm:pt>
    <dgm:pt modelId="{5C557778-97A2-D949-8FC4-209BDAE1D301}" cxnId="{70126715-9304-924E-B2D1-8A2AF170D760}" type="parTrans">
      <dgm:prSet/>
      <dgm:spPr/>
      <dgm:t>
        <a:bodyPr/>
        <a:lstStyle/>
        <a:p>
          <a:endParaRPr lang="zh-CN" altLang="en-US"/>
        </a:p>
      </dgm:t>
    </dgm:pt>
    <dgm:pt modelId="{E986FD2B-6493-5C41-9F87-237BC1A8C798}" cxnId="{70126715-9304-924E-B2D1-8A2AF170D760}" type="sibTrans">
      <dgm:prSet/>
      <dgm:spPr/>
      <dgm:t>
        <a:bodyPr/>
        <a:lstStyle/>
        <a:p>
          <a:endParaRPr lang="zh-CN" altLang="en-US"/>
        </a:p>
      </dgm:t>
    </dgm:pt>
    <dgm:pt modelId="{9A2542A3-1A19-1D48-AADA-598C4336A64C}">
      <dgm:prSet/>
      <dgm:spPr/>
      <dgm:t>
        <a:bodyPr/>
        <a:lstStyle/>
        <a:p>
          <a:r>
            <a:rPr lang="zh-CN" altLang="en-US" dirty="0" smtClean="0"/>
            <a:t>程序不当</a:t>
          </a:r>
          <a:endParaRPr lang="zh-CN" altLang="en-US" dirty="0"/>
        </a:p>
      </dgm:t>
    </dgm:pt>
    <dgm:pt modelId="{C6996521-12F7-5A4C-BC27-F66193B99880}" cxnId="{AE382556-8E58-4A43-9529-6E8AFFEC1122}" type="parTrans">
      <dgm:prSet/>
      <dgm:spPr/>
      <dgm:t>
        <a:bodyPr/>
        <a:lstStyle/>
        <a:p>
          <a:endParaRPr lang="zh-CN" altLang="en-US"/>
        </a:p>
      </dgm:t>
    </dgm:pt>
    <dgm:pt modelId="{79A1F558-1351-A840-BC73-EF25242446B6}" cxnId="{AE382556-8E58-4A43-9529-6E8AFFEC1122}" type="sibTrans">
      <dgm:prSet/>
      <dgm:spPr/>
      <dgm:t>
        <a:bodyPr/>
        <a:lstStyle/>
        <a:p>
          <a:endParaRPr lang="zh-CN" altLang="en-US"/>
        </a:p>
      </dgm:t>
    </dgm:pt>
    <dgm:pt modelId="{98353786-5E72-8940-8CB8-5A8ABB9EAB1D}">
      <dgm:prSet/>
      <dgm:spPr/>
      <dgm:t>
        <a:bodyPr/>
        <a:lstStyle/>
        <a:p>
          <a:r>
            <a:rPr lang="zh-CN" altLang="en-US" dirty="0" smtClean="0"/>
            <a:t>未按照保密法律法规规定的定密程序定密，如定密未经定密责任人审核批准，密级、保密期限、知悉范围变更后未及时书面通知</a:t>
          </a:r>
          <a:endParaRPr lang="zh-CN" altLang="en-US" dirty="0"/>
        </a:p>
      </dgm:t>
    </dgm:pt>
    <dgm:pt modelId="{BD41B12B-9AD6-CA46-9DC3-E92595B2DB2B}" cxnId="{A5AB6275-AC75-114C-8276-3603D7ACC4BE}" type="parTrans">
      <dgm:prSet/>
      <dgm:spPr/>
      <dgm:t>
        <a:bodyPr/>
        <a:lstStyle/>
        <a:p>
          <a:endParaRPr lang="zh-CN" altLang="en-US"/>
        </a:p>
      </dgm:t>
    </dgm:pt>
    <dgm:pt modelId="{FAB08561-A505-C943-A8F3-2F4EC0EF0D6F}" cxnId="{A5AB6275-AC75-114C-8276-3603D7ACC4BE}" type="sibTrans">
      <dgm:prSet/>
      <dgm:spPr/>
      <dgm:t>
        <a:bodyPr/>
        <a:lstStyle/>
        <a:p>
          <a:endParaRPr lang="zh-CN" altLang="en-US"/>
        </a:p>
      </dgm:t>
    </dgm:pt>
    <dgm:pt modelId="{00A86F18-532B-F84C-A303-3174B8B2AEF3}">
      <dgm:prSet/>
      <dgm:spPr/>
      <dgm:t>
        <a:bodyPr/>
        <a:lstStyle/>
        <a:p>
          <a:r>
            <a:rPr lang="zh-CN" altLang="en-US" dirty="0" smtClean="0"/>
            <a:t>未按照有关保密事项范围定密，如保密事项范围明确规定应当定密而没有定密，或者与保密事项范围规定的密级、保密期限明显不符</a:t>
          </a:r>
          <a:endParaRPr lang="zh-CN" altLang="en-US" dirty="0"/>
        </a:p>
      </dgm:t>
    </dgm:pt>
    <dgm:pt modelId="{6BB7F4E0-54B6-1949-9643-86D207A6E759}" cxnId="{58DD6EB1-7A57-414A-A6B8-E1A7F6BBB4FE}" type="parTrans">
      <dgm:prSet/>
      <dgm:spPr/>
      <dgm:t>
        <a:bodyPr/>
        <a:lstStyle/>
        <a:p>
          <a:endParaRPr lang="zh-CN" altLang="en-US"/>
        </a:p>
      </dgm:t>
    </dgm:pt>
    <dgm:pt modelId="{1878C1F6-AFAC-9C4E-9EC6-5D9FE7DB29C6}" cxnId="{58DD6EB1-7A57-414A-A6B8-E1A7F6BBB4FE}" type="sibTrans">
      <dgm:prSet/>
      <dgm:spPr/>
      <dgm:t>
        <a:bodyPr/>
        <a:lstStyle/>
        <a:p>
          <a:endParaRPr lang="zh-CN" altLang="en-US"/>
        </a:p>
      </dgm:t>
    </dgm:pt>
    <dgm:pt modelId="{1A0F1ADB-889C-0645-9677-1475839BFAA3}" type="pres">
      <dgm:prSet presAssocID="{79C84F79-0B05-E749-B3F8-393BB1243285}" presName="linear" presStyleCnt="0">
        <dgm:presLayoutVars>
          <dgm:animLvl val="lvl"/>
          <dgm:resizeHandles val="exact"/>
        </dgm:presLayoutVars>
      </dgm:prSet>
      <dgm:spPr/>
    </dgm:pt>
    <dgm:pt modelId="{74CA9973-D832-8D47-986A-AFE8F31D0557}" type="pres">
      <dgm:prSet presAssocID="{7C306D4A-4519-F24C-919A-91F1A98AEEDB}" presName="parentText" presStyleLbl="node1" presStyleIdx="0" presStyleCnt="5">
        <dgm:presLayoutVars>
          <dgm:chMax val="0"/>
          <dgm:bulletEnabled val="1"/>
        </dgm:presLayoutVars>
      </dgm:prSet>
      <dgm:spPr/>
      <dgm:t>
        <a:bodyPr/>
        <a:lstStyle/>
        <a:p>
          <a:endParaRPr lang="zh-CN" altLang="en-US"/>
        </a:p>
      </dgm:t>
    </dgm:pt>
    <dgm:pt modelId="{E4C80DE9-FBF0-4543-8603-72B7E7551BB9}" type="pres">
      <dgm:prSet presAssocID="{7C306D4A-4519-F24C-919A-91F1A98AEEDB}" presName="childText" presStyleLbl="revTx" presStyleIdx="0" presStyleCnt="5">
        <dgm:presLayoutVars>
          <dgm:bulletEnabled val="1"/>
        </dgm:presLayoutVars>
      </dgm:prSet>
      <dgm:spPr/>
      <dgm:t>
        <a:bodyPr/>
        <a:lstStyle/>
        <a:p>
          <a:endParaRPr lang="zh-CN" altLang="en-US"/>
        </a:p>
      </dgm:t>
    </dgm:pt>
    <dgm:pt modelId="{0E22D6CF-5977-9940-8770-8AE385A8C6F8}" type="pres">
      <dgm:prSet presAssocID="{B1EB548B-B873-C34A-982F-3C6876D8379A}" presName="parentText" presStyleLbl="node1" presStyleIdx="1" presStyleCnt="5">
        <dgm:presLayoutVars>
          <dgm:chMax val="0"/>
          <dgm:bulletEnabled val="1"/>
        </dgm:presLayoutVars>
      </dgm:prSet>
      <dgm:spPr/>
      <dgm:t>
        <a:bodyPr/>
        <a:lstStyle/>
        <a:p>
          <a:endParaRPr lang="zh-CN" altLang="en-US"/>
        </a:p>
      </dgm:t>
    </dgm:pt>
    <dgm:pt modelId="{360659EA-39A4-234A-A5C7-386B09A77019}" type="pres">
      <dgm:prSet presAssocID="{B1EB548B-B873-C34A-982F-3C6876D8379A}" presName="childText" presStyleLbl="revTx" presStyleIdx="1" presStyleCnt="5">
        <dgm:presLayoutVars>
          <dgm:bulletEnabled val="1"/>
        </dgm:presLayoutVars>
      </dgm:prSet>
      <dgm:spPr/>
      <dgm:t>
        <a:bodyPr/>
        <a:lstStyle/>
        <a:p>
          <a:endParaRPr lang="zh-CN" altLang="en-US"/>
        </a:p>
      </dgm:t>
    </dgm:pt>
    <dgm:pt modelId="{293DB2D2-428C-B04D-96CA-1360571C97F3}" type="pres">
      <dgm:prSet presAssocID="{9A2542A3-1A19-1D48-AADA-598C4336A64C}" presName="parentText" presStyleLbl="node1" presStyleIdx="2" presStyleCnt="5">
        <dgm:presLayoutVars>
          <dgm:chMax val="0"/>
          <dgm:bulletEnabled val="1"/>
        </dgm:presLayoutVars>
      </dgm:prSet>
      <dgm:spPr/>
      <dgm:t>
        <a:bodyPr/>
        <a:lstStyle/>
        <a:p>
          <a:endParaRPr lang="zh-CN" altLang="en-US"/>
        </a:p>
      </dgm:t>
    </dgm:pt>
    <dgm:pt modelId="{CB3FB5ED-8EEA-1D4B-9F93-710F856BB0FD}" type="pres">
      <dgm:prSet presAssocID="{9A2542A3-1A19-1D48-AADA-598C4336A64C}" presName="childText" presStyleLbl="revTx" presStyleIdx="2" presStyleCnt="5">
        <dgm:presLayoutVars>
          <dgm:bulletEnabled val="1"/>
        </dgm:presLayoutVars>
      </dgm:prSet>
      <dgm:spPr/>
      <dgm:t>
        <a:bodyPr/>
        <a:lstStyle/>
        <a:p>
          <a:endParaRPr lang="zh-CN" altLang="en-US"/>
        </a:p>
      </dgm:t>
    </dgm:pt>
    <dgm:pt modelId="{B0022235-0392-E64F-965A-14A51AA1C9B9}" type="pres">
      <dgm:prSet presAssocID="{8086823A-24A5-4540-88EC-8266044FCC40}" presName="parentText" presStyleLbl="node1" presStyleIdx="3" presStyleCnt="5">
        <dgm:presLayoutVars>
          <dgm:chMax val="0"/>
          <dgm:bulletEnabled val="1"/>
        </dgm:presLayoutVars>
      </dgm:prSet>
      <dgm:spPr/>
      <dgm:t>
        <a:bodyPr/>
        <a:lstStyle/>
        <a:p>
          <a:endParaRPr lang="zh-CN" altLang="en-US"/>
        </a:p>
      </dgm:t>
    </dgm:pt>
    <dgm:pt modelId="{A1E7AACF-2897-F44E-A422-D6CA407F0CC1}" type="pres">
      <dgm:prSet presAssocID="{8086823A-24A5-4540-88EC-8266044FCC40}" presName="childText" presStyleLbl="revTx" presStyleIdx="3" presStyleCnt="5">
        <dgm:presLayoutVars>
          <dgm:bulletEnabled val="1"/>
        </dgm:presLayoutVars>
      </dgm:prSet>
      <dgm:spPr/>
      <dgm:t>
        <a:bodyPr/>
        <a:lstStyle/>
        <a:p>
          <a:endParaRPr lang="zh-CN" altLang="en-US"/>
        </a:p>
      </dgm:t>
    </dgm:pt>
    <dgm:pt modelId="{92EDC9BD-D4CC-D847-AA55-D7D3478CA296}" type="pres">
      <dgm:prSet presAssocID="{176B2788-0E1A-E543-9F1C-EF6DE08A447E}" presName="parentText" presStyleLbl="node1" presStyleIdx="4" presStyleCnt="5">
        <dgm:presLayoutVars>
          <dgm:chMax val="0"/>
          <dgm:bulletEnabled val="1"/>
        </dgm:presLayoutVars>
      </dgm:prSet>
      <dgm:spPr/>
      <dgm:t>
        <a:bodyPr/>
        <a:lstStyle/>
        <a:p>
          <a:endParaRPr lang="zh-CN" altLang="en-US"/>
        </a:p>
      </dgm:t>
    </dgm:pt>
    <dgm:pt modelId="{09BFD811-5811-7747-B76C-E9DA460D174E}" type="pres">
      <dgm:prSet presAssocID="{176B2788-0E1A-E543-9F1C-EF6DE08A447E}" presName="childText" presStyleLbl="revTx" presStyleIdx="4" presStyleCnt="5">
        <dgm:presLayoutVars>
          <dgm:bulletEnabled val="1"/>
        </dgm:presLayoutVars>
      </dgm:prSet>
      <dgm:spPr/>
      <dgm:t>
        <a:bodyPr/>
        <a:lstStyle/>
        <a:p>
          <a:endParaRPr lang="zh-CN" altLang="en-US"/>
        </a:p>
      </dgm:t>
    </dgm:pt>
  </dgm:ptLst>
  <dgm:cxnLst>
    <dgm:cxn modelId="{58DD6EB1-7A57-414A-A6B8-E1A7F6BBB4FE}" srcId="{B1EB548B-B873-C34A-982F-3C6876D8379A}" destId="{00A86F18-532B-F84C-A303-3174B8B2AEF3}" srcOrd="0" destOrd="0" parTransId="{6BB7F4E0-54B6-1949-9643-86D207A6E759}" sibTransId="{1878C1F6-AFAC-9C4E-9EC6-5D9FE7DB29C6}"/>
    <dgm:cxn modelId="{848C63BA-39FE-2A49-BE48-0F987C3A69C3}" type="presOf" srcId="{7C306D4A-4519-F24C-919A-91F1A98AEEDB}" destId="{74CA9973-D832-8D47-986A-AFE8F31D0557}" srcOrd="0" destOrd="0" presId="urn:microsoft.com/office/officeart/2005/8/layout/vList2"/>
    <dgm:cxn modelId="{099F5B15-615A-784C-BCB8-B863A8EA9AA0}" srcId="{79C84F79-0B05-E749-B3F8-393BB1243285}" destId="{176B2788-0E1A-E543-9F1C-EF6DE08A447E}" srcOrd="4" destOrd="0" parTransId="{625A4033-D6C0-344F-92B1-6A40CE409BBE}" sibTransId="{679183C8-30FF-0C4C-9B98-CDEFD8548308}"/>
    <dgm:cxn modelId="{495F6C16-DF27-8A46-8832-64E958975F3C}" srcId="{176B2788-0E1A-E543-9F1C-EF6DE08A447E}" destId="{B34A4FC4-9E28-E243-B6F0-24E2099B7E83}" srcOrd="0" destOrd="0" parTransId="{A5333323-E371-CA41-9B92-4F8ECF0C0895}" sibTransId="{B3F47509-566A-094A-BEF9-063BDF609EC0}"/>
    <dgm:cxn modelId="{0BA3B74C-5CA8-AD42-BCA4-0C7E93414954}" type="presOf" srcId="{00A86F18-532B-F84C-A303-3174B8B2AEF3}" destId="{360659EA-39A4-234A-A5C7-386B09A77019}" srcOrd="0" destOrd="0" presId="urn:microsoft.com/office/officeart/2005/8/layout/vList2"/>
    <dgm:cxn modelId="{8CD7D7C7-D868-D147-A369-2F05ADF98B28}" type="presOf" srcId="{5A044E3E-23F6-E94B-805A-6089B908A823}" destId="{E4C80DE9-FBF0-4543-8603-72B7E7551BB9}" srcOrd="0" destOrd="0" presId="urn:microsoft.com/office/officeart/2005/8/layout/vList2"/>
    <dgm:cxn modelId="{8E961D39-47EE-FB43-BA59-73C7B4FAD564}" type="presOf" srcId="{8086823A-24A5-4540-88EC-8266044FCC40}" destId="{B0022235-0392-E64F-965A-14A51AA1C9B9}" srcOrd="0" destOrd="0" presId="urn:microsoft.com/office/officeart/2005/8/layout/vList2"/>
    <dgm:cxn modelId="{A717DDC2-D3E6-0C41-91F3-0E7DDA5AD4DC}" srcId="{79C84F79-0B05-E749-B3F8-393BB1243285}" destId="{B1EB548B-B873-C34A-982F-3C6876D8379A}" srcOrd="1" destOrd="0" parTransId="{E64EE692-829D-764C-AC8C-CE6B458D5B12}" sibTransId="{869AD53C-1A42-0947-91A1-94FDB3B9DB13}"/>
    <dgm:cxn modelId="{A5AB6275-AC75-114C-8276-3603D7ACC4BE}" srcId="{9A2542A3-1A19-1D48-AADA-598C4336A64C}" destId="{98353786-5E72-8940-8CB8-5A8ABB9EAB1D}" srcOrd="0" destOrd="0" parTransId="{BD41B12B-9AD6-CA46-9DC3-E92595B2DB2B}" sibTransId="{FAB08561-A505-C943-A8F3-2F4EC0EF0D6F}"/>
    <dgm:cxn modelId="{DAA350B4-7F52-524B-AF78-214596A520F5}" type="presOf" srcId="{B34A4FC4-9E28-E243-B6F0-24E2099B7E83}" destId="{09BFD811-5811-7747-B76C-E9DA460D174E}" srcOrd="0" destOrd="0" presId="urn:microsoft.com/office/officeart/2005/8/layout/vList2"/>
    <dgm:cxn modelId="{454BB660-7C71-5343-ABD1-21416AD142E0}" type="presOf" srcId="{9A2542A3-1A19-1D48-AADA-598C4336A64C}" destId="{293DB2D2-428C-B04D-96CA-1360571C97F3}" srcOrd="0" destOrd="0" presId="urn:microsoft.com/office/officeart/2005/8/layout/vList2"/>
    <dgm:cxn modelId="{5ED337B0-7859-7749-8D49-33ECF99A0B2F}" type="presOf" srcId="{79C84F79-0B05-E749-B3F8-393BB1243285}" destId="{1A0F1ADB-889C-0645-9677-1475839BFAA3}" srcOrd="0" destOrd="0" presId="urn:microsoft.com/office/officeart/2005/8/layout/vList2"/>
    <dgm:cxn modelId="{AE382556-8E58-4A43-9529-6E8AFFEC1122}" srcId="{79C84F79-0B05-E749-B3F8-393BB1243285}" destId="{9A2542A3-1A19-1D48-AADA-598C4336A64C}" srcOrd="2" destOrd="0" parTransId="{C6996521-12F7-5A4C-BC27-F66193B99880}" sibTransId="{79A1F558-1351-A840-BC73-EF25242446B6}"/>
    <dgm:cxn modelId="{BC279965-D7A1-E946-B8EF-5C9D980BBAD1}" srcId="{79C84F79-0B05-E749-B3F8-393BB1243285}" destId="{8086823A-24A5-4540-88EC-8266044FCC40}" srcOrd="3" destOrd="0" parTransId="{68223842-19EC-064F-B341-4FC5182C0B6E}" sibTransId="{D3B266C7-E987-EA4F-A0F9-F8F4DDE9C73E}"/>
    <dgm:cxn modelId="{5EBCAA07-C545-4E42-A3E4-B2B9131ACE9D}" type="presOf" srcId="{BEE2E88E-66FC-EF43-B3A2-A628BBDA8399}" destId="{A1E7AACF-2897-F44E-A422-D6CA407F0CC1}" srcOrd="0" destOrd="0" presId="urn:microsoft.com/office/officeart/2005/8/layout/vList2"/>
    <dgm:cxn modelId="{E532A181-0A41-9D46-9767-6E06785BDA94}" type="presOf" srcId="{B1EB548B-B873-C34A-982F-3C6876D8379A}" destId="{0E22D6CF-5977-9940-8770-8AE385A8C6F8}" srcOrd="0" destOrd="0" presId="urn:microsoft.com/office/officeart/2005/8/layout/vList2"/>
    <dgm:cxn modelId="{1B29AF08-93C5-6C41-A264-D39E0518FEA9}" srcId="{79C84F79-0B05-E749-B3F8-393BB1243285}" destId="{7C306D4A-4519-F24C-919A-91F1A98AEEDB}" srcOrd="0" destOrd="0" parTransId="{AAFFFB10-EBF4-AF47-869E-B7AD69AE7F98}" sibTransId="{E0C3E196-4455-594A-A567-AF6AA2178D37}"/>
    <dgm:cxn modelId="{1E57202C-7507-9145-94EC-41E3D4337DBC}" srcId="{7C306D4A-4519-F24C-919A-91F1A98AEEDB}" destId="{5A044E3E-23F6-E94B-805A-6089B908A823}" srcOrd="0" destOrd="0" parTransId="{ACB81522-AD6F-9044-80A2-CD64669FF21E}" sibTransId="{8A05CB59-9244-0E4F-A55A-69BFEB171F14}"/>
    <dgm:cxn modelId="{1C95968B-F071-724B-BE89-C255F2D25570}" type="presOf" srcId="{176B2788-0E1A-E543-9F1C-EF6DE08A447E}" destId="{92EDC9BD-D4CC-D847-AA55-D7D3478CA296}" srcOrd="0" destOrd="0" presId="urn:microsoft.com/office/officeart/2005/8/layout/vList2"/>
    <dgm:cxn modelId="{70126715-9304-924E-B2D1-8A2AF170D760}" srcId="{8086823A-24A5-4540-88EC-8266044FCC40}" destId="{BEE2E88E-66FC-EF43-B3A2-A628BBDA8399}" srcOrd="0" destOrd="0" parTransId="{5C557778-97A2-D949-8FC4-209BDAE1D301}" sibTransId="{E986FD2B-6493-5C41-9F87-237BC1A8C798}"/>
    <dgm:cxn modelId="{B0944578-9F14-8640-AC2B-D84B3D078756}" type="presOf" srcId="{98353786-5E72-8940-8CB8-5A8ABB9EAB1D}" destId="{CB3FB5ED-8EEA-1D4B-9F93-710F856BB0FD}" srcOrd="0" destOrd="0" presId="urn:microsoft.com/office/officeart/2005/8/layout/vList2"/>
    <dgm:cxn modelId="{671D994C-B714-7B40-BA37-DC0C12DC5BD1}" type="presParOf" srcId="{1A0F1ADB-889C-0645-9677-1475839BFAA3}" destId="{74CA9973-D832-8D47-986A-AFE8F31D0557}" srcOrd="0" destOrd="0" presId="urn:microsoft.com/office/officeart/2005/8/layout/vList2"/>
    <dgm:cxn modelId="{7FA97976-E83E-2644-9241-CD1E17928E59}" type="presParOf" srcId="{1A0F1ADB-889C-0645-9677-1475839BFAA3}" destId="{E4C80DE9-FBF0-4543-8603-72B7E7551BB9}" srcOrd="1" destOrd="0" presId="urn:microsoft.com/office/officeart/2005/8/layout/vList2"/>
    <dgm:cxn modelId="{B9737262-7E25-5744-9714-44043393E0D8}" type="presParOf" srcId="{1A0F1ADB-889C-0645-9677-1475839BFAA3}" destId="{0E22D6CF-5977-9940-8770-8AE385A8C6F8}" srcOrd="2" destOrd="0" presId="urn:microsoft.com/office/officeart/2005/8/layout/vList2"/>
    <dgm:cxn modelId="{F35E6C33-6C22-3344-B016-9590ACF96117}" type="presParOf" srcId="{1A0F1ADB-889C-0645-9677-1475839BFAA3}" destId="{360659EA-39A4-234A-A5C7-386B09A77019}" srcOrd="3" destOrd="0" presId="urn:microsoft.com/office/officeart/2005/8/layout/vList2"/>
    <dgm:cxn modelId="{FA73B9C0-A772-3347-8D9D-0CE339307421}" type="presParOf" srcId="{1A0F1ADB-889C-0645-9677-1475839BFAA3}" destId="{293DB2D2-428C-B04D-96CA-1360571C97F3}" srcOrd="4" destOrd="0" presId="urn:microsoft.com/office/officeart/2005/8/layout/vList2"/>
    <dgm:cxn modelId="{F54CF764-5585-EA4E-B80F-2E13B9682442}" type="presParOf" srcId="{1A0F1ADB-889C-0645-9677-1475839BFAA3}" destId="{CB3FB5ED-8EEA-1D4B-9F93-710F856BB0FD}" srcOrd="5" destOrd="0" presId="urn:microsoft.com/office/officeart/2005/8/layout/vList2"/>
    <dgm:cxn modelId="{418AD1A6-531B-A349-8319-4B2EFE28A48F}" type="presParOf" srcId="{1A0F1ADB-889C-0645-9677-1475839BFAA3}" destId="{B0022235-0392-E64F-965A-14A51AA1C9B9}" srcOrd="6" destOrd="0" presId="urn:microsoft.com/office/officeart/2005/8/layout/vList2"/>
    <dgm:cxn modelId="{71426451-B564-E240-A909-92BF085D650E}" type="presParOf" srcId="{1A0F1ADB-889C-0645-9677-1475839BFAA3}" destId="{A1E7AACF-2897-F44E-A422-D6CA407F0CC1}" srcOrd="7" destOrd="0" presId="urn:microsoft.com/office/officeart/2005/8/layout/vList2"/>
    <dgm:cxn modelId="{AFB890DE-3C9E-3E44-A3C8-AEFA943577C6}" type="presParOf" srcId="{1A0F1ADB-889C-0645-9677-1475839BFAA3}" destId="{92EDC9BD-D4CC-D847-AA55-D7D3478CA296}" srcOrd="8" destOrd="0" presId="urn:microsoft.com/office/officeart/2005/8/layout/vList2"/>
    <dgm:cxn modelId="{65A389DC-B653-5C42-AA61-F559554C81CC}" type="presParOf" srcId="{1A0F1ADB-889C-0645-9677-1475839BFAA3}" destId="{09BFD811-5811-7747-B76C-E9DA460D174E}" srcOrd="9"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4685336-DB8F-334D-84D2-DA5FB6815EB2}" type="doc">
      <dgm:prSet loTypeId="urn:microsoft.com/office/officeart/2005/8/layout/cycle6" loCatId="" qsTypeId="urn:microsoft.com/office/officeart/2005/8/quickstyle/simple4" qsCatId="simple" csTypeId="urn:microsoft.com/office/officeart/2005/8/colors/accent1_2" csCatId="accent1" phldr="1"/>
      <dgm:spPr/>
      <dgm:t>
        <a:bodyPr/>
        <a:lstStyle/>
        <a:p>
          <a:endParaRPr lang="zh-CN" altLang="en-US"/>
        </a:p>
      </dgm:t>
    </dgm:pt>
    <dgm:pt modelId="{54CBF3A2-AD79-A941-9070-5F6E80A5C160}">
      <dgm:prSet phldrT="[文本]"/>
      <dgm:spPr/>
      <dgm:t>
        <a:bodyPr/>
        <a:lstStyle/>
        <a:p>
          <a:r>
            <a:rPr lang="zh-CN" altLang="en-US" dirty="0" smtClean="0"/>
            <a:t>权限不当</a:t>
          </a:r>
          <a:endParaRPr lang="zh-CN" altLang="en-US" dirty="0"/>
        </a:p>
      </dgm:t>
    </dgm:pt>
    <dgm:pt modelId="{A7C48E14-D1AD-1249-8BD2-5BCCDCF2C5BD}" cxnId="{2510FAF8-2C9B-E34B-AEB9-30B37168217E}" type="parTrans">
      <dgm:prSet/>
      <dgm:spPr/>
      <dgm:t>
        <a:bodyPr/>
        <a:lstStyle/>
        <a:p>
          <a:endParaRPr lang="zh-CN" altLang="en-US"/>
        </a:p>
      </dgm:t>
    </dgm:pt>
    <dgm:pt modelId="{13E89ABB-8EA3-844C-AAAD-60B9FBA8E265}" cxnId="{2510FAF8-2C9B-E34B-AEB9-30B37168217E}" type="sibTrans">
      <dgm:prSet/>
      <dgm:spPr/>
      <dgm:t>
        <a:bodyPr/>
        <a:lstStyle/>
        <a:p>
          <a:endParaRPr lang="zh-CN" altLang="en-US"/>
        </a:p>
      </dgm:t>
    </dgm:pt>
    <dgm:pt modelId="{258C8106-8BED-4040-93ED-98A75429E135}">
      <dgm:prSet phldrT="[文本]"/>
      <dgm:spPr/>
      <dgm:t>
        <a:bodyPr/>
        <a:lstStyle/>
        <a:p>
          <a:r>
            <a:rPr lang="zh-CN" altLang="en-US" dirty="0" smtClean="0"/>
            <a:t>程序不当</a:t>
          </a:r>
          <a:endParaRPr lang="zh-CN" altLang="en-US" dirty="0"/>
        </a:p>
      </dgm:t>
    </dgm:pt>
    <dgm:pt modelId="{5A94B032-AA41-4E4F-B66F-F5133443763F}" cxnId="{34ADD54A-5D53-CC4D-90ED-479BE2E94E1A}" type="parTrans">
      <dgm:prSet/>
      <dgm:spPr/>
      <dgm:t>
        <a:bodyPr/>
        <a:lstStyle/>
        <a:p>
          <a:endParaRPr lang="zh-CN" altLang="en-US"/>
        </a:p>
      </dgm:t>
    </dgm:pt>
    <dgm:pt modelId="{78028F07-FFAC-944D-BC2F-D77D0EF2FEE6}" cxnId="{34ADD54A-5D53-CC4D-90ED-479BE2E94E1A}" type="sibTrans">
      <dgm:prSet/>
      <dgm:spPr/>
      <dgm:t>
        <a:bodyPr/>
        <a:lstStyle/>
        <a:p>
          <a:endParaRPr lang="zh-CN" altLang="en-US"/>
        </a:p>
      </dgm:t>
    </dgm:pt>
    <dgm:pt modelId="{B0364664-659C-FB4B-A023-21C220AFE2CB}">
      <dgm:prSet phldrT="[文本]"/>
      <dgm:spPr/>
      <dgm:t>
        <a:bodyPr/>
        <a:lstStyle/>
        <a:p>
          <a:r>
            <a:rPr lang="zh-CN" altLang="en-US" dirty="0" smtClean="0"/>
            <a:t>标志不当</a:t>
          </a:r>
          <a:endParaRPr lang="zh-CN" altLang="en-US" dirty="0"/>
        </a:p>
      </dgm:t>
    </dgm:pt>
    <dgm:pt modelId="{6D8FEC15-DB1B-5F42-AB5D-F00F12354D58}" cxnId="{572D4D58-D858-7E44-A761-8D6C80ACB3EE}" type="parTrans">
      <dgm:prSet/>
      <dgm:spPr/>
      <dgm:t>
        <a:bodyPr/>
        <a:lstStyle/>
        <a:p>
          <a:endParaRPr lang="zh-CN" altLang="en-US"/>
        </a:p>
      </dgm:t>
    </dgm:pt>
    <dgm:pt modelId="{A25AF0F0-FFD7-9642-8219-B450F3681EC5}" cxnId="{572D4D58-D858-7E44-A761-8D6C80ACB3EE}" type="sibTrans">
      <dgm:prSet/>
      <dgm:spPr/>
      <dgm:t>
        <a:bodyPr/>
        <a:lstStyle/>
        <a:p>
          <a:endParaRPr lang="zh-CN" altLang="en-US"/>
        </a:p>
      </dgm:t>
    </dgm:pt>
    <dgm:pt modelId="{1546D4BE-CB2D-1E4F-8C1B-D2023D65ADE6}">
      <dgm:prSet phldrT="[文本]"/>
      <dgm:spPr/>
      <dgm:t>
        <a:bodyPr/>
        <a:lstStyle/>
        <a:p>
          <a:r>
            <a:rPr lang="zh-CN" altLang="en-US" dirty="0" smtClean="0"/>
            <a:t>内容不当</a:t>
          </a:r>
          <a:endParaRPr lang="zh-CN" altLang="en-US" dirty="0"/>
        </a:p>
      </dgm:t>
    </dgm:pt>
    <dgm:pt modelId="{ECD2809C-5C2F-9742-81B7-DA149514B226}" cxnId="{9714F18B-D668-C044-A751-B26B371A7710}" type="parTrans">
      <dgm:prSet/>
      <dgm:spPr/>
      <dgm:t>
        <a:bodyPr/>
        <a:lstStyle/>
        <a:p>
          <a:endParaRPr lang="zh-CN" altLang="en-US"/>
        </a:p>
      </dgm:t>
    </dgm:pt>
    <dgm:pt modelId="{FF9CE02C-BD1D-9C44-B264-52206EFB34A9}" cxnId="{9714F18B-D668-C044-A751-B26B371A7710}" type="sibTrans">
      <dgm:prSet/>
      <dgm:spPr/>
      <dgm:t>
        <a:bodyPr/>
        <a:lstStyle/>
        <a:p>
          <a:endParaRPr lang="zh-CN" altLang="en-US"/>
        </a:p>
      </dgm:t>
    </dgm:pt>
    <dgm:pt modelId="{BD7A48FB-C920-7A46-88B4-740321A45181}">
      <dgm:prSet phldrT="[文本]"/>
      <dgm:spPr/>
      <dgm:t>
        <a:bodyPr/>
        <a:lstStyle/>
        <a:p>
          <a:r>
            <a:rPr lang="zh-CN" altLang="en-US" dirty="0" smtClean="0"/>
            <a:t>依据不当</a:t>
          </a:r>
          <a:endParaRPr lang="zh-CN" altLang="en-US" dirty="0"/>
        </a:p>
      </dgm:t>
    </dgm:pt>
    <dgm:pt modelId="{5B7134A7-8272-F646-99B8-44724710D06C}" cxnId="{FF586B9B-FA13-4740-B645-7872F7F67652}" type="parTrans">
      <dgm:prSet/>
      <dgm:spPr/>
      <dgm:t>
        <a:bodyPr/>
        <a:lstStyle/>
        <a:p>
          <a:endParaRPr lang="zh-CN" altLang="en-US"/>
        </a:p>
      </dgm:t>
    </dgm:pt>
    <dgm:pt modelId="{29DC2613-FD58-D146-BD23-9499949B1389}" cxnId="{FF586B9B-FA13-4740-B645-7872F7F67652}" type="sibTrans">
      <dgm:prSet/>
      <dgm:spPr/>
      <dgm:t>
        <a:bodyPr/>
        <a:lstStyle/>
        <a:p>
          <a:endParaRPr lang="zh-CN" altLang="en-US"/>
        </a:p>
      </dgm:t>
    </dgm:pt>
    <dgm:pt modelId="{8BFDF678-CC24-BB46-95D1-AC7C84753C97}" type="pres">
      <dgm:prSet presAssocID="{C4685336-DB8F-334D-84D2-DA5FB6815EB2}" presName="cycle" presStyleCnt="0">
        <dgm:presLayoutVars>
          <dgm:dir/>
          <dgm:resizeHandles val="exact"/>
        </dgm:presLayoutVars>
      </dgm:prSet>
      <dgm:spPr/>
      <dgm:t>
        <a:bodyPr/>
        <a:lstStyle/>
        <a:p>
          <a:endParaRPr lang="zh-CN" altLang="en-US"/>
        </a:p>
      </dgm:t>
    </dgm:pt>
    <dgm:pt modelId="{31FA6D65-5F08-8E4D-8EB4-C83857438B33}" type="pres">
      <dgm:prSet presAssocID="{54CBF3A2-AD79-A941-9070-5F6E80A5C160}" presName="node" presStyleLbl="node1" presStyleIdx="0" presStyleCnt="5">
        <dgm:presLayoutVars>
          <dgm:bulletEnabled val="1"/>
        </dgm:presLayoutVars>
      </dgm:prSet>
      <dgm:spPr/>
      <dgm:t>
        <a:bodyPr/>
        <a:lstStyle/>
        <a:p>
          <a:endParaRPr lang="zh-CN" altLang="en-US"/>
        </a:p>
      </dgm:t>
    </dgm:pt>
    <dgm:pt modelId="{62D52E40-9440-EB4F-B49D-C857A59D4713}" type="pres">
      <dgm:prSet presAssocID="{54CBF3A2-AD79-A941-9070-5F6E80A5C160}" presName="spNode" presStyleCnt="0"/>
      <dgm:spPr/>
    </dgm:pt>
    <dgm:pt modelId="{B2C8557B-41EA-6346-90D2-54B9E9F7CFB6}" type="pres">
      <dgm:prSet presAssocID="{13E89ABB-8EA3-844C-AAAD-60B9FBA8E265}" presName="sibTrans" presStyleLbl="sibTrans1D1" presStyleIdx="0" presStyleCnt="5"/>
      <dgm:spPr/>
      <dgm:t>
        <a:bodyPr/>
        <a:lstStyle/>
        <a:p>
          <a:endParaRPr lang="zh-CN" altLang="en-US"/>
        </a:p>
      </dgm:t>
    </dgm:pt>
    <dgm:pt modelId="{220E0308-BCE4-0D42-8F78-8ED33A5CA1FC}" type="pres">
      <dgm:prSet presAssocID="{258C8106-8BED-4040-93ED-98A75429E135}" presName="node" presStyleLbl="node1" presStyleIdx="1" presStyleCnt="5">
        <dgm:presLayoutVars>
          <dgm:bulletEnabled val="1"/>
        </dgm:presLayoutVars>
      </dgm:prSet>
      <dgm:spPr/>
      <dgm:t>
        <a:bodyPr/>
        <a:lstStyle/>
        <a:p>
          <a:endParaRPr lang="zh-CN" altLang="en-US"/>
        </a:p>
      </dgm:t>
    </dgm:pt>
    <dgm:pt modelId="{61B2FF53-A44C-8843-81E1-03C9CA428D1B}" type="pres">
      <dgm:prSet presAssocID="{258C8106-8BED-4040-93ED-98A75429E135}" presName="spNode" presStyleCnt="0"/>
      <dgm:spPr/>
    </dgm:pt>
    <dgm:pt modelId="{4A1E5D5E-6BFB-F945-8150-B2F317E26C19}" type="pres">
      <dgm:prSet presAssocID="{78028F07-FFAC-944D-BC2F-D77D0EF2FEE6}" presName="sibTrans" presStyleLbl="sibTrans1D1" presStyleIdx="1" presStyleCnt="5"/>
      <dgm:spPr/>
      <dgm:t>
        <a:bodyPr/>
        <a:lstStyle/>
        <a:p>
          <a:endParaRPr lang="zh-CN" altLang="en-US"/>
        </a:p>
      </dgm:t>
    </dgm:pt>
    <dgm:pt modelId="{116EC0A2-F395-B94B-B34A-D7E8E056CDCE}" type="pres">
      <dgm:prSet presAssocID="{B0364664-659C-FB4B-A023-21C220AFE2CB}" presName="node" presStyleLbl="node1" presStyleIdx="2" presStyleCnt="5">
        <dgm:presLayoutVars>
          <dgm:bulletEnabled val="1"/>
        </dgm:presLayoutVars>
      </dgm:prSet>
      <dgm:spPr/>
      <dgm:t>
        <a:bodyPr/>
        <a:lstStyle/>
        <a:p>
          <a:endParaRPr lang="zh-CN" altLang="en-US"/>
        </a:p>
      </dgm:t>
    </dgm:pt>
    <dgm:pt modelId="{D399867F-BCB3-EA47-A013-117AD6BC21FE}" type="pres">
      <dgm:prSet presAssocID="{B0364664-659C-FB4B-A023-21C220AFE2CB}" presName="spNode" presStyleCnt="0"/>
      <dgm:spPr/>
    </dgm:pt>
    <dgm:pt modelId="{7B4714E7-1F86-4E41-889A-2949FFE456DB}" type="pres">
      <dgm:prSet presAssocID="{A25AF0F0-FFD7-9642-8219-B450F3681EC5}" presName="sibTrans" presStyleLbl="sibTrans1D1" presStyleIdx="2" presStyleCnt="5"/>
      <dgm:spPr/>
      <dgm:t>
        <a:bodyPr/>
        <a:lstStyle/>
        <a:p>
          <a:endParaRPr lang="zh-CN" altLang="en-US"/>
        </a:p>
      </dgm:t>
    </dgm:pt>
    <dgm:pt modelId="{DC9DDE97-5A65-8D49-954B-48BC45251E0C}" type="pres">
      <dgm:prSet presAssocID="{1546D4BE-CB2D-1E4F-8C1B-D2023D65ADE6}" presName="node" presStyleLbl="node1" presStyleIdx="3" presStyleCnt="5">
        <dgm:presLayoutVars>
          <dgm:bulletEnabled val="1"/>
        </dgm:presLayoutVars>
      </dgm:prSet>
      <dgm:spPr/>
      <dgm:t>
        <a:bodyPr/>
        <a:lstStyle/>
        <a:p>
          <a:endParaRPr lang="zh-CN" altLang="en-US"/>
        </a:p>
      </dgm:t>
    </dgm:pt>
    <dgm:pt modelId="{1921079F-7B54-2043-BAAA-23FFF4DDFE83}" type="pres">
      <dgm:prSet presAssocID="{1546D4BE-CB2D-1E4F-8C1B-D2023D65ADE6}" presName="spNode" presStyleCnt="0"/>
      <dgm:spPr/>
    </dgm:pt>
    <dgm:pt modelId="{FF1A74EE-980E-1247-BECE-7EAB1A6A125C}" type="pres">
      <dgm:prSet presAssocID="{FF9CE02C-BD1D-9C44-B264-52206EFB34A9}" presName="sibTrans" presStyleLbl="sibTrans1D1" presStyleIdx="3" presStyleCnt="5"/>
      <dgm:spPr/>
      <dgm:t>
        <a:bodyPr/>
        <a:lstStyle/>
        <a:p>
          <a:endParaRPr lang="zh-CN" altLang="en-US"/>
        </a:p>
      </dgm:t>
    </dgm:pt>
    <dgm:pt modelId="{B49432AE-82E3-0E4D-B5E5-56073994F9C8}" type="pres">
      <dgm:prSet presAssocID="{BD7A48FB-C920-7A46-88B4-740321A45181}" presName="node" presStyleLbl="node1" presStyleIdx="4" presStyleCnt="5">
        <dgm:presLayoutVars>
          <dgm:bulletEnabled val="1"/>
        </dgm:presLayoutVars>
      </dgm:prSet>
      <dgm:spPr/>
      <dgm:t>
        <a:bodyPr/>
        <a:lstStyle/>
        <a:p>
          <a:endParaRPr lang="zh-CN" altLang="en-US"/>
        </a:p>
      </dgm:t>
    </dgm:pt>
    <dgm:pt modelId="{E87101B7-8A25-3E4E-9609-73AC9213E074}" type="pres">
      <dgm:prSet presAssocID="{BD7A48FB-C920-7A46-88B4-740321A45181}" presName="spNode" presStyleCnt="0"/>
      <dgm:spPr/>
    </dgm:pt>
    <dgm:pt modelId="{C9ED214F-A188-8747-A7D7-470EA5EEE3DF}" type="pres">
      <dgm:prSet presAssocID="{29DC2613-FD58-D146-BD23-9499949B1389}" presName="sibTrans" presStyleLbl="sibTrans1D1" presStyleIdx="4" presStyleCnt="5"/>
      <dgm:spPr/>
      <dgm:t>
        <a:bodyPr/>
        <a:lstStyle/>
        <a:p>
          <a:endParaRPr lang="zh-CN" altLang="en-US"/>
        </a:p>
      </dgm:t>
    </dgm:pt>
  </dgm:ptLst>
  <dgm:cxnLst>
    <dgm:cxn modelId="{F0E097D5-2971-B742-9CCF-EF848A817401}" type="presOf" srcId="{A25AF0F0-FFD7-9642-8219-B450F3681EC5}" destId="{7B4714E7-1F86-4E41-889A-2949FFE456DB}" srcOrd="0" destOrd="0" presId="urn:microsoft.com/office/officeart/2005/8/layout/cycle6"/>
    <dgm:cxn modelId="{34ADD54A-5D53-CC4D-90ED-479BE2E94E1A}" srcId="{C4685336-DB8F-334D-84D2-DA5FB6815EB2}" destId="{258C8106-8BED-4040-93ED-98A75429E135}" srcOrd="1" destOrd="0" parTransId="{5A94B032-AA41-4E4F-B66F-F5133443763F}" sibTransId="{78028F07-FFAC-944D-BC2F-D77D0EF2FEE6}"/>
    <dgm:cxn modelId="{552C8155-CB49-F741-A744-BE8078A0DEBE}" type="presOf" srcId="{BD7A48FB-C920-7A46-88B4-740321A45181}" destId="{B49432AE-82E3-0E4D-B5E5-56073994F9C8}" srcOrd="0" destOrd="0" presId="urn:microsoft.com/office/officeart/2005/8/layout/cycle6"/>
    <dgm:cxn modelId="{18006596-B845-C740-97FA-09DC885FB2C1}" type="presOf" srcId="{C4685336-DB8F-334D-84D2-DA5FB6815EB2}" destId="{8BFDF678-CC24-BB46-95D1-AC7C84753C97}" srcOrd="0" destOrd="0" presId="urn:microsoft.com/office/officeart/2005/8/layout/cycle6"/>
    <dgm:cxn modelId="{B05C0098-F0AA-EB40-B38D-CC9509F65483}" type="presOf" srcId="{13E89ABB-8EA3-844C-AAAD-60B9FBA8E265}" destId="{B2C8557B-41EA-6346-90D2-54B9E9F7CFB6}" srcOrd="0" destOrd="0" presId="urn:microsoft.com/office/officeart/2005/8/layout/cycle6"/>
    <dgm:cxn modelId="{FF586B9B-FA13-4740-B645-7872F7F67652}" srcId="{C4685336-DB8F-334D-84D2-DA5FB6815EB2}" destId="{BD7A48FB-C920-7A46-88B4-740321A45181}" srcOrd="4" destOrd="0" parTransId="{5B7134A7-8272-F646-99B8-44724710D06C}" sibTransId="{29DC2613-FD58-D146-BD23-9499949B1389}"/>
    <dgm:cxn modelId="{7EDCA889-B28A-F640-B067-A73A318A7970}" type="presOf" srcId="{54CBF3A2-AD79-A941-9070-5F6E80A5C160}" destId="{31FA6D65-5F08-8E4D-8EB4-C83857438B33}" srcOrd="0" destOrd="0" presId="urn:microsoft.com/office/officeart/2005/8/layout/cycle6"/>
    <dgm:cxn modelId="{572D4D58-D858-7E44-A761-8D6C80ACB3EE}" srcId="{C4685336-DB8F-334D-84D2-DA5FB6815EB2}" destId="{B0364664-659C-FB4B-A023-21C220AFE2CB}" srcOrd="2" destOrd="0" parTransId="{6D8FEC15-DB1B-5F42-AB5D-F00F12354D58}" sibTransId="{A25AF0F0-FFD7-9642-8219-B450F3681EC5}"/>
    <dgm:cxn modelId="{8593DBCC-B454-DF40-8609-8E3BBA1EDF73}" type="presOf" srcId="{1546D4BE-CB2D-1E4F-8C1B-D2023D65ADE6}" destId="{DC9DDE97-5A65-8D49-954B-48BC45251E0C}" srcOrd="0" destOrd="0" presId="urn:microsoft.com/office/officeart/2005/8/layout/cycle6"/>
    <dgm:cxn modelId="{7DF48084-4FA8-FF4E-B139-C6F646018B36}" type="presOf" srcId="{FF9CE02C-BD1D-9C44-B264-52206EFB34A9}" destId="{FF1A74EE-980E-1247-BECE-7EAB1A6A125C}" srcOrd="0" destOrd="0" presId="urn:microsoft.com/office/officeart/2005/8/layout/cycle6"/>
    <dgm:cxn modelId="{99094CF7-02C3-FD45-88F3-813783F31BB5}" type="presOf" srcId="{258C8106-8BED-4040-93ED-98A75429E135}" destId="{220E0308-BCE4-0D42-8F78-8ED33A5CA1FC}" srcOrd="0" destOrd="0" presId="urn:microsoft.com/office/officeart/2005/8/layout/cycle6"/>
    <dgm:cxn modelId="{2510FAF8-2C9B-E34B-AEB9-30B37168217E}" srcId="{C4685336-DB8F-334D-84D2-DA5FB6815EB2}" destId="{54CBF3A2-AD79-A941-9070-5F6E80A5C160}" srcOrd="0" destOrd="0" parTransId="{A7C48E14-D1AD-1249-8BD2-5BCCDCF2C5BD}" sibTransId="{13E89ABB-8EA3-844C-AAAD-60B9FBA8E265}"/>
    <dgm:cxn modelId="{9714F18B-D668-C044-A751-B26B371A7710}" srcId="{C4685336-DB8F-334D-84D2-DA5FB6815EB2}" destId="{1546D4BE-CB2D-1E4F-8C1B-D2023D65ADE6}" srcOrd="3" destOrd="0" parTransId="{ECD2809C-5C2F-9742-81B7-DA149514B226}" sibTransId="{FF9CE02C-BD1D-9C44-B264-52206EFB34A9}"/>
    <dgm:cxn modelId="{A1E404D0-D954-7041-BE2A-1AE3839747F0}" type="presOf" srcId="{29DC2613-FD58-D146-BD23-9499949B1389}" destId="{C9ED214F-A188-8747-A7D7-470EA5EEE3DF}" srcOrd="0" destOrd="0" presId="urn:microsoft.com/office/officeart/2005/8/layout/cycle6"/>
    <dgm:cxn modelId="{2B4C350D-CDC9-054E-A787-D3511808AAF3}" type="presOf" srcId="{78028F07-FFAC-944D-BC2F-D77D0EF2FEE6}" destId="{4A1E5D5E-6BFB-F945-8150-B2F317E26C19}" srcOrd="0" destOrd="0" presId="urn:microsoft.com/office/officeart/2005/8/layout/cycle6"/>
    <dgm:cxn modelId="{6CBE7098-DC62-EE48-9C45-89B3119CE126}" type="presOf" srcId="{B0364664-659C-FB4B-A023-21C220AFE2CB}" destId="{116EC0A2-F395-B94B-B34A-D7E8E056CDCE}" srcOrd="0" destOrd="0" presId="urn:microsoft.com/office/officeart/2005/8/layout/cycle6"/>
    <dgm:cxn modelId="{852BFE91-ADB3-5541-9153-6393ADB54079}" type="presParOf" srcId="{8BFDF678-CC24-BB46-95D1-AC7C84753C97}" destId="{31FA6D65-5F08-8E4D-8EB4-C83857438B33}" srcOrd="0" destOrd="0" presId="urn:microsoft.com/office/officeart/2005/8/layout/cycle6"/>
    <dgm:cxn modelId="{6C671E17-606C-9D44-8D91-37D4E9A57AF8}" type="presParOf" srcId="{8BFDF678-CC24-BB46-95D1-AC7C84753C97}" destId="{62D52E40-9440-EB4F-B49D-C857A59D4713}" srcOrd="1" destOrd="0" presId="urn:microsoft.com/office/officeart/2005/8/layout/cycle6"/>
    <dgm:cxn modelId="{7E5638D4-8DB1-D543-8956-C6D1E0A19E60}" type="presParOf" srcId="{8BFDF678-CC24-BB46-95D1-AC7C84753C97}" destId="{B2C8557B-41EA-6346-90D2-54B9E9F7CFB6}" srcOrd="2" destOrd="0" presId="urn:microsoft.com/office/officeart/2005/8/layout/cycle6"/>
    <dgm:cxn modelId="{0E67495F-9F37-074B-91DB-EC571A0476B1}" type="presParOf" srcId="{8BFDF678-CC24-BB46-95D1-AC7C84753C97}" destId="{220E0308-BCE4-0D42-8F78-8ED33A5CA1FC}" srcOrd="3" destOrd="0" presId="urn:microsoft.com/office/officeart/2005/8/layout/cycle6"/>
    <dgm:cxn modelId="{95DD79A5-272A-7D4D-8B9A-160F1B8E5E58}" type="presParOf" srcId="{8BFDF678-CC24-BB46-95D1-AC7C84753C97}" destId="{61B2FF53-A44C-8843-81E1-03C9CA428D1B}" srcOrd="4" destOrd="0" presId="urn:microsoft.com/office/officeart/2005/8/layout/cycle6"/>
    <dgm:cxn modelId="{3DA3FC2E-B880-D440-9931-13900D7E64D4}" type="presParOf" srcId="{8BFDF678-CC24-BB46-95D1-AC7C84753C97}" destId="{4A1E5D5E-6BFB-F945-8150-B2F317E26C19}" srcOrd="5" destOrd="0" presId="urn:microsoft.com/office/officeart/2005/8/layout/cycle6"/>
    <dgm:cxn modelId="{00C1F192-9AE5-CD4C-BDE9-2AA0DBC80346}" type="presParOf" srcId="{8BFDF678-CC24-BB46-95D1-AC7C84753C97}" destId="{116EC0A2-F395-B94B-B34A-D7E8E056CDCE}" srcOrd="6" destOrd="0" presId="urn:microsoft.com/office/officeart/2005/8/layout/cycle6"/>
    <dgm:cxn modelId="{5967F114-3EEE-534E-B834-4EDA0CF7152C}" type="presParOf" srcId="{8BFDF678-CC24-BB46-95D1-AC7C84753C97}" destId="{D399867F-BCB3-EA47-A013-117AD6BC21FE}" srcOrd="7" destOrd="0" presId="urn:microsoft.com/office/officeart/2005/8/layout/cycle6"/>
    <dgm:cxn modelId="{2C352450-D892-8844-BB50-E2A405980554}" type="presParOf" srcId="{8BFDF678-CC24-BB46-95D1-AC7C84753C97}" destId="{7B4714E7-1F86-4E41-889A-2949FFE456DB}" srcOrd="8" destOrd="0" presId="urn:microsoft.com/office/officeart/2005/8/layout/cycle6"/>
    <dgm:cxn modelId="{6B8EF786-1BD7-EC4F-BCB6-DDB795978416}" type="presParOf" srcId="{8BFDF678-CC24-BB46-95D1-AC7C84753C97}" destId="{DC9DDE97-5A65-8D49-954B-48BC45251E0C}" srcOrd="9" destOrd="0" presId="urn:microsoft.com/office/officeart/2005/8/layout/cycle6"/>
    <dgm:cxn modelId="{EBE3AB55-7883-F54B-ACD4-25FB76712F1A}" type="presParOf" srcId="{8BFDF678-CC24-BB46-95D1-AC7C84753C97}" destId="{1921079F-7B54-2043-BAAA-23FFF4DDFE83}" srcOrd="10" destOrd="0" presId="urn:microsoft.com/office/officeart/2005/8/layout/cycle6"/>
    <dgm:cxn modelId="{DC5FF6E0-255C-2A44-8026-4BBFE83CCD35}" type="presParOf" srcId="{8BFDF678-CC24-BB46-95D1-AC7C84753C97}" destId="{FF1A74EE-980E-1247-BECE-7EAB1A6A125C}" srcOrd="11" destOrd="0" presId="urn:microsoft.com/office/officeart/2005/8/layout/cycle6"/>
    <dgm:cxn modelId="{4861F047-EAF6-D845-BCD7-BBFF246FD79D}" type="presParOf" srcId="{8BFDF678-CC24-BB46-95D1-AC7C84753C97}" destId="{B49432AE-82E3-0E4D-B5E5-56073994F9C8}" srcOrd="12" destOrd="0" presId="urn:microsoft.com/office/officeart/2005/8/layout/cycle6"/>
    <dgm:cxn modelId="{890E2A8F-4671-C145-BFBA-CBEAE8418388}" type="presParOf" srcId="{8BFDF678-CC24-BB46-95D1-AC7C84753C97}" destId="{E87101B7-8A25-3E4E-9609-73AC9213E074}" srcOrd="13" destOrd="0" presId="urn:microsoft.com/office/officeart/2005/8/layout/cycle6"/>
    <dgm:cxn modelId="{E23DE031-DEC8-6F40-8FD1-AAA8DCE0EE1C}" type="presParOf" srcId="{8BFDF678-CC24-BB46-95D1-AC7C84753C97}" destId="{C9ED214F-A188-8747-A7D7-470EA5EEE3DF}" srcOrd="14" destOrd="0" presId="urn:microsoft.com/office/officeart/2005/8/layout/cycle6"/>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BAAC967-A88D-EE4B-BCA4-F628D98DF803}" type="doc">
      <dgm:prSet loTypeId="urn:microsoft.com/office/officeart/2005/8/layout/matrix2" loCatId="" qsTypeId="urn:microsoft.com/office/officeart/2005/8/quickstyle/simple4" qsCatId="simple" csTypeId="urn:microsoft.com/office/officeart/2005/8/colors/accent1_2" csCatId="accent1" phldr="1"/>
      <dgm:spPr/>
      <dgm:t>
        <a:bodyPr/>
        <a:lstStyle/>
        <a:p>
          <a:endParaRPr lang="zh-CN" altLang="en-US"/>
        </a:p>
      </dgm:t>
    </dgm:pt>
    <dgm:pt modelId="{814995C1-6C5E-8C4B-BAF9-EA6931BD3287}">
      <dgm:prSet phldrT="[文本]"/>
      <dgm:spPr/>
      <dgm:t>
        <a:bodyPr/>
        <a:lstStyle/>
        <a:p>
          <a:r>
            <a:rPr lang="zh-CN" altLang="en-US" dirty="0" smtClean="0"/>
            <a:t>定密检查</a:t>
          </a:r>
          <a:endParaRPr lang="zh-CN" altLang="en-US" dirty="0"/>
        </a:p>
      </dgm:t>
    </dgm:pt>
    <dgm:pt modelId="{6DDDCFA4-8FCE-E440-B7C0-AAA519153CDE}" cxnId="{8EF2EAC2-E1BE-4424-90E9-F6043A3EF766}" type="parTrans">
      <dgm:prSet/>
      <dgm:spPr/>
      <dgm:t>
        <a:bodyPr/>
        <a:lstStyle/>
        <a:p>
          <a:endParaRPr lang="zh-CN" altLang="en-US"/>
        </a:p>
      </dgm:t>
    </dgm:pt>
    <dgm:pt modelId="{681EE33D-BD24-C446-A753-F0BCB1E3A460}" cxnId="{8EF2EAC2-E1BE-4424-90E9-F6043A3EF766}" type="sibTrans">
      <dgm:prSet/>
      <dgm:spPr/>
      <dgm:t>
        <a:bodyPr/>
        <a:lstStyle/>
        <a:p>
          <a:endParaRPr lang="zh-CN" altLang="en-US"/>
        </a:p>
      </dgm:t>
    </dgm:pt>
    <dgm:pt modelId="{1CEE78DF-3B5A-0141-AE47-ED49346CD787}">
      <dgm:prSet phldrT="[文本]" phldr="0" custT="0"/>
      <dgm:spPr/>
      <dgm:t>
        <a:bodyPr vert="horz" wrap="square"/>
        <a:p>
          <a:pPr>
            <a:lnSpc>
              <a:spcPct val="100000"/>
            </a:lnSpc>
            <a:spcBef>
              <a:spcPct val="0"/>
            </a:spcBef>
            <a:spcAft>
              <a:spcPct val="35000"/>
            </a:spcAft>
          </a:pPr>
          <a:r>
            <a:rPr lang="zh-CN" altLang="en-US" dirty="0" smtClean="0"/>
            <a:t>法定定密责任人的监督</a:t>
          </a:r>
          <a:r>
            <a:rPr lang="zh-CN" altLang="en-US" dirty="0" smtClean="0"/>
            <a:t/>
          </a:r>
          <a:endParaRPr lang="zh-CN" altLang="en-US" dirty="0" smtClean="0"/>
        </a:p>
      </dgm:t>
    </dgm:pt>
    <dgm:pt modelId="{C0473735-EBE4-C945-BF6B-C1B3C5D3DC03}" cxnId="{F2BACFF8-91DC-4F58-8228-BCF339D16C28}" type="parTrans">
      <dgm:prSet/>
      <dgm:spPr/>
      <dgm:t>
        <a:bodyPr/>
        <a:lstStyle/>
        <a:p>
          <a:endParaRPr lang="zh-CN" altLang="en-US"/>
        </a:p>
      </dgm:t>
    </dgm:pt>
    <dgm:pt modelId="{EEC34AE4-90DF-7F4A-8F43-9360BED9D41D}" cxnId="{F2BACFF8-91DC-4F58-8228-BCF339D16C28}" type="sibTrans">
      <dgm:prSet/>
      <dgm:spPr/>
      <dgm:t>
        <a:bodyPr/>
        <a:lstStyle/>
        <a:p>
          <a:endParaRPr lang="zh-CN" altLang="en-US"/>
        </a:p>
      </dgm:t>
    </dgm:pt>
    <dgm:pt modelId="{39F04A01-EFBA-7741-8D0D-FD52C2B46297}">
      <dgm:prSet phldrT="[文本]"/>
      <dgm:spPr/>
      <dgm:t>
        <a:bodyPr/>
        <a:lstStyle/>
        <a:p>
          <a:r>
            <a:rPr lang="zh-CN" altLang="en-US" dirty="0" smtClean="0"/>
            <a:t>定密统计</a:t>
          </a:r>
          <a:endParaRPr lang="zh-CN" altLang="en-US" dirty="0"/>
        </a:p>
      </dgm:t>
    </dgm:pt>
    <dgm:pt modelId="{DC6ACFD9-556E-BC45-8271-90A363A5B2A6}" cxnId="{757D2773-105F-4180-803F-40709038D215}" type="parTrans">
      <dgm:prSet/>
      <dgm:spPr/>
      <dgm:t>
        <a:bodyPr/>
        <a:lstStyle/>
        <a:p>
          <a:endParaRPr lang="zh-CN" altLang="en-US"/>
        </a:p>
      </dgm:t>
    </dgm:pt>
    <dgm:pt modelId="{35A27B8F-8F93-F844-814F-1A4F17DD83BB}" cxnId="{757D2773-105F-4180-803F-40709038D215}" type="sibTrans">
      <dgm:prSet/>
      <dgm:spPr/>
      <dgm:t>
        <a:bodyPr/>
        <a:lstStyle/>
        <a:p>
          <a:endParaRPr lang="zh-CN" altLang="en-US"/>
        </a:p>
      </dgm:t>
    </dgm:pt>
    <dgm:pt modelId="{70AB65D1-36CE-6A49-88C0-99A601873A2B}">
      <dgm:prSet phldrT="[文本]"/>
      <dgm:spPr/>
      <dgm:t>
        <a:bodyPr/>
        <a:lstStyle/>
        <a:p>
          <a:r>
            <a:rPr lang="zh-CN" altLang="en-US" dirty="0" smtClean="0"/>
            <a:t>定密核查</a:t>
          </a:r>
          <a:endParaRPr lang="zh-CN" altLang="en-US" dirty="0"/>
        </a:p>
      </dgm:t>
    </dgm:pt>
    <dgm:pt modelId="{DE56C809-F1E2-F947-AE11-493384148CE6}" cxnId="{4C2CE9A6-0A9A-4E2E-9D53-C3A4620E84BB}" type="parTrans">
      <dgm:prSet/>
      <dgm:spPr/>
      <dgm:t>
        <a:bodyPr/>
        <a:lstStyle/>
        <a:p>
          <a:endParaRPr lang="zh-CN" altLang="en-US"/>
        </a:p>
      </dgm:t>
    </dgm:pt>
    <dgm:pt modelId="{68273CE5-AC44-2C43-ADCB-13F0B839E330}" cxnId="{4C2CE9A6-0A9A-4E2E-9D53-C3A4620E84BB}" type="sibTrans">
      <dgm:prSet/>
      <dgm:spPr/>
      <dgm:t>
        <a:bodyPr/>
        <a:lstStyle/>
        <a:p>
          <a:endParaRPr lang="zh-CN" altLang="en-US"/>
        </a:p>
      </dgm:t>
    </dgm:pt>
    <dgm:pt modelId="{E75308C5-5541-4040-8389-FCAED17E52E1}" type="pres">
      <dgm:prSet presAssocID="{5BAAC967-A88D-EE4B-BCA4-F628D98DF803}" presName="matrix" presStyleCnt="0">
        <dgm:presLayoutVars>
          <dgm:chMax val="1"/>
          <dgm:dir/>
          <dgm:resizeHandles val="exact"/>
        </dgm:presLayoutVars>
      </dgm:prSet>
      <dgm:spPr/>
      <dgm:t>
        <a:bodyPr/>
        <a:lstStyle/>
        <a:p>
          <a:endParaRPr lang="zh-CN" altLang="en-US"/>
        </a:p>
      </dgm:t>
    </dgm:pt>
    <dgm:pt modelId="{5E9E316A-CFFB-B244-B9DE-106ACC2CF1AC}" type="pres">
      <dgm:prSet presAssocID="{5BAAC967-A88D-EE4B-BCA4-F628D98DF803}" presName="axisShape" presStyleLbl="bgShp" presStyleIdx="0" presStyleCnt="1"/>
      <dgm:spPr/>
    </dgm:pt>
    <dgm:pt modelId="{9D6452FC-BC83-4543-A831-4C76B73CD38F}" type="pres">
      <dgm:prSet presAssocID="{5BAAC967-A88D-EE4B-BCA4-F628D98DF803}" presName="rect1" presStyleLbl="node1" presStyleIdx="0" presStyleCnt="4">
        <dgm:presLayoutVars>
          <dgm:chMax val="0"/>
          <dgm:chPref val="0"/>
          <dgm:bulletEnabled val="1"/>
        </dgm:presLayoutVars>
      </dgm:prSet>
      <dgm:spPr/>
      <dgm:t>
        <a:bodyPr/>
        <a:lstStyle/>
        <a:p>
          <a:endParaRPr lang="zh-CN" altLang="en-US"/>
        </a:p>
      </dgm:t>
    </dgm:pt>
    <dgm:pt modelId="{3E4D9726-C03E-8241-8B21-F311ABEA5A59}" type="pres">
      <dgm:prSet presAssocID="{5BAAC967-A88D-EE4B-BCA4-F628D98DF803}" presName="rect2" presStyleLbl="node1" presStyleIdx="1" presStyleCnt="4">
        <dgm:presLayoutVars>
          <dgm:chMax val="0"/>
          <dgm:chPref val="0"/>
          <dgm:bulletEnabled val="1"/>
        </dgm:presLayoutVars>
      </dgm:prSet>
      <dgm:spPr/>
      <dgm:t>
        <a:bodyPr/>
        <a:lstStyle/>
        <a:p>
          <a:endParaRPr lang="zh-CN" altLang="en-US"/>
        </a:p>
      </dgm:t>
    </dgm:pt>
    <dgm:pt modelId="{EBA1C172-40CA-CD40-9C42-6E9691F4CC55}" type="pres">
      <dgm:prSet presAssocID="{5BAAC967-A88D-EE4B-BCA4-F628D98DF803}" presName="rect3" presStyleLbl="node1" presStyleIdx="2" presStyleCnt="4">
        <dgm:presLayoutVars>
          <dgm:chMax val="0"/>
          <dgm:chPref val="0"/>
          <dgm:bulletEnabled val="1"/>
        </dgm:presLayoutVars>
      </dgm:prSet>
      <dgm:spPr/>
      <dgm:t>
        <a:bodyPr/>
        <a:lstStyle/>
        <a:p>
          <a:endParaRPr lang="zh-CN" altLang="en-US"/>
        </a:p>
      </dgm:t>
    </dgm:pt>
    <dgm:pt modelId="{6EE1B701-3C01-2F4A-BE98-C137377F3F7F}" type="pres">
      <dgm:prSet presAssocID="{5BAAC967-A88D-EE4B-BCA4-F628D98DF803}" presName="rect4" presStyleLbl="node1" presStyleIdx="3" presStyleCnt="4">
        <dgm:presLayoutVars>
          <dgm:chMax val="0"/>
          <dgm:chPref val="0"/>
          <dgm:bulletEnabled val="1"/>
        </dgm:presLayoutVars>
      </dgm:prSet>
      <dgm:spPr/>
      <dgm:t>
        <a:bodyPr/>
        <a:lstStyle/>
        <a:p>
          <a:endParaRPr lang="zh-CN" altLang="en-US"/>
        </a:p>
      </dgm:t>
    </dgm:pt>
  </dgm:ptLst>
  <dgm:cxnLst>
    <dgm:cxn modelId="{8EF2EAC2-E1BE-4424-90E9-F6043A3EF766}" srcId="{5BAAC967-A88D-EE4B-BCA4-F628D98DF803}" destId="{814995C1-6C5E-8C4B-BAF9-EA6931BD3287}" srcOrd="0" destOrd="0" parTransId="{6DDDCFA4-8FCE-E440-B7C0-AAA519153CDE}" sibTransId="{681EE33D-BD24-C446-A753-F0BCB1E3A460}"/>
    <dgm:cxn modelId="{F2BACFF8-91DC-4F58-8228-BCF339D16C28}" srcId="{5BAAC967-A88D-EE4B-BCA4-F628D98DF803}" destId="{1CEE78DF-3B5A-0141-AE47-ED49346CD787}" srcOrd="1" destOrd="0" parTransId="{C0473735-EBE4-C945-BF6B-C1B3C5D3DC03}" sibTransId="{EEC34AE4-90DF-7F4A-8F43-9360BED9D41D}"/>
    <dgm:cxn modelId="{757D2773-105F-4180-803F-40709038D215}" srcId="{5BAAC967-A88D-EE4B-BCA4-F628D98DF803}" destId="{39F04A01-EFBA-7741-8D0D-FD52C2B46297}" srcOrd="2" destOrd="0" parTransId="{DC6ACFD9-556E-BC45-8271-90A363A5B2A6}" sibTransId="{35A27B8F-8F93-F844-814F-1A4F17DD83BB}"/>
    <dgm:cxn modelId="{4C2CE9A6-0A9A-4E2E-9D53-C3A4620E84BB}" srcId="{5BAAC967-A88D-EE4B-BCA4-F628D98DF803}" destId="{70AB65D1-36CE-6A49-88C0-99A601873A2B}" srcOrd="3" destOrd="0" parTransId="{DE56C809-F1E2-F947-AE11-493384148CE6}" sibTransId="{68273CE5-AC44-2C43-ADCB-13F0B839E330}"/>
    <dgm:cxn modelId="{7D1122F3-DF1D-46E9-8AD7-CD9A2F9CF969}" type="presOf" srcId="{5BAAC967-A88D-EE4B-BCA4-F628D98DF803}" destId="{E75308C5-5541-4040-8389-FCAED17E52E1}" srcOrd="0" destOrd="0" presId="urn:microsoft.com/office/officeart/2005/8/layout/matrix2"/>
    <dgm:cxn modelId="{50BD7074-7DA5-41B1-B4DD-D2F29CFBAF05}" type="presParOf" srcId="{E75308C5-5541-4040-8389-FCAED17E52E1}" destId="{5E9E316A-CFFB-B244-B9DE-106ACC2CF1AC}" srcOrd="0" destOrd="0" presId="urn:microsoft.com/office/officeart/2005/8/layout/matrix2"/>
    <dgm:cxn modelId="{A6937FBB-371F-4F78-81F6-CFF24F1860A3}" type="presParOf" srcId="{E75308C5-5541-4040-8389-FCAED17E52E1}" destId="{9D6452FC-BC83-4543-A831-4C76B73CD38F}" srcOrd="1" destOrd="0" presId="urn:microsoft.com/office/officeart/2005/8/layout/matrix2"/>
    <dgm:cxn modelId="{B090FD00-B71B-4E52-961D-19D85AEAA7BF}" type="presOf" srcId="{814995C1-6C5E-8C4B-BAF9-EA6931BD3287}" destId="{9D6452FC-BC83-4543-A831-4C76B73CD38F}" srcOrd="0" destOrd="0" presId="urn:microsoft.com/office/officeart/2005/8/layout/matrix2"/>
    <dgm:cxn modelId="{18CB544F-795D-4651-9290-DB7C50E665A5}" type="presParOf" srcId="{E75308C5-5541-4040-8389-FCAED17E52E1}" destId="{3E4D9726-C03E-8241-8B21-F311ABEA5A59}" srcOrd="2" destOrd="0" presId="urn:microsoft.com/office/officeart/2005/8/layout/matrix2"/>
    <dgm:cxn modelId="{F39B69C2-D712-4D9F-ADFF-52D340815513}" type="presOf" srcId="{1CEE78DF-3B5A-0141-AE47-ED49346CD787}" destId="{3E4D9726-C03E-8241-8B21-F311ABEA5A59}" srcOrd="0" destOrd="0" presId="urn:microsoft.com/office/officeart/2005/8/layout/matrix2"/>
    <dgm:cxn modelId="{2A8C3B55-9673-46A1-94A7-10F2BE713F11}" type="presParOf" srcId="{E75308C5-5541-4040-8389-FCAED17E52E1}" destId="{EBA1C172-40CA-CD40-9C42-6E9691F4CC55}" srcOrd="3" destOrd="0" presId="urn:microsoft.com/office/officeart/2005/8/layout/matrix2"/>
    <dgm:cxn modelId="{255D6DE3-B29F-4681-952B-FABDD6859AA2}" type="presOf" srcId="{39F04A01-EFBA-7741-8D0D-FD52C2B46297}" destId="{EBA1C172-40CA-CD40-9C42-6E9691F4CC55}" srcOrd="0" destOrd="0" presId="urn:microsoft.com/office/officeart/2005/8/layout/matrix2"/>
    <dgm:cxn modelId="{FA1A333B-C7D8-4832-BF7A-94FCE40FFEB6}" type="presParOf" srcId="{E75308C5-5541-4040-8389-FCAED17E52E1}" destId="{6EE1B701-3C01-2F4A-BE98-C137377F3F7F}" srcOrd="4" destOrd="0" presId="urn:microsoft.com/office/officeart/2005/8/layout/matrix2"/>
    <dgm:cxn modelId="{A218311F-B16F-44CC-831A-FA95FCD397AB}" type="presOf" srcId="{70AB65D1-36CE-6A49-88C0-99A601873A2B}" destId="{6EE1B701-3C01-2F4A-BE98-C137377F3F7F}" srcOrd="0" destOrd="0" presId="urn:microsoft.com/office/officeart/2005/8/layout/matrix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EFB68C7B-FB10-42D5-93E5-9BD584CD9E93}">
      <dsp:nvSpPr>
        <dsp:cNvPr id="3" name="圆角矩形 2"/>
        <dsp:cNvSpPr/>
      </dsp:nvSpPr>
      <dsp:spPr bwMode="white">
        <a:xfrm>
          <a:off x="0" y="0"/>
          <a:ext cx="6995160" cy="135778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37160" tIns="137160" rIns="137160" bIns="13716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zh-CN" altLang="en-US" sz="3600" dirty="0" smtClean="0"/>
            <a:t>如何定密</a:t>
          </a:r>
          <a:endParaRPr lang="zh-CN" altLang="en-US" sz="3600" dirty="0"/>
        </a:p>
      </dsp:txBody>
      <dsp:txXfrm>
        <a:off x="0" y="0"/>
        <a:ext cx="6995160" cy="1357789"/>
      </dsp:txXfrm>
    </dsp:sp>
    <dsp:sp modelId="{0827541F-79AF-420D-A7B1-13772D22539E}">
      <dsp:nvSpPr>
        <dsp:cNvPr id="4" name="圆角矩形 3"/>
        <dsp:cNvSpPr/>
      </dsp:nvSpPr>
      <dsp:spPr bwMode="white">
        <a:xfrm>
          <a:off x="617220" y="1584087"/>
          <a:ext cx="6995160" cy="135778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91439" tIns="91439" rIns="91439" bIns="91439"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zh-CN" altLang="en-US" sz="2400" dirty="0" smtClean="0"/>
            <a:t>定密依据、定密责任人、定密授权、定密内容与流程、定密结果、变更与解密</a:t>
          </a:r>
          <a:endParaRPr lang="zh-CN" altLang="en-US" sz="2400" dirty="0"/>
        </a:p>
      </dsp:txBody>
      <dsp:txXfrm>
        <a:off x="617220" y="1584087"/>
        <a:ext cx="6995160" cy="1357789"/>
      </dsp:txXfrm>
    </dsp:sp>
    <dsp:sp modelId="{28582A84-C370-409A-9914-FBD3A44DE95A}">
      <dsp:nvSpPr>
        <dsp:cNvPr id="5" name="圆角矩形 4"/>
        <dsp:cNvSpPr/>
      </dsp:nvSpPr>
      <dsp:spPr bwMode="white">
        <a:xfrm>
          <a:off x="1234440" y="3168174"/>
          <a:ext cx="6995160" cy="1357789"/>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25730" tIns="125730" rIns="125730" bIns="125730" anchor="ctr"/>
        <a:lstStyle>
          <a:lvl1pPr algn="l">
            <a:defRPr sz="3300"/>
          </a:lvl1pPr>
          <a:lvl2pPr marL="228600" indent="-228600" algn="l">
            <a:defRPr sz="2500"/>
          </a:lvl2pPr>
          <a:lvl3pPr marL="457200" indent="-228600" algn="l">
            <a:defRPr sz="2500"/>
          </a:lvl3pPr>
          <a:lvl4pPr marL="685800" indent="-228600" algn="l">
            <a:defRPr sz="2500"/>
          </a:lvl4pPr>
          <a:lvl5pPr marL="914400" indent="-228600" algn="l">
            <a:defRPr sz="2500"/>
          </a:lvl5pPr>
          <a:lvl6pPr marL="1143000" indent="-228600" algn="l">
            <a:defRPr sz="2500"/>
          </a:lvl6pPr>
          <a:lvl7pPr marL="1371600" indent="-228600" algn="l">
            <a:defRPr sz="2500"/>
          </a:lvl7pPr>
          <a:lvl8pPr marL="1600200" indent="-228600" algn="l">
            <a:defRPr sz="2500"/>
          </a:lvl8pPr>
          <a:lvl9pPr marL="1828800" indent="-228600" algn="l">
            <a:defRPr sz="2500"/>
          </a:lvl9pPr>
        </a:lstStyle>
        <a:p>
          <a:pPr lvl="0">
            <a:lnSpc>
              <a:spcPct val="100000"/>
            </a:lnSpc>
            <a:spcBef>
              <a:spcPct val="0"/>
            </a:spcBef>
            <a:spcAft>
              <a:spcPct val="35000"/>
            </a:spcAft>
          </a:pPr>
          <a:r>
            <a:rPr lang="zh-CN" altLang="en-US" dirty="0" smtClean="0"/>
            <a:t>定密监督的主体、内容、方式</a:t>
          </a:r>
          <a:endParaRPr lang="zh-CN" altLang="en-US" dirty="0"/>
        </a:p>
      </dsp:txBody>
      <dsp:txXfrm>
        <a:off x="1234440" y="3168174"/>
        <a:ext cx="6995160" cy="1357789"/>
      </dsp:txXfrm>
    </dsp:sp>
    <dsp:sp modelId="{6BF123D6-C876-4862-966D-7EDC245C5122}">
      <dsp:nvSpPr>
        <dsp:cNvPr id="6" name="下箭头 5"/>
        <dsp:cNvSpPr/>
      </dsp:nvSpPr>
      <dsp:spPr bwMode="white">
        <a:xfrm>
          <a:off x="6112597" y="1029657"/>
          <a:ext cx="882563" cy="882563"/>
        </a:xfrm>
        <a:prstGeom prst="downArrow">
          <a:avLst>
            <a:gd name="adj1" fmla="val 55000"/>
            <a:gd name="adj2" fmla="val 45000"/>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46990" tIns="46990" rIns="46990" bIns="46990" anchor="ctr"/>
        <a:lstStyle>
          <a:lvl1pPr algn="ctr">
            <a:defRPr sz="37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endParaRPr lang="zh-CN" altLang="en-US">
            <a:solidFill>
              <a:schemeClr val="dk1"/>
            </a:solidFill>
          </a:endParaRPr>
        </a:p>
      </dsp:txBody>
      <dsp:txXfrm>
        <a:off x="6112597" y="1029657"/>
        <a:ext cx="882563" cy="882563"/>
      </dsp:txXfrm>
    </dsp:sp>
    <dsp:sp modelId="{864F9DEF-E595-49DE-9EF1-95F679724D65}">
      <dsp:nvSpPr>
        <dsp:cNvPr id="7" name="下箭头 6"/>
        <dsp:cNvSpPr/>
      </dsp:nvSpPr>
      <dsp:spPr bwMode="white">
        <a:xfrm>
          <a:off x="6729817" y="2604692"/>
          <a:ext cx="882563" cy="882563"/>
        </a:xfrm>
        <a:prstGeom prst="downArrow">
          <a:avLst>
            <a:gd name="adj1" fmla="val 55000"/>
            <a:gd name="adj2" fmla="val 45000"/>
          </a:avLst>
        </a:prstGeom>
      </dsp:spPr>
      <dsp:style>
        <a:lnRef idx="2">
          <a:schemeClr val="accent1">
            <a:alpha val="90000"/>
            <a:tint val="40000"/>
          </a:schemeClr>
        </a:lnRef>
        <a:fillRef idx="1">
          <a:schemeClr val="accent1">
            <a:alpha val="90000"/>
            <a:tint val="40000"/>
          </a:schemeClr>
        </a:fillRef>
        <a:effectRef idx="0">
          <a:scrgbClr r="0" g="0" b="0"/>
        </a:effectRef>
        <a:fontRef idx="minor"/>
      </dsp:style>
      <dsp:txBody>
        <a:bodyPr lIns="46990" tIns="46990" rIns="46990" bIns="46990" anchor="ctr"/>
        <a:lstStyle>
          <a:lvl1pPr algn="ctr">
            <a:defRPr sz="3700"/>
          </a:lvl1pPr>
          <a:lvl2pPr marL="285750" indent="-285750" algn="ctr">
            <a:defRPr sz="2900"/>
          </a:lvl2pPr>
          <a:lvl3pPr marL="571500" indent="-285750" algn="ctr">
            <a:defRPr sz="2900"/>
          </a:lvl3pPr>
          <a:lvl4pPr marL="857250" indent="-285750" algn="ctr">
            <a:defRPr sz="2900"/>
          </a:lvl4pPr>
          <a:lvl5pPr marL="1143000" indent="-285750" algn="ctr">
            <a:defRPr sz="2900"/>
          </a:lvl5pPr>
          <a:lvl6pPr marL="1428750" indent="-285750" algn="ctr">
            <a:defRPr sz="2900"/>
          </a:lvl6pPr>
          <a:lvl7pPr marL="1714500" indent="-285750" algn="ctr">
            <a:defRPr sz="2900"/>
          </a:lvl7pPr>
          <a:lvl8pPr marL="2000250" indent="-285750" algn="ctr">
            <a:defRPr sz="2900"/>
          </a:lvl8pPr>
          <a:lvl9pPr marL="2286000" indent="-285750" algn="ctr">
            <a:defRPr sz="2900"/>
          </a:lvl9pPr>
        </a:lstStyle>
        <a:p>
          <a:pPr lvl="0">
            <a:lnSpc>
              <a:spcPct val="100000"/>
            </a:lnSpc>
            <a:spcBef>
              <a:spcPct val="0"/>
            </a:spcBef>
            <a:spcAft>
              <a:spcPct val="35000"/>
            </a:spcAft>
          </a:pPr>
          <a:endParaRPr lang="zh-CN" altLang="en-US">
            <a:solidFill>
              <a:schemeClr val="dk1"/>
            </a:solidFill>
          </a:endParaRPr>
        </a:p>
      </dsp:txBody>
      <dsp:txXfrm>
        <a:off x="6729817" y="2604692"/>
        <a:ext cx="882563" cy="882563"/>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5361459"/>
        <a:chOff x="0" y="0"/>
        <a:chExt cx="8229600" cy="5361459"/>
      </a:xfrm>
    </dsp:grpSpPr>
    <dsp:sp modelId="{74CA9973-D832-8D47-986A-AFE8F31D0557}">
      <dsp:nvSpPr>
        <dsp:cNvPr id="3" name="圆角矩形 2"/>
        <dsp:cNvSpPr/>
      </dsp:nvSpPr>
      <dsp:spPr bwMode="white">
        <a:xfrm>
          <a:off x="0" y="74870"/>
          <a:ext cx="8229600" cy="582930"/>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dirty="0" smtClean="0"/>
            <a:t>权限不当</a:t>
          </a:r>
          <a:endParaRPr lang="zh-CN" altLang="en-US" dirty="0"/>
        </a:p>
      </dsp:txBody>
      <dsp:txXfrm>
        <a:off x="0" y="74870"/>
        <a:ext cx="8229600" cy="582930"/>
      </dsp:txXfrm>
    </dsp:sp>
    <dsp:sp modelId="{E4C80DE9-FBF0-4543-8603-72B7E7551BB9}">
      <dsp:nvSpPr>
        <dsp:cNvPr id="4" name="矩形 3"/>
        <dsp:cNvSpPr/>
      </dsp:nvSpPr>
      <dsp:spPr bwMode="white">
        <a:xfrm>
          <a:off x="0" y="657800"/>
          <a:ext cx="8229600" cy="3808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29210" rIns="163576" bIns="29210" anchor="t"/>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nSpc>
              <a:spcPct val="100000"/>
            </a:lnSpc>
            <a:spcBef>
              <a:spcPct val="0"/>
            </a:spcBef>
            <a:spcAft>
              <a:spcPct val="20000"/>
            </a:spcAft>
            <a:buChar char="•"/>
          </a:pPr>
          <a:r>
            <a:rPr lang="zh-CN" altLang="en-US" dirty="0" smtClean="0">
              <a:solidFill>
                <a:schemeClr val="tx1"/>
              </a:solidFill>
            </a:rPr>
            <a:t>没有定密权的机关、单位定密，或者有定密权的机关、单位超出权限范围定密</a:t>
          </a:r>
          <a:endParaRPr lang="zh-CN" altLang="en-US" dirty="0">
            <a:solidFill>
              <a:schemeClr val="tx1"/>
            </a:solidFill>
          </a:endParaRPr>
        </a:p>
      </dsp:txBody>
      <dsp:txXfrm>
        <a:off x="0" y="657800"/>
        <a:ext cx="8229600" cy="380880"/>
      </dsp:txXfrm>
    </dsp:sp>
    <dsp:sp modelId="{0E22D6CF-5977-9940-8770-8AE385A8C6F8}">
      <dsp:nvSpPr>
        <dsp:cNvPr id="5" name="圆角矩形 4"/>
        <dsp:cNvSpPr/>
      </dsp:nvSpPr>
      <dsp:spPr bwMode="white">
        <a:xfrm>
          <a:off x="0" y="1038680"/>
          <a:ext cx="8229600" cy="582930"/>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dirty="0" smtClean="0"/>
            <a:t>依据不当</a:t>
          </a:r>
          <a:endParaRPr lang="zh-CN" altLang="en-US" dirty="0"/>
        </a:p>
      </dsp:txBody>
      <dsp:txXfrm>
        <a:off x="0" y="1038680"/>
        <a:ext cx="8229600" cy="582930"/>
      </dsp:txXfrm>
    </dsp:sp>
    <dsp:sp modelId="{360659EA-39A4-234A-A5C7-386B09A77019}">
      <dsp:nvSpPr>
        <dsp:cNvPr id="6" name="矩形 5"/>
        <dsp:cNvSpPr/>
      </dsp:nvSpPr>
      <dsp:spPr bwMode="white">
        <a:xfrm>
          <a:off x="0" y="1621610"/>
          <a:ext cx="8229600" cy="57721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29210" rIns="163576" bIns="29210" anchor="t"/>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nSpc>
              <a:spcPct val="100000"/>
            </a:lnSpc>
            <a:spcBef>
              <a:spcPct val="0"/>
            </a:spcBef>
            <a:spcAft>
              <a:spcPct val="20000"/>
            </a:spcAft>
            <a:buChar char="•"/>
          </a:pPr>
          <a:r>
            <a:rPr lang="zh-CN" altLang="en-US" dirty="0" smtClean="0">
              <a:solidFill>
                <a:schemeClr val="tx1"/>
              </a:solidFill>
            </a:rPr>
            <a:t>未按照有关保密事项范围定密，如保密事项范围明确规定应当定密而没有定密，或者与保密事项范围规定的密级、保密期限明显不符</a:t>
          </a:r>
          <a:endParaRPr lang="zh-CN" altLang="en-US" dirty="0">
            <a:solidFill>
              <a:schemeClr val="tx1"/>
            </a:solidFill>
          </a:endParaRPr>
        </a:p>
      </dsp:txBody>
      <dsp:txXfrm>
        <a:off x="0" y="1621610"/>
        <a:ext cx="8229600" cy="577215"/>
      </dsp:txXfrm>
    </dsp:sp>
    <dsp:sp modelId="{293DB2D2-428C-B04D-96CA-1360571C97F3}">
      <dsp:nvSpPr>
        <dsp:cNvPr id="7" name="圆角矩形 6"/>
        <dsp:cNvSpPr/>
      </dsp:nvSpPr>
      <dsp:spPr bwMode="white">
        <a:xfrm>
          <a:off x="0" y="2198825"/>
          <a:ext cx="8229600" cy="582930"/>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dirty="0" smtClean="0"/>
            <a:t>程序不当</a:t>
          </a:r>
          <a:endParaRPr lang="zh-CN" altLang="en-US" dirty="0"/>
        </a:p>
      </dsp:txBody>
      <dsp:txXfrm>
        <a:off x="0" y="2198825"/>
        <a:ext cx="8229600" cy="582930"/>
      </dsp:txXfrm>
    </dsp:sp>
    <dsp:sp modelId="{CB3FB5ED-8EEA-1D4B-9F93-710F856BB0FD}">
      <dsp:nvSpPr>
        <dsp:cNvPr id="8" name="矩形 7"/>
        <dsp:cNvSpPr/>
      </dsp:nvSpPr>
      <dsp:spPr bwMode="white">
        <a:xfrm>
          <a:off x="0" y="2781755"/>
          <a:ext cx="8229600" cy="57721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29210" rIns="163576" bIns="29210" anchor="t"/>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nSpc>
              <a:spcPct val="100000"/>
            </a:lnSpc>
            <a:spcBef>
              <a:spcPct val="0"/>
            </a:spcBef>
            <a:spcAft>
              <a:spcPct val="20000"/>
            </a:spcAft>
            <a:buChar char="•"/>
          </a:pPr>
          <a:r>
            <a:rPr lang="zh-CN" altLang="en-US" dirty="0" smtClean="0">
              <a:solidFill>
                <a:schemeClr val="tx1"/>
              </a:solidFill>
            </a:rPr>
            <a:t>未按照保密法律法规规定的定密程序定密，如定密未经定密责任人审核批准，密级、保密期限、知悉范围变更后未及时书面通知</a:t>
          </a:r>
          <a:endParaRPr lang="zh-CN" altLang="en-US" dirty="0">
            <a:solidFill>
              <a:schemeClr val="tx1"/>
            </a:solidFill>
          </a:endParaRPr>
        </a:p>
      </dsp:txBody>
      <dsp:txXfrm>
        <a:off x="0" y="2781755"/>
        <a:ext cx="8229600" cy="577215"/>
      </dsp:txXfrm>
    </dsp:sp>
    <dsp:sp modelId="{B0022235-0392-E64F-965A-14A51AA1C9B9}">
      <dsp:nvSpPr>
        <dsp:cNvPr id="9" name="圆角矩形 8"/>
        <dsp:cNvSpPr/>
      </dsp:nvSpPr>
      <dsp:spPr bwMode="white">
        <a:xfrm>
          <a:off x="0" y="3358970"/>
          <a:ext cx="8229600" cy="582930"/>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dirty="0" smtClean="0"/>
            <a:t>内容不当</a:t>
          </a:r>
          <a:endParaRPr lang="zh-CN" altLang="en-US" dirty="0"/>
        </a:p>
      </dsp:txBody>
      <dsp:txXfrm>
        <a:off x="0" y="3358970"/>
        <a:ext cx="8229600" cy="582930"/>
      </dsp:txXfrm>
    </dsp:sp>
    <dsp:sp modelId="{A1E7AACF-2897-F44E-A422-D6CA407F0CC1}">
      <dsp:nvSpPr>
        <dsp:cNvPr id="10" name="矩形 9"/>
        <dsp:cNvSpPr/>
      </dsp:nvSpPr>
      <dsp:spPr bwMode="white">
        <a:xfrm>
          <a:off x="0" y="3941900"/>
          <a:ext cx="8229600" cy="3808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29210" rIns="163576" bIns="29210" anchor="t"/>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nSpc>
              <a:spcPct val="100000"/>
            </a:lnSpc>
            <a:spcBef>
              <a:spcPct val="0"/>
            </a:spcBef>
            <a:spcAft>
              <a:spcPct val="20000"/>
            </a:spcAft>
            <a:buChar char="•"/>
          </a:pPr>
          <a:r>
            <a:rPr lang="zh-CN" altLang="en-US" dirty="0" smtClean="0">
              <a:solidFill>
                <a:schemeClr val="tx1"/>
              </a:solidFill>
            </a:rPr>
            <a:t>在确定密级时未同时确定保密期限和知悉范围</a:t>
          </a:r>
          <a:endParaRPr lang="zh-CN" altLang="en-US" dirty="0">
            <a:solidFill>
              <a:schemeClr val="tx1"/>
            </a:solidFill>
          </a:endParaRPr>
        </a:p>
      </dsp:txBody>
      <dsp:txXfrm>
        <a:off x="0" y="3941900"/>
        <a:ext cx="8229600" cy="380880"/>
      </dsp:txXfrm>
    </dsp:sp>
    <dsp:sp modelId="{92EDC9BD-D4CC-D847-AA55-D7D3478CA296}">
      <dsp:nvSpPr>
        <dsp:cNvPr id="11" name="圆角矩形 10"/>
        <dsp:cNvSpPr/>
      </dsp:nvSpPr>
      <dsp:spPr bwMode="white">
        <a:xfrm>
          <a:off x="0" y="4322780"/>
          <a:ext cx="8229600" cy="582930"/>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0">
            <a:lnSpc>
              <a:spcPct val="100000"/>
            </a:lnSpc>
            <a:spcBef>
              <a:spcPct val="0"/>
            </a:spcBef>
            <a:spcAft>
              <a:spcPct val="35000"/>
            </a:spcAft>
          </a:pPr>
          <a:r>
            <a:rPr lang="zh-CN" altLang="en-US" dirty="0" smtClean="0"/>
            <a:t>标志不当</a:t>
          </a:r>
          <a:endParaRPr lang="zh-CN" altLang="en-US" dirty="0"/>
        </a:p>
      </dsp:txBody>
      <dsp:txXfrm>
        <a:off x="0" y="4322780"/>
        <a:ext cx="8229600" cy="582930"/>
      </dsp:txXfrm>
    </dsp:sp>
    <dsp:sp modelId="{09BFD811-5811-7747-B76C-E9DA460D174E}">
      <dsp:nvSpPr>
        <dsp:cNvPr id="12" name="矩形 11"/>
        <dsp:cNvSpPr/>
      </dsp:nvSpPr>
      <dsp:spPr bwMode="white">
        <a:xfrm>
          <a:off x="0" y="4905710"/>
          <a:ext cx="8229600" cy="380880"/>
        </a:xfrm>
        <a:prstGeom prst="rect">
          <a:avLst/>
        </a:prstGeom>
      </dsp:spPr>
      <dsp:style>
        <a:lnRef idx="0">
          <a:schemeClr val="dk1">
            <a:alpha val="0"/>
          </a:schemeClr>
        </a:lnRef>
        <a:fillRef idx="0">
          <a:schemeClr val="lt1">
            <a:alpha val="0"/>
          </a:schemeClr>
        </a:fillRef>
        <a:effectRef idx="0">
          <a:scrgbClr r="0" g="0" b="0"/>
        </a:effectRef>
        <a:fontRef idx="minor"/>
      </dsp:style>
      <dsp:txBody>
        <a:bodyPr lIns="261289" tIns="29210" rIns="163576" bIns="29210" anchor="t"/>
        <a:lstStyle>
          <a:lvl1pPr algn="l">
            <a:defRPr sz="2300"/>
          </a:lvl1pPr>
          <a:lvl2pPr marL="171450" indent="-171450" algn="l">
            <a:defRPr sz="1700"/>
          </a:lvl2pPr>
          <a:lvl3pPr marL="342900" indent="-171450" algn="l">
            <a:defRPr sz="1700"/>
          </a:lvl3pPr>
          <a:lvl4pPr marL="514350" indent="-171450" algn="l">
            <a:defRPr sz="1700"/>
          </a:lvl4pPr>
          <a:lvl5pPr marL="685800" indent="-171450" algn="l">
            <a:defRPr sz="1700"/>
          </a:lvl5pPr>
          <a:lvl6pPr marL="857250" indent="-171450" algn="l">
            <a:defRPr sz="1700"/>
          </a:lvl6pPr>
          <a:lvl7pPr marL="1028700" indent="-171450" algn="l">
            <a:defRPr sz="1700"/>
          </a:lvl7pPr>
          <a:lvl8pPr marL="1200150" indent="-171450" algn="l">
            <a:defRPr sz="1700"/>
          </a:lvl8pPr>
          <a:lvl9pPr marL="1371600" indent="-171450" algn="l">
            <a:defRPr sz="1700"/>
          </a:lvl9pPr>
        </a:lstStyle>
        <a:p>
          <a:pPr lvl="1">
            <a:lnSpc>
              <a:spcPct val="100000"/>
            </a:lnSpc>
            <a:spcBef>
              <a:spcPct val="0"/>
            </a:spcBef>
            <a:spcAft>
              <a:spcPct val="20000"/>
            </a:spcAft>
            <a:buChar char="•"/>
          </a:pPr>
          <a:r>
            <a:rPr lang="zh-CN" altLang="en-US" dirty="0" smtClean="0">
              <a:solidFill>
                <a:schemeClr val="tx1"/>
              </a:solidFill>
            </a:rPr>
            <a:t>国家秘密标志不完整、不规范</a:t>
          </a:r>
          <a:endParaRPr lang="zh-CN" altLang="en-US" dirty="0">
            <a:solidFill>
              <a:schemeClr val="tx1"/>
            </a:solidFill>
          </a:endParaRPr>
        </a:p>
      </dsp:txBody>
      <dsp:txXfrm>
        <a:off x="0" y="4905710"/>
        <a:ext cx="8229600" cy="380880"/>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525963"/>
        <a:chOff x="0" y="0"/>
        <a:chExt cx="8229600" cy="4525963"/>
      </a:xfrm>
    </dsp:grpSpPr>
    <dsp:sp modelId="{31FA6D65-5F08-8E4D-8EB4-C83857438B33}">
      <dsp:nvSpPr>
        <dsp:cNvPr id="3" name="圆角矩形 2"/>
        <dsp:cNvSpPr/>
      </dsp:nvSpPr>
      <dsp:spPr bwMode="white">
        <a:xfrm>
          <a:off x="3370404" y="0"/>
          <a:ext cx="1488792" cy="967715"/>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权限不当</a:t>
          </a:r>
          <a:endParaRPr lang="zh-CN" altLang="en-US" dirty="0"/>
        </a:p>
      </dsp:txBody>
      <dsp:txXfrm>
        <a:off x="3370404" y="0"/>
        <a:ext cx="1488792" cy="967715"/>
      </dsp:txXfrm>
    </dsp:sp>
    <dsp:sp modelId="{B2C8557B-41EA-6346-90D2-54B9E9F7CFB6}">
      <dsp:nvSpPr>
        <dsp:cNvPr id="4" name="弧形 3"/>
        <dsp:cNvSpPr/>
      </dsp:nvSpPr>
      <dsp:spPr bwMode="white">
        <a:xfrm>
          <a:off x="2183075" y="483857"/>
          <a:ext cx="3863451" cy="3863451"/>
        </a:xfrm>
        <a:prstGeom prst="arc">
          <a:avLst>
            <a:gd name="adj1" fmla="val 17579926"/>
            <a:gd name="adj2" fmla="val 19538753"/>
          </a:avLst>
        </a:prstGeom>
      </dsp:spPr>
      <dsp:style>
        <a:lnRef idx="1">
          <a:schemeClr val="accent1"/>
        </a:lnRef>
        <a:fillRef idx="0">
          <a:schemeClr val="accent1"/>
        </a:fillRef>
        <a:effectRef idx="0">
          <a:scrgbClr r="0" g="0" b="0"/>
        </a:effectRef>
        <a:fontRef idx="minor"/>
      </dsp:style>
      <dsp:txXfrm>
        <a:off x="2183075" y="483857"/>
        <a:ext cx="3863451" cy="3863451"/>
      </dsp:txXfrm>
    </dsp:sp>
    <dsp:sp modelId="{220E0308-BCE4-0D42-8F78-8ED33A5CA1FC}">
      <dsp:nvSpPr>
        <dsp:cNvPr id="5" name="圆角矩形 4"/>
        <dsp:cNvSpPr/>
      </dsp:nvSpPr>
      <dsp:spPr bwMode="white">
        <a:xfrm>
          <a:off x="5207584" y="1334789"/>
          <a:ext cx="1488792" cy="967715"/>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程序不当</a:t>
          </a:r>
          <a:endParaRPr lang="zh-CN" altLang="en-US" dirty="0"/>
        </a:p>
      </dsp:txBody>
      <dsp:txXfrm>
        <a:off x="5207584" y="1334789"/>
        <a:ext cx="1488792" cy="967715"/>
      </dsp:txXfrm>
    </dsp:sp>
    <dsp:sp modelId="{4A1E5D5E-6BFB-F945-8150-B2F317E26C19}">
      <dsp:nvSpPr>
        <dsp:cNvPr id="6" name="弧形 5"/>
        <dsp:cNvSpPr/>
      </dsp:nvSpPr>
      <dsp:spPr bwMode="white">
        <a:xfrm>
          <a:off x="2183075" y="483857"/>
          <a:ext cx="3863451" cy="3863451"/>
        </a:xfrm>
        <a:prstGeom prst="arc">
          <a:avLst>
            <a:gd name="adj1" fmla="val 21421033"/>
            <a:gd name="adj2" fmla="val 2014897"/>
          </a:avLst>
        </a:prstGeom>
      </dsp:spPr>
      <dsp:style>
        <a:lnRef idx="1">
          <a:schemeClr val="accent1"/>
        </a:lnRef>
        <a:fillRef idx="0">
          <a:schemeClr val="accent1"/>
        </a:fillRef>
        <a:effectRef idx="0">
          <a:scrgbClr r="0" g="0" b="0"/>
        </a:effectRef>
        <a:fontRef idx="minor"/>
      </dsp:style>
      <dsp:txXfrm>
        <a:off x="2183075" y="483857"/>
        <a:ext cx="3863451" cy="3863451"/>
      </dsp:txXfrm>
    </dsp:sp>
    <dsp:sp modelId="{116EC0A2-F395-B94B-B34A-D7E8E056CDCE}">
      <dsp:nvSpPr>
        <dsp:cNvPr id="7" name="圆角矩形 6"/>
        <dsp:cNvSpPr/>
      </dsp:nvSpPr>
      <dsp:spPr bwMode="white">
        <a:xfrm>
          <a:off x="4505844" y="3494524"/>
          <a:ext cx="1488792" cy="967715"/>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标志不当</a:t>
          </a:r>
          <a:endParaRPr lang="zh-CN" altLang="en-US" dirty="0"/>
        </a:p>
      </dsp:txBody>
      <dsp:txXfrm>
        <a:off x="4505844" y="3494524"/>
        <a:ext cx="1488792" cy="967715"/>
      </dsp:txXfrm>
    </dsp:sp>
    <dsp:sp modelId="{7B4714E7-1F86-4E41-889A-2949FFE456DB}">
      <dsp:nvSpPr>
        <dsp:cNvPr id="8" name="弧形 7"/>
        <dsp:cNvSpPr/>
      </dsp:nvSpPr>
      <dsp:spPr bwMode="white">
        <a:xfrm>
          <a:off x="2183075" y="483857"/>
          <a:ext cx="3863451" cy="3863451"/>
        </a:xfrm>
        <a:prstGeom prst="arc">
          <a:avLst>
            <a:gd name="adj1" fmla="val 4713260"/>
            <a:gd name="adj2" fmla="val 6086739"/>
          </a:avLst>
        </a:prstGeom>
      </dsp:spPr>
      <dsp:style>
        <a:lnRef idx="1">
          <a:schemeClr val="accent1"/>
        </a:lnRef>
        <a:fillRef idx="0">
          <a:schemeClr val="accent1"/>
        </a:fillRef>
        <a:effectRef idx="0">
          <a:scrgbClr r="0" g="0" b="0"/>
        </a:effectRef>
        <a:fontRef idx="minor"/>
      </dsp:style>
      <dsp:txXfrm>
        <a:off x="2183075" y="483857"/>
        <a:ext cx="3863451" cy="3863451"/>
      </dsp:txXfrm>
    </dsp:sp>
    <dsp:sp modelId="{DC9DDE97-5A65-8D49-954B-48BC45251E0C}">
      <dsp:nvSpPr>
        <dsp:cNvPr id="9" name="圆角矩形 8"/>
        <dsp:cNvSpPr/>
      </dsp:nvSpPr>
      <dsp:spPr bwMode="white">
        <a:xfrm>
          <a:off x="2234964" y="3494524"/>
          <a:ext cx="1488792" cy="967715"/>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内容不当</a:t>
          </a:r>
          <a:endParaRPr lang="zh-CN" altLang="en-US" dirty="0"/>
        </a:p>
      </dsp:txBody>
      <dsp:txXfrm>
        <a:off x="2234964" y="3494524"/>
        <a:ext cx="1488792" cy="967715"/>
      </dsp:txXfrm>
    </dsp:sp>
    <dsp:sp modelId="{FF1A74EE-980E-1247-BECE-7EAB1A6A125C}">
      <dsp:nvSpPr>
        <dsp:cNvPr id="10" name="弧形 9"/>
        <dsp:cNvSpPr/>
      </dsp:nvSpPr>
      <dsp:spPr bwMode="white">
        <a:xfrm>
          <a:off x="2183075" y="483857"/>
          <a:ext cx="3863451" cy="3863451"/>
        </a:xfrm>
        <a:prstGeom prst="arc">
          <a:avLst>
            <a:gd name="adj1" fmla="val 8785102"/>
            <a:gd name="adj2" fmla="val 10978966"/>
          </a:avLst>
        </a:prstGeom>
      </dsp:spPr>
      <dsp:style>
        <a:lnRef idx="1">
          <a:schemeClr val="accent1"/>
        </a:lnRef>
        <a:fillRef idx="0">
          <a:schemeClr val="accent1"/>
        </a:fillRef>
        <a:effectRef idx="0">
          <a:scrgbClr r="0" g="0" b="0"/>
        </a:effectRef>
        <a:fontRef idx="minor"/>
      </dsp:style>
      <dsp:txXfrm>
        <a:off x="2183075" y="483857"/>
        <a:ext cx="3863451" cy="3863451"/>
      </dsp:txXfrm>
    </dsp:sp>
    <dsp:sp modelId="{B49432AE-82E3-0E4D-B5E5-56073994F9C8}">
      <dsp:nvSpPr>
        <dsp:cNvPr id="11" name="圆角矩形 10"/>
        <dsp:cNvSpPr/>
      </dsp:nvSpPr>
      <dsp:spPr bwMode="white">
        <a:xfrm>
          <a:off x="1533224" y="1334789"/>
          <a:ext cx="1488792" cy="967715"/>
        </a:xfrm>
        <a:prstGeom prst="roundRect">
          <a:avLst/>
        </a:prstGeom>
      </dsp:spPr>
      <dsp:style>
        <a:lnRef idx="0">
          <a:schemeClr val="lt1"/>
        </a:lnRef>
        <a:fillRef idx="3">
          <a:schemeClr val="accent1"/>
        </a:fillRef>
        <a:effectRef idx="2">
          <a:scrgbClr r="0" g="0" b="0"/>
        </a:effectRef>
        <a:fontRef idx="minor">
          <a:schemeClr val="lt1"/>
        </a:fontRef>
      </dsp:style>
      <dsp:txBody>
        <a:bodyPr lIns="87630" tIns="87630" rIns="87630" bIns="87630" anchor="ctr"/>
        <a:lstStyle>
          <a:lvl1pPr algn="ctr">
            <a:defRPr sz="23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zh-CN" altLang="en-US" dirty="0" smtClean="0"/>
            <a:t>依据不当</a:t>
          </a:r>
          <a:endParaRPr lang="zh-CN" altLang="en-US" dirty="0"/>
        </a:p>
      </dsp:txBody>
      <dsp:txXfrm>
        <a:off x="1533224" y="1334789"/>
        <a:ext cx="1488792" cy="967715"/>
      </dsp:txXfrm>
    </dsp:sp>
    <dsp:sp modelId="{C9ED214F-A188-8747-A7D7-470EA5EEE3DF}">
      <dsp:nvSpPr>
        <dsp:cNvPr id="12" name="弧形 11"/>
        <dsp:cNvSpPr/>
      </dsp:nvSpPr>
      <dsp:spPr bwMode="white">
        <a:xfrm>
          <a:off x="2183075" y="483857"/>
          <a:ext cx="3863451" cy="3863451"/>
        </a:xfrm>
        <a:prstGeom prst="arc">
          <a:avLst>
            <a:gd name="adj1" fmla="val 12861246"/>
            <a:gd name="adj2" fmla="val 14820073"/>
          </a:avLst>
        </a:prstGeom>
      </dsp:spPr>
      <dsp:style>
        <a:lnRef idx="1">
          <a:schemeClr val="accent1"/>
        </a:lnRef>
        <a:fillRef idx="0">
          <a:schemeClr val="accent1"/>
        </a:fillRef>
        <a:effectRef idx="0">
          <a:scrgbClr r="0" g="0" b="0"/>
        </a:effectRef>
        <a:fontRef idx="minor"/>
      </dsp:style>
      <dsp:txXfrm>
        <a:off x="2183075" y="483857"/>
        <a:ext cx="3863451" cy="3863451"/>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525963" cy="4525963"/>
        <a:chOff x="0" y="0"/>
        <a:chExt cx="4525963" cy="4525963"/>
      </a:xfrm>
    </dsp:grpSpPr>
    <dsp:sp modelId="{5E9E316A-CFFB-B244-B9DE-106ACC2CF1AC}">
      <dsp:nvSpPr>
        <dsp:cNvPr id="3" name="十字箭头 2"/>
        <dsp:cNvSpPr/>
      </dsp:nvSpPr>
      <dsp:spPr bwMode="white">
        <a:xfrm>
          <a:off x="1851819" y="0"/>
          <a:ext cx="4525963" cy="4525963"/>
        </a:xfrm>
        <a:prstGeom prst="quadArrow">
          <a:avLst>
            <a:gd name="adj1" fmla="val 2000"/>
            <a:gd name="adj2" fmla="val 4000"/>
            <a:gd name="adj3" fmla="val 5000"/>
          </a:avLst>
        </a:prstGeom>
      </dsp:spPr>
      <dsp:style>
        <a:lnRef idx="0">
          <a:schemeClr val="accent1"/>
        </a:lnRef>
        <a:fillRef idx="1">
          <a:schemeClr val="accent1">
            <a:tint val="40000"/>
          </a:schemeClr>
        </a:fillRef>
        <a:effectRef idx="2">
          <a:scrgbClr r="0" g="0" b="0"/>
        </a:effectRef>
        <a:fontRef idx="minor"/>
      </dsp:style>
      <dsp:txXfrm>
        <a:off x="1851819" y="0"/>
        <a:ext cx="4525963" cy="4525963"/>
      </dsp:txXfrm>
    </dsp:sp>
    <dsp:sp modelId="{9D6452FC-BC83-4543-A831-4C76B73CD38F}">
      <dsp:nvSpPr>
        <dsp:cNvPr id="4" name="圆角矩形 3"/>
        <dsp:cNvSpPr/>
      </dsp:nvSpPr>
      <dsp:spPr bwMode="white">
        <a:xfrm>
          <a:off x="2146006" y="294188"/>
          <a:ext cx="1810385" cy="1810385"/>
        </a:xfrm>
        <a:prstGeom prst="roundRect">
          <a:avLst/>
        </a:prstGeom>
      </dsp:spPr>
      <dsp:style>
        <a:lnRef idx="0">
          <a:schemeClr val="lt1"/>
        </a:lnRef>
        <a:fillRef idx="3">
          <a:schemeClr val="accent1"/>
        </a:fillRef>
        <a:effectRef idx="2">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smtClean="0"/>
            <a:t>定密检查</a:t>
          </a:r>
          <a:endParaRPr lang="zh-CN" altLang="en-US" dirty="0"/>
        </a:p>
      </dsp:txBody>
      <dsp:txXfrm>
        <a:off x="2146006" y="294188"/>
        <a:ext cx="1810385" cy="1810385"/>
      </dsp:txXfrm>
    </dsp:sp>
    <dsp:sp modelId="{3E4D9726-C03E-8241-8B21-F311ABEA5A59}">
      <dsp:nvSpPr>
        <dsp:cNvPr id="5" name="圆角矩形 4"/>
        <dsp:cNvSpPr/>
      </dsp:nvSpPr>
      <dsp:spPr bwMode="white">
        <a:xfrm>
          <a:off x="4273209" y="294188"/>
          <a:ext cx="1810385" cy="1810385"/>
        </a:xfrm>
        <a:prstGeom prst="roundRect">
          <a:avLst/>
        </a:prstGeom>
      </dsp:spPr>
      <dsp:style>
        <a:lnRef idx="0">
          <a:schemeClr val="lt1"/>
        </a:lnRef>
        <a:fillRef idx="3">
          <a:schemeClr val="accent1"/>
        </a:fillRef>
        <a:effectRef idx="2">
          <a:scrgbClr r="0" g="0" b="0"/>
        </a:effectRef>
        <a:fontRef idx="minor">
          <a:schemeClr val="lt1"/>
        </a:fontRef>
      </dsp:style>
      <dsp:txBody>
        <a:bodyPr vert="horz" wrap="square"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smtClean="0"/>
            <a:t>法定定密责任人的监督</a:t>
          </a:r>
          <a:endParaRPr lang="zh-CN" altLang="en-US" dirty="0" smtClean="0"/>
        </a:p>
      </dsp:txBody>
      <dsp:txXfrm>
        <a:off x="4273209" y="294188"/>
        <a:ext cx="1810385" cy="1810385"/>
      </dsp:txXfrm>
    </dsp:sp>
    <dsp:sp modelId="{EBA1C172-40CA-CD40-9C42-6E9691F4CC55}">
      <dsp:nvSpPr>
        <dsp:cNvPr id="6" name="圆角矩形 5"/>
        <dsp:cNvSpPr/>
      </dsp:nvSpPr>
      <dsp:spPr bwMode="white">
        <a:xfrm>
          <a:off x="2146006" y="2421390"/>
          <a:ext cx="1810385" cy="1810385"/>
        </a:xfrm>
        <a:prstGeom prst="roundRect">
          <a:avLst/>
        </a:prstGeom>
      </dsp:spPr>
      <dsp:style>
        <a:lnRef idx="0">
          <a:schemeClr val="lt1"/>
        </a:lnRef>
        <a:fillRef idx="3">
          <a:schemeClr val="accent1"/>
        </a:fillRef>
        <a:effectRef idx="2">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smtClean="0"/>
            <a:t>定密统计</a:t>
          </a:r>
          <a:endParaRPr lang="zh-CN" altLang="en-US" dirty="0"/>
        </a:p>
      </dsp:txBody>
      <dsp:txXfrm>
        <a:off x="2146006" y="2421390"/>
        <a:ext cx="1810385" cy="1810385"/>
      </dsp:txXfrm>
    </dsp:sp>
    <dsp:sp modelId="{6EE1B701-3C01-2F4A-BE98-C137377F3F7F}">
      <dsp:nvSpPr>
        <dsp:cNvPr id="7" name="圆角矩形 6"/>
        <dsp:cNvSpPr/>
      </dsp:nvSpPr>
      <dsp:spPr bwMode="white">
        <a:xfrm>
          <a:off x="4273209" y="2421390"/>
          <a:ext cx="1810385" cy="1810385"/>
        </a:xfrm>
        <a:prstGeom prst="roundRect">
          <a:avLst/>
        </a:prstGeom>
      </dsp:spPr>
      <dsp:style>
        <a:lnRef idx="0">
          <a:schemeClr val="lt1"/>
        </a:lnRef>
        <a:fillRef idx="3">
          <a:schemeClr val="accent1"/>
        </a:fillRef>
        <a:effectRef idx="2">
          <a:scrgbClr r="0" g="0" b="0"/>
        </a:effectRef>
        <a:fontRef idx="minor">
          <a:schemeClr val="lt1"/>
        </a:fontRef>
      </dsp:style>
      <dsp:txBody>
        <a:bodyPr lIns="102870" tIns="102870" rIns="102870" bIns="102870"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nSpc>
              <a:spcPct val="100000"/>
            </a:lnSpc>
            <a:spcBef>
              <a:spcPct val="0"/>
            </a:spcBef>
            <a:spcAft>
              <a:spcPct val="35000"/>
            </a:spcAft>
          </a:pPr>
          <a:r>
            <a:rPr lang="zh-CN" altLang="en-US" dirty="0" smtClean="0"/>
            <a:t>定密核查</a:t>
          </a:r>
          <a:endParaRPr lang="zh-CN" altLang="en-US" dirty="0"/>
        </a:p>
      </dsp:txBody>
      <dsp:txXfrm>
        <a:off x="4273209" y="2421390"/>
        <a:ext cx="1810385" cy="181038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endSty" val="noArr"/>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2">
  <dgm:title val=""/>
  <dgm:desc val=""/>
  <dgm:catLst>
    <dgm:cat type="matrix" pri="3000"/>
  </dgm:catLst>
  <dgm:sampData>
    <dgm:dataModel>
      <dgm:ptLst>
        <dgm:pt modelId="0" type="doc">
          <dgm:prSet qsTypeId="urn:microsoft.com/office/officeart/2005/8/quickstyle/simple5"/>
        </dgm:pt>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l" for="ch" forName="rect1" refType="w" fact="0.065"/>
          <dgm:constr type="t" for="ch" forName="rect1" refType="h" fact="0.065"/>
          <dgm:constr type="w" for="ch" forName="rect2" refType="w" fact="0.4"/>
          <dgm:constr type="h" for="ch" forName="rect2" refType="h" fact="0.4"/>
          <dgm:constr type="r" for="ch" forName="rect2" refType="w" fact="0.935"/>
          <dgm:constr type="t" for="ch" forName="rect2" refType="h" fact="0.065"/>
          <dgm:constr type="w" for="ch" forName="rect3" refType="w" fact="0.4"/>
          <dgm:constr type="h" for="ch" forName="rect3" refType="w" fact="0.4"/>
          <dgm:constr type="l" for="ch" forName="rect3" refType="w" fact="0.065"/>
          <dgm:constr type="b" for="ch" forName="rect3" refType="h" fact="0.935"/>
          <dgm:constr type="w" for="ch" forName="rect4" refType="w" fact="0.4"/>
          <dgm:constr type="h" for="ch" forName="rect4" refType="h" fact="0.4"/>
          <dgm:constr type="r" for="ch" forName="rect4" refType="w" fact="0.935"/>
          <dgm:constr type="b" for="ch" forName="rect4" refType="h" fact="0.935"/>
        </dgm:constrLst>
      </dgm:if>
      <dgm:else name="Name2">
        <dgm:constrLst>
          <dgm:constr type="primFontSz" for="ch" ptType="node" op="equ" val="65"/>
          <dgm:constr type="w" for="ch" forName="axisShape" refType="w"/>
          <dgm:constr type="h" for="ch" forName="axisShape" refType="h"/>
          <dgm:constr type="w" for="ch" forName="rect1" refType="w" fact="0.4"/>
          <dgm:constr type="h" for="ch" forName="rect1" refType="w" fact="0.4"/>
          <dgm:constr type="r" for="ch" forName="rect1" refType="w" fact="0.935"/>
          <dgm:constr type="t" for="ch" forName="rect1" refType="h" fact="0.065"/>
          <dgm:constr type="w" for="ch" forName="rect2" refType="w" fact="0.4"/>
          <dgm:constr type="h" for="ch" forName="rect2" refType="h" fact="0.4"/>
          <dgm:constr type="l" for="ch" forName="rect2" refType="w" fact="0.065"/>
          <dgm:constr type="t" for="ch" forName="rect2" refType="h" fact="0.065"/>
          <dgm:constr type="w" for="ch" forName="rect3" refType="w" fact="0.4"/>
          <dgm:constr type="h" for="ch" forName="rect3" refType="w" fact="0.4"/>
          <dgm:constr type="r" for="ch" forName="rect3" refType="w" fact="0.935"/>
          <dgm:constr type="b" for="ch" forName="rect3" refType="h" fact="0.935"/>
          <dgm:constr type="w" for="ch" forName="rect4" refType="w" fact="0.4"/>
          <dgm:constr type="h" for="ch" forName="rect4" refType="h" fact="0.4"/>
          <dgm:constr type="l" for="ch" forName="rect4" refType="w" fact="0.065"/>
          <dgm:constr type="b" for="ch" forName="rect4" refType="h" fact="0.935"/>
        </dgm:constrLst>
      </dgm:else>
    </dgm:choose>
    <dgm:ruleLst/>
    <dgm:choose name="Name3">
      <dgm:if name="Name4" axis="ch" ptType="node" func="cnt" op="gte" val="1">
        <dgm:layoutNode name="axisShape" styleLbl="bgShp">
          <dgm:alg type="sp"/>
          <dgm:shape xmlns:r="http://schemas.openxmlformats.org/officeDocument/2006/relationships" type="quadArrow" r:blip="">
            <dgm:adjLst>
              <dgm:adj idx="1" val="0.02"/>
              <dgm:adj idx="2" val="0.04"/>
              <dgm:adj idx="3" val="0.05"/>
            </dgm:adjLst>
          </dgm:shape>
          <dgm:presOf/>
          <dgm:constrLst/>
          <dgm:ruleLst/>
        </dgm:layoutNode>
        <dgm:layoutNode name="rect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rect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smtClean="0"/>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smtClean="0"/>
              <a:t>单击此处编辑母版副标题样式</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85800" y="2924181"/>
            <a:ext cx="7772400" cy="1362075"/>
          </a:xfrm>
        </p:spPr>
        <p:txBody>
          <a:bodyPr anchor="t"/>
          <a:lstStyle>
            <a:lvl1pPr algn="l">
              <a:defRPr sz="4400" b="0" cap="all"/>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smtClean="0"/>
              <a:t>单击此处编辑母版文本样式</a:t>
            </a:r>
            <a:endParaRPr kumimoji="0"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文本占位符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2" name="标题 1"/>
          <p:cNvSpPr>
            <a:spLocks noGrp="1"/>
          </p:cNvSpPr>
          <p:nvPr>
            <p:ph type="title"/>
          </p:nvPr>
        </p:nvSpPr>
        <p:spPr>
          <a:xfrm>
            <a:off x="457205" y="285728"/>
            <a:ext cx="8230993" cy="696626"/>
          </a:xfrm>
        </p:spPr>
        <p:txBody>
          <a:bodyPr anchor="ctr"/>
          <a:lstStyle>
            <a:lvl1pPr algn="ctr">
              <a:defRPr sz="3600" b="0"/>
            </a:lvl1pPr>
          </a:lstStyle>
          <a:p>
            <a:r>
              <a:rPr kumimoji="0" lang="zh-CN" altLang="en-US" smtClean="0"/>
              <a:t>单击此处编辑母版标题样式</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001024" y="642918"/>
            <a:ext cx="785818" cy="4572032"/>
          </a:xfrm>
        </p:spPr>
        <p:txBody>
          <a:bodyPr vert="eaVert" anchor="ctr"/>
          <a:lstStyle>
            <a:lvl1pPr algn="l">
              <a:defRPr sz="2400" b="0"/>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smtClean="0"/>
              <a:t>单击图标添加图片</a:t>
            </a:r>
            <a:endParaRPr kumimoji="0" lang="en-US"/>
          </a:p>
        </p:txBody>
      </p:sp>
      <p:sp>
        <p:nvSpPr>
          <p:cNvPr id="4" name="文本占位符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43768" y="274639"/>
            <a:ext cx="1543032"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9"/>
            <a:ext cx="6615130" cy="5851525"/>
          </a:xfrm>
        </p:spPr>
        <p:txBody>
          <a:bodyPr vert="eaVert"/>
          <a:lstStyle/>
          <a:p>
            <a:pPr lvl="0" eaLnBrk="1" latinLnBrk="0" hangingPunct="1"/>
            <a:r>
              <a:rPr lang="zh-CN" altLang="en-US" smtClean="0"/>
              <a:t>单击此处编辑母版文本样式</a:t>
            </a:r>
            <a:endParaRPr lang="zh-CN" altLang="en-US" smtClean="0"/>
          </a:p>
          <a:p>
            <a:pPr lvl="1" eaLnBrk="1" latinLnBrk="0" hangingPunct="1"/>
            <a:r>
              <a:rPr lang="zh-CN" altLang="en-US" smtClean="0"/>
              <a:t>第二级</a:t>
            </a:r>
            <a:endParaRPr lang="zh-CN" altLang="en-US" smtClean="0"/>
          </a:p>
          <a:p>
            <a:pPr lvl="2" eaLnBrk="1" latinLnBrk="0" hangingPunct="1"/>
            <a:r>
              <a:rPr lang="zh-CN" altLang="en-US" smtClean="0"/>
              <a:t>第三级</a:t>
            </a:r>
            <a:endParaRPr lang="zh-CN" altLang="en-US" smtClean="0"/>
          </a:p>
          <a:p>
            <a:pPr lvl="3" eaLnBrk="1" latinLnBrk="0" hangingPunct="1"/>
            <a:r>
              <a:rPr lang="zh-CN" altLang="en-US" smtClean="0"/>
              <a:t>第四级</a:t>
            </a:r>
            <a:endParaRPr lang="zh-CN" altLang="en-US" smtClean="0"/>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图片 7"/>
          <p:cNvPicPr>
            <a:picLocks noChangeAspect="1"/>
          </p:cNvPicPr>
          <p:nvPr/>
        </p:nvPicPr>
        <p:blipFill>
          <a:blip r:embed="rId12">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矩形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矩形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pic>
        <p:nvPicPr>
          <p:cNvPr id="9" name="图片 8"/>
          <p:cNvPicPr>
            <a:picLocks noChangeAspect="1"/>
          </p:cNvPicPr>
          <p:nvPr/>
        </p:nvPicPr>
        <p:blipFill>
          <a:blip r:embed="rId13">
            <a:duotone>
              <a:schemeClr val="accent1"/>
              <a:srgbClr val="FFFFFF"/>
            </a:duotone>
            <a:lum bright="35000" contrast="40000"/>
          </a:blip>
          <a:stretch>
            <a:fillRect/>
          </a:stretch>
        </p:blipFill>
        <p:spPr>
          <a:xfrm>
            <a:off x="0" y="6420445"/>
            <a:ext cx="9144000" cy="437555"/>
          </a:xfrm>
          <a:prstGeom prst="rect">
            <a:avLst/>
          </a:prstGeom>
          <a:noFill/>
          <a:ln>
            <a:noFill/>
          </a:ln>
          <a:effectLst/>
        </p:spPr>
      </p:pic>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zh-CN" altLang="en-US" smtClean="0"/>
              <a:t>单击此处编辑母版文本样式</a:t>
            </a:r>
            <a:endParaRPr kumimoji="0" lang="zh-CN" altLang="en-US" smtClean="0"/>
          </a:p>
          <a:p>
            <a:pPr lvl="1" eaLnBrk="1" latinLnBrk="0" hangingPunct="1"/>
            <a:r>
              <a:rPr kumimoji="0" lang="zh-CN" altLang="en-US" smtClean="0"/>
              <a:t>第二级</a:t>
            </a:r>
            <a:endParaRPr kumimoji="0" lang="zh-CN" altLang="en-US" smtClean="0"/>
          </a:p>
          <a:p>
            <a:pPr lvl="2" eaLnBrk="1" latinLnBrk="0" hangingPunct="1"/>
            <a:r>
              <a:rPr kumimoji="0" lang="zh-CN" altLang="en-US" smtClean="0"/>
              <a:t>第三级</a:t>
            </a:r>
            <a:endParaRPr kumimoji="0" lang="zh-CN" altLang="en-US" smtClean="0"/>
          </a:p>
          <a:p>
            <a:pPr lvl="3" eaLnBrk="1" latinLnBrk="0" hangingPunct="1"/>
            <a:r>
              <a:rPr kumimoji="0" lang="zh-CN" altLang="en-US" smtClean="0"/>
              <a:t>第四级</a:t>
            </a:r>
            <a:endParaRPr kumimoji="0" lang="zh-CN" altLang="en-US" smtClean="0"/>
          </a:p>
          <a:p>
            <a:pPr lvl="4" eaLnBrk="1" latinLnBrk="0" hangingPunct="1"/>
            <a:r>
              <a:rPr kumimoji="0" lang="zh-CN" altLang="en-US" smtClean="0"/>
              <a:t>第五级</a:t>
            </a:r>
            <a:endParaRPr kumimoji="0" lang="en-US"/>
          </a:p>
        </p:txBody>
      </p:sp>
      <p:sp>
        <p:nvSpPr>
          <p:cNvPr id="4" name="日期占位符 3"/>
          <p:cNvSpPr>
            <a:spLocks noGrp="1"/>
          </p:cNvSpPr>
          <p:nvPr>
            <p:ph type="dt" sz="half" idx="2"/>
          </p:nvPr>
        </p:nvSpPr>
        <p:spPr>
          <a:xfrm>
            <a:off x="457200" y="6356350"/>
            <a:ext cx="2133600" cy="365125"/>
          </a:xfrm>
          <a:prstGeom prst="rect">
            <a:avLst/>
          </a:prstGeom>
        </p:spPr>
        <p:txBody>
          <a:bodyPr vert="horz" rtlCol="0" anchor="ctr"/>
          <a:lstStyle>
            <a:lvl1pPr algn="l" eaLnBrk="1" latinLnBrk="0" hangingPunct="1">
              <a:defRPr kumimoji="0" sz="1200">
                <a:solidFill>
                  <a:schemeClr val="tx1">
                    <a:tint val="75000"/>
                  </a:schemeClr>
                </a:solidFill>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rtlCol="0" anchor="ctr"/>
          <a:lstStyle>
            <a:lvl1pPr algn="ctr" eaLnBrk="1" latinLnBrk="0" hangingPunct="1">
              <a:defRPr kumimoji="0"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rtlCol="0" anchor="ctr"/>
          <a:lstStyle>
            <a:lvl1pPr algn="r" eaLnBrk="1" latinLnBrk="0" hangingPunct="1">
              <a:defRPr kumimoji="0" sz="1200">
                <a:solidFill>
                  <a:schemeClr val="tx1">
                    <a:tint val="75000"/>
                  </a:schemeClr>
                </a:solidFill>
              </a:defRPr>
            </a:lvl1pPr>
          </a:lstStyle>
          <a:p>
            <a:fld id="{0C913308-F349-4B6D-A68A-DD1791B4A57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为什么要监督</a:t>
            </a:r>
            <a:endParaRPr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定密监督的定义</a:t>
            </a:r>
            <a:endParaRPr kumimoji="1" lang="zh-CN" altLang="en-US" dirty="0"/>
          </a:p>
        </p:txBody>
      </p:sp>
      <p:sp>
        <p:nvSpPr>
          <p:cNvPr id="3" name="内容占位符 2"/>
          <p:cNvSpPr>
            <a:spLocks noGrp="1"/>
          </p:cNvSpPr>
          <p:nvPr>
            <p:ph idx="1"/>
          </p:nvPr>
        </p:nvSpPr>
        <p:spPr/>
        <p:txBody>
          <a:bodyPr/>
          <a:lstStyle/>
          <a:p>
            <a:r>
              <a:rPr lang="zh-CN" altLang="en-US" dirty="0"/>
              <a:t>定密监督是定密工作的重要环节，依法做好定密监督是定密工作法制化、规范化的重要保证。</a:t>
            </a:r>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保密法</a:t>
            </a:r>
            <a:endParaRPr lang="zh-CN" altLang="en-US" dirty="0"/>
          </a:p>
        </p:txBody>
      </p:sp>
      <p:sp>
        <p:nvSpPr>
          <p:cNvPr id="3" name="内容占位符 2"/>
          <p:cNvSpPr>
            <a:spLocks noGrp="1"/>
          </p:cNvSpPr>
          <p:nvPr>
            <p:ph idx="1"/>
          </p:nvPr>
        </p:nvSpPr>
        <p:spPr/>
        <p:txBody>
          <a:bodyPr>
            <a:normAutofit fontScale="90000" lnSpcReduction="20000"/>
          </a:bodyPr>
          <a:lstStyle/>
          <a:p>
            <a:pPr>
              <a:lnSpc>
                <a:spcPct val="110000"/>
              </a:lnSpc>
            </a:pPr>
            <a:r>
              <a:rPr lang="zh-CN" altLang="en-US" dirty="0" smtClean="0"/>
              <a:t>第二十四条　机关、单位应当</a:t>
            </a:r>
            <a:r>
              <a:rPr lang="zh-CN" altLang="en-US" dirty="0" smtClean="0">
                <a:solidFill>
                  <a:srgbClr val="FF0000"/>
                </a:solidFill>
              </a:rPr>
              <a:t>每年</a:t>
            </a:r>
            <a:r>
              <a:rPr lang="zh-CN" altLang="en-US" dirty="0" smtClean="0"/>
              <a:t>审核所确定的国家秘密。</a:t>
            </a:r>
            <a:endParaRPr lang="zh-CN" altLang="en-US" dirty="0" smtClean="0"/>
          </a:p>
          <a:p>
            <a:pPr>
              <a:lnSpc>
                <a:spcPct val="110000"/>
              </a:lnSpc>
            </a:pPr>
            <a:r>
              <a:rPr lang="zh-CN" altLang="en-US" dirty="0" smtClean="0"/>
              <a:t>国家秘密的保密期限已满的，自行解密。在保密期限内因保密事项范围调整不再作为国家秘密，或者公开后不会损害国家安全和利益，不需要继续保密的，应当及时解密</a:t>
            </a:r>
            <a:r>
              <a:rPr lang="en-US" altLang="zh-CN" dirty="0" smtClean="0"/>
              <a:t>;</a:t>
            </a:r>
            <a:r>
              <a:rPr lang="zh-CN" altLang="en-US" dirty="0" smtClean="0"/>
              <a:t>需要延长保密期限的，应当在原保密期限届满前重新确定密级、保密期限和知悉范围。提前解密或者延长保密期限的，由原定密机关、单位决定，也可以由其上级机关决定。</a:t>
            </a:r>
            <a:endParaRPr lang="zh-CN" altLang="en-US" dirty="0" smtClean="0"/>
          </a:p>
          <a:p>
            <a:pPr>
              <a:lnSpc>
                <a:spcPct val="110000"/>
              </a:lnSpc>
            </a:pPr>
            <a:endParaRPr lang="zh-CN" altLang="en-US" dirty="0" smtClean="0"/>
          </a:p>
          <a:p>
            <a:pPr>
              <a:lnSpc>
                <a:spcPct val="110000"/>
              </a:lnSpc>
            </a:pP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本条是关于国家秘密审核和解密的规定。</a:t>
            </a:r>
            <a:endParaRPr lang="zh-CN" altLang="en-US"/>
          </a:p>
          <a:p>
            <a:r>
              <a:rPr lang="zh-CN" altLang="en-US"/>
              <a:t>审核和解密制度是定密制度的重要组成部分。审核旨在避免国家秘密</a:t>
            </a:r>
            <a:r>
              <a:rPr lang="en-US" altLang="zh-CN"/>
              <a:t>“</a:t>
            </a:r>
            <a:r>
              <a:rPr lang="zh-CN" altLang="en-US"/>
              <a:t>只定不解</a:t>
            </a:r>
            <a:r>
              <a:rPr lang="en-US" altLang="zh-CN"/>
              <a:t>”</a:t>
            </a:r>
            <a:r>
              <a:rPr lang="zh-CN" altLang="en-US"/>
              <a:t>，实现国家秘密动态管理。</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pPr>
              <a:lnSpc>
                <a:spcPct val="110000"/>
              </a:lnSpc>
            </a:pPr>
            <a:r>
              <a:rPr lang="zh-CN" altLang="en-US" dirty="0" smtClean="0">
                <a:sym typeface="+mn-ea"/>
              </a:rPr>
              <a:t>第五十条　保密行政管理部门发现国家秘密确定、变更或者解除不当的，应当及时通知有关机关、单位予以纠正。</a:t>
            </a:r>
            <a:endParaRPr dirty="0" smtClean="0"/>
          </a:p>
          <a:p>
            <a:pPr>
              <a:lnSpc>
                <a:spcPct val="110000"/>
              </a:lnSpc>
            </a:pPr>
            <a:endParaRPr lang="zh-CN" altLang="en-US" dirty="0" smtClean="0"/>
          </a:p>
          <a:p>
            <a:pPr>
              <a:lnSpc>
                <a:spcPct val="110000"/>
              </a:lnSpc>
            </a:pPr>
            <a:endParaRPr lang="zh-CN" altLang="en-US" dirty="0"/>
          </a:p>
          <a:p>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57200" y="1196975"/>
            <a:ext cx="8229600" cy="4525963"/>
          </a:xfrm>
        </p:spPr>
        <p:txBody>
          <a:bodyPr>
            <a:normAutofit fontScale="80000"/>
          </a:bodyPr>
          <a:p>
            <a:r>
              <a:rPr lang="en-US" altLang="zh-CN"/>
              <a:t> </a:t>
            </a:r>
            <a:r>
              <a:rPr lang="zh-CN" altLang="en-US"/>
              <a:t>本条是关于定密监督职责的规定。</a:t>
            </a:r>
            <a:endParaRPr lang="zh-CN" altLang="en-US"/>
          </a:p>
          <a:p>
            <a:r>
              <a:rPr lang="zh-CN" altLang="en-US"/>
              <a:t>为提高机关、单位定密工作的科学性、精准性、规范性，保密行政管理部门应当加强对机关、单位定密工作的监督。</a:t>
            </a:r>
            <a:endParaRPr lang="zh-CN" altLang="en-US"/>
          </a:p>
          <a:p>
            <a:r>
              <a:rPr lang="en-US" altLang="zh-CN"/>
              <a:t>“</a:t>
            </a:r>
            <a:r>
              <a:rPr lang="zh-CN" altLang="en-US"/>
              <a:t>国家秘密确定、变更或者解除不当</a:t>
            </a:r>
            <a:r>
              <a:rPr lang="en-US" altLang="zh-CN"/>
              <a:t>”</a:t>
            </a:r>
            <a:r>
              <a:rPr lang="zh-CN" altLang="en-US"/>
              <a:t>主要有</a:t>
            </a:r>
            <a:r>
              <a:rPr lang="en-US" altLang="zh-CN"/>
              <a:t>5</a:t>
            </a:r>
            <a:r>
              <a:rPr lang="zh-CN" altLang="en-US"/>
              <a:t>种类型</a:t>
            </a:r>
            <a:r>
              <a:rPr lang="en-US" altLang="zh-CN"/>
              <a:t>:</a:t>
            </a:r>
            <a:endParaRPr lang="en-US" altLang="zh-CN"/>
          </a:p>
          <a:p>
            <a:r>
              <a:rPr lang="zh-CN" altLang="en-US"/>
              <a:t>一是权限不当，即没有定密权的机关、单位定密，或者有定密权的机关、单位超出权限范围定密</a:t>
            </a:r>
            <a:r>
              <a:rPr lang="en-US" altLang="zh-CN"/>
              <a:t>;</a:t>
            </a:r>
            <a:endParaRPr lang="en-US" altLang="zh-CN"/>
          </a:p>
          <a:p>
            <a:r>
              <a:rPr lang="zh-CN" altLang="en-US"/>
              <a:t>二是依据不当，即未按照有关保密事项范围定密，如保密事项范围明确规定应当定密而没有定密，或者与保</a:t>
            </a:r>
            <a:r>
              <a:rPr lang="zh-CN" altLang="en-US">
                <a:sym typeface="+mn-ea"/>
              </a:rPr>
              <a:t>密事项范围规定的密级、保密期限明显不符</a:t>
            </a:r>
            <a:r>
              <a:rPr lang="en-US" altLang="zh-CN">
                <a:sym typeface="+mn-ea"/>
              </a:rPr>
              <a:t>;</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67360" y="692785"/>
            <a:ext cx="8229600" cy="4525963"/>
          </a:xfrm>
        </p:spPr>
        <p:txBody>
          <a:bodyPr>
            <a:noAutofit/>
          </a:bodyPr>
          <a:p>
            <a:r>
              <a:rPr lang="zh-CN" altLang="en-US" sz="2700"/>
              <a:t>三是程序不当，即未按照保密法律法规规定的定密程序定密，如定密未经定密责任人审核批准，密级、保密期限、知悉范围变更后未及时书面通知</a:t>
            </a:r>
            <a:r>
              <a:rPr lang="en-US" altLang="zh-CN" sz="2700"/>
              <a:t>;</a:t>
            </a:r>
            <a:endParaRPr lang="en-US" altLang="zh-CN" sz="2700"/>
          </a:p>
          <a:p>
            <a:r>
              <a:rPr lang="zh-CN" altLang="en-US" sz="2700"/>
              <a:t>四是内容</a:t>
            </a:r>
            <a:r>
              <a:rPr lang="zh-CN" altLang="en-US" sz="2700"/>
              <a:t>不当，即在确定密级时未同时确定保密期限和知悉范围</a:t>
            </a:r>
            <a:r>
              <a:rPr lang="en-US" altLang="zh-CN" sz="2700"/>
              <a:t>;</a:t>
            </a:r>
            <a:endParaRPr lang="en-US" altLang="zh-CN" sz="2700"/>
          </a:p>
          <a:p>
            <a:r>
              <a:rPr lang="zh-CN" altLang="en-US" sz="2700"/>
              <a:t>五是标志不不当</a:t>
            </a:r>
            <a:r>
              <a:rPr lang="en-US" altLang="zh-CN" sz="2700"/>
              <a:t>,</a:t>
            </a:r>
            <a:r>
              <a:rPr lang="zh-CN" altLang="en-US" sz="2700"/>
              <a:t>即国家秘密标志不完整、不规范。此外，机关、单位不履行国家当，秘密审核职责，对于应当变更、解除的国家秘密没有及时变更、解除的，也属于定密不当。</a:t>
            </a:r>
            <a:endParaRPr lang="zh-CN" altLang="en-US" sz="2700"/>
          </a:p>
          <a:p>
            <a:r>
              <a:rPr lang="zh-CN" altLang="en-US" sz="2700"/>
              <a:t>保密行政管理部门对查实的定密不当问题，要及时通知纠正。有关机关、单位接到通知后，应当及时改正。</a:t>
            </a:r>
            <a:endParaRPr lang="zh-CN" altLang="en-US" sz="2700"/>
          </a:p>
          <a:p>
            <a:endParaRPr lang="zh-CN" alt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0000"/>
          </a:bodyPr>
          <a:p>
            <a:r>
              <a:rPr lang="zh-CN" altLang="en-US">
                <a:solidFill>
                  <a:srgbClr val="FF0000"/>
                </a:solidFill>
                <a:sym typeface="+mn-ea"/>
              </a:rPr>
              <a:t>保密行政管理部门</a:t>
            </a:r>
            <a:r>
              <a:rPr lang="zh-CN" altLang="en-US">
                <a:sym typeface="+mn-ea"/>
              </a:rPr>
              <a:t>开展定密监督，主要采取以下方式</a:t>
            </a:r>
            <a:r>
              <a:rPr lang="en-US" altLang="zh-CN">
                <a:sym typeface="+mn-ea"/>
              </a:rPr>
              <a:t>:</a:t>
            </a:r>
            <a:endParaRPr lang="en-US" altLang="zh-CN">
              <a:sym typeface="+mn-ea"/>
            </a:endParaRPr>
          </a:p>
          <a:p>
            <a:r>
              <a:rPr lang="zh-CN" altLang="en-US">
                <a:solidFill>
                  <a:schemeClr val="tx1"/>
                </a:solidFill>
                <a:sym typeface="+mn-ea"/>
              </a:rPr>
              <a:t>一是加强检查</a:t>
            </a:r>
            <a:r>
              <a:rPr lang="zh-CN" altLang="en-US">
                <a:sym typeface="+mn-ea"/>
              </a:rPr>
              <a:t>，将定密工作情况纳入保密检查范围，通过组织定密工作专项检查或抽查，及时发现和纠正机关、单位定密工作中存在的问题。</a:t>
            </a:r>
            <a:endParaRPr lang="zh-CN" altLang="en-US">
              <a:sym typeface="+mn-ea"/>
            </a:endParaRPr>
          </a:p>
          <a:p>
            <a:r>
              <a:rPr lang="zh-CN" altLang="en-US">
                <a:sym typeface="+mn-ea"/>
              </a:rPr>
              <a:t>二是对案件查处、密级鉴定工作中发现的机关、单位存在的定密问题，及时给予</a:t>
            </a:r>
            <a:r>
              <a:rPr lang="zh-CN" altLang="en-US">
                <a:sym typeface="+mn-ea"/>
              </a:rPr>
              <a:t>纠正。</a:t>
            </a:r>
            <a:endParaRPr lang="zh-CN" altLang="en-US">
              <a:sym typeface="+mn-ea"/>
            </a:endParaRPr>
          </a:p>
          <a:p>
            <a:r>
              <a:rPr lang="zh-CN" altLang="en-US">
                <a:sym typeface="+mn-ea"/>
              </a:rPr>
              <a:t>三是对机关、单位和个人反映的定密不当密问题，及时予以纠正。</a:t>
            </a:r>
            <a:endParaRPr lang="zh-CN" altLang="en-US">
              <a:sym typeface="+mn-ea"/>
            </a:endParaRPr>
          </a:p>
          <a:p>
            <a:r>
              <a:rPr lang="zh-CN" altLang="en-US">
                <a:sym typeface="+mn-ea"/>
              </a:rPr>
              <a:t>四是开展定密统计工作，掌握机关、单问题，及时进行核查处理。位定密工作情况。</a:t>
            </a:r>
            <a:endParaRPr lang="zh-CN" altLang="en-US"/>
          </a:p>
          <a:p>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smtClean="0"/>
              <a:t>《</a:t>
            </a:r>
            <a:r>
              <a:rPr kumimoji="1" lang="zh-CN" altLang="en-US" dirty="0" smtClean="0"/>
              <a:t>保密法实施条例</a:t>
            </a:r>
            <a:r>
              <a:rPr kumimoji="1" lang="en-US" altLang="zh-CN" dirty="0" smtClean="0"/>
              <a:t>》</a:t>
            </a:r>
            <a:endParaRPr kumimoji="1" lang="zh-CN" altLang="en-US" dirty="0"/>
          </a:p>
        </p:txBody>
      </p:sp>
      <p:sp>
        <p:nvSpPr>
          <p:cNvPr id="3" name="内容占位符 2"/>
          <p:cNvSpPr>
            <a:spLocks noGrp="1"/>
          </p:cNvSpPr>
          <p:nvPr>
            <p:ph idx="1"/>
          </p:nvPr>
        </p:nvSpPr>
        <p:spPr/>
        <p:txBody>
          <a:bodyPr>
            <a:normAutofit/>
          </a:bodyPr>
          <a:lstStyle/>
          <a:p>
            <a:r>
              <a:rPr kumimoji="1" lang="zh-CN" altLang="en-US" dirty="0"/>
              <a:t>第二十四条</a:t>
            </a:r>
            <a:r>
              <a:rPr kumimoji="1" lang="en-US" altLang="zh-CN" dirty="0"/>
              <a:t> </a:t>
            </a:r>
            <a:r>
              <a:rPr kumimoji="1" lang="zh-CN" altLang="en-US" dirty="0"/>
              <a:t>机关、单位发现本机关、本单位国家秘密的确定、变更和解除不当的，应当及时纠正</a:t>
            </a:r>
            <a:r>
              <a:rPr kumimoji="1" lang="en-US" altLang="zh-CN" dirty="0"/>
              <a:t>;</a:t>
            </a:r>
            <a:r>
              <a:rPr kumimoji="1" lang="zh-CN" altLang="en-US" dirty="0"/>
              <a:t>上级机关、单位发现下级机关、单位国家秘密的确定、变更和解除不当的，应当及时通知其纠正，也可以直接纠正。</a:t>
            </a:r>
            <a:endParaRPr kumimoji="1" lang="zh-CN" altLang="en-US" dirty="0"/>
          </a:p>
          <a:p>
            <a:endParaRPr kumimoji="1"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lnSpcReduction="10000"/>
          </a:bodyPr>
          <a:p>
            <a:r>
              <a:rPr kumimoji="1" lang="zh-CN" altLang="en-US" dirty="0">
                <a:sym typeface="+mn-ea"/>
              </a:rPr>
              <a:t>本条是关于机关、单位定密纠正的规定</a:t>
            </a:r>
            <a:endParaRPr kumimoji="1" lang="zh-CN" altLang="en-US" dirty="0"/>
          </a:p>
          <a:p>
            <a:r>
              <a:rPr kumimoji="1" lang="zh-CN" altLang="en-US" dirty="0">
                <a:sym typeface="+mn-ea"/>
              </a:rPr>
              <a:t>机关、单位定密纠正一般包括两种情形</a:t>
            </a:r>
            <a:r>
              <a:rPr kumimoji="1" lang="en-US" altLang="zh-CN" dirty="0">
                <a:sym typeface="+mn-ea"/>
              </a:rPr>
              <a:t>:</a:t>
            </a:r>
            <a:endParaRPr kumimoji="1" lang="en-US" altLang="zh-CN" dirty="0">
              <a:sym typeface="+mn-ea"/>
            </a:endParaRPr>
          </a:p>
          <a:p>
            <a:r>
              <a:rPr kumimoji="1" lang="zh-CN" altLang="en-US" dirty="0">
                <a:sym typeface="+mn-ea"/>
              </a:rPr>
              <a:t>一是机关、单位</a:t>
            </a:r>
            <a:r>
              <a:rPr kumimoji="1" lang="zh-CN" altLang="en-US" dirty="0">
                <a:solidFill>
                  <a:srgbClr val="FF0000"/>
                </a:solidFill>
                <a:sym typeface="+mn-ea"/>
              </a:rPr>
              <a:t>自我监督</a:t>
            </a:r>
            <a:r>
              <a:rPr kumimoji="1" lang="zh-CN" altLang="en-US" dirty="0">
                <a:sym typeface="+mn-ea"/>
              </a:rPr>
              <a:t>纠正</a:t>
            </a:r>
            <a:r>
              <a:rPr kumimoji="1" lang="en-US" altLang="zh-CN" dirty="0">
                <a:sym typeface="+mn-ea"/>
              </a:rPr>
              <a:t>;</a:t>
            </a:r>
            <a:endParaRPr kumimoji="1" lang="en-US" altLang="zh-CN" dirty="0">
              <a:sym typeface="+mn-ea"/>
            </a:endParaRPr>
          </a:p>
          <a:p>
            <a:r>
              <a:rPr kumimoji="1" lang="zh-CN" altLang="en-US" dirty="0">
                <a:sym typeface="+mn-ea"/>
              </a:rPr>
              <a:t>二是上级机关、单位对下级机关、单位进行监督纠正</a:t>
            </a:r>
            <a:endParaRPr kumimoji="1" lang="zh-CN" altLang="en-US" dirty="0">
              <a:sym typeface="+mn-ea"/>
            </a:endParaRPr>
          </a:p>
          <a:p>
            <a:pPr marL="0" indent="0">
              <a:buNone/>
            </a:pPr>
            <a:r>
              <a:rPr kumimoji="1" lang="en-US" altLang="zh-CN" dirty="0">
                <a:sym typeface="+mn-ea"/>
              </a:rPr>
              <a:t>   </a:t>
            </a:r>
            <a:r>
              <a:rPr kumimoji="1" lang="zh-CN" altLang="en-US" dirty="0">
                <a:sym typeface="+mn-ea"/>
              </a:rPr>
              <a:t>为确保定密科学、准确，机关、单位在日常工作中发现定密不当的应当自觉予以纠正</a:t>
            </a:r>
            <a:r>
              <a:rPr kumimoji="1" lang="en-US" altLang="zh-CN" dirty="0">
                <a:sym typeface="+mn-ea"/>
              </a:rPr>
              <a:t>;</a:t>
            </a:r>
            <a:r>
              <a:rPr kumimoji="1" lang="zh-CN" altLang="en-US" dirty="0">
                <a:sym typeface="+mn-ea"/>
              </a:rPr>
              <a:t>上级机关、单位发现下级机关、单位定密不当的，应当及时通知其纠正，也可以直接纠正，并通知该下级机关、单位。</a:t>
            </a:r>
            <a:endParaRPr kumimoji="1" lang="zh-CN" altLang="en-US" dirty="0"/>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p:cNvGraphicFramePr>
            <a:graphicFrameLocks noGrp="1"/>
          </p:cNvGraphicFramePr>
          <p:nvPr>
            <p:ph idx="1"/>
          </p:nvPr>
        </p:nvGraphicFramePr>
        <p:xfrm>
          <a:off x="395536" y="1496541"/>
          <a:ext cx="8229600" cy="53614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 name="标题 1"/>
          <p:cNvSpPr>
            <a:spLocks noGrp="1"/>
          </p:cNvSpPr>
          <p:nvPr>
            <p:ph type="title"/>
          </p:nvPr>
        </p:nvSpPr>
        <p:spPr>
          <a:xfrm>
            <a:off x="457200" y="274638"/>
            <a:ext cx="8229600" cy="1143000"/>
          </a:xfrm>
        </p:spPr>
        <p:txBody>
          <a:bodyPr>
            <a:normAutofit/>
          </a:bodyPr>
          <a:lstStyle/>
          <a:p>
            <a:r>
              <a:rPr lang="zh-CN" altLang="en-US" dirty="0" smtClean="0"/>
              <a:t>定密不当的</a:t>
            </a:r>
            <a:r>
              <a:rPr lang="en-US" altLang="zh-CN" dirty="0" smtClean="0"/>
              <a:t>5</a:t>
            </a:r>
            <a:r>
              <a:rPr lang="zh-CN" altLang="en-US" dirty="0"/>
              <a:t>种</a:t>
            </a:r>
            <a:r>
              <a:rPr lang="zh-CN" altLang="en-US" dirty="0" smtClean="0"/>
              <a:t>情形</a:t>
            </a:r>
            <a:endParaRPr kumimoji="1"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634082"/>
          </a:xfrm>
        </p:spPr>
        <p:txBody>
          <a:bodyPr>
            <a:normAutofit fontScale="90000"/>
          </a:bodyPr>
          <a:lstStyle/>
          <a:p>
            <a:r>
              <a:rPr kumimoji="1" lang="en-US" altLang="zh-CN" dirty="0" smtClean="0"/>
              <a:t>《</a:t>
            </a:r>
            <a:r>
              <a:rPr kumimoji="1" lang="zh-CN" altLang="en-US" dirty="0" smtClean="0"/>
              <a:t>定密管理规定</a:t>
            </a:r>
            <a:r>
              <a:rPr kumimoji="1" lang="en-US" altLang="zh-CN" dirty="0" smtClean="0"/>
              <a:t>》</a:t>
            </a:r>
            <a:endParaRPr kumimoji="1" lang="zh-CN" altLang="en-US" dirty="0"/>
          </a:p>
        </p:txBody>
      </p:sp>
      <p:sp>
        <p:nvSpPr>
          <p:cNvPr id="3" name="内容占位符 2"/>
          <p:cNvSpPr>
            <a:spLocks noGrp="1"/>
          </p:cNvSpPr>
          <p:nvPr>
            <p:ph idx="1"/>
          </p:nvPr>
        </p:nvSpPr>
        <p:spPr>
          <a:xfrm>
            <a:off x="457200" y="908720"/>
            <a:ext cx="8229600" cy="5949280"/>
          </a:xfrm>
        </p:spPr>
        <p:txBody>
          <a:bodyPr>
            <a:normAutofit fontScale="60000"/>
          </a:bodyPr>
          <a:lstStyle/>
          <a:p>
            <a:pPr algn="ctr">
              <a:lnSpc>
                <a:spcPct val="120000"/>
              </a:lnSpc>
            </a:pPr>
            <a:r>
              <a:rPr lang="zh-CN" altLang="en-US" dirty="0"/>
              <a:t>第</a:t>
            </a:r>
            <a:r>
              <a:rPr lang="zh-CN" altLang="en-US" dirty="0"/>
              <a:t>八章　定密监督</a:t>
            </a:r>
            <a:r>
              <a:rPr kumimoji="1" lang="en-US" altLang="zh-CN" dirty="0"/>
              <a:t> </a:t>
            </a:r>
            <a:endParaRPr kumimoji="1" lang="en-US" altLang="zh-CN" dirty="0"/>
          </a:p>
          <a:p>
            <a:pPr>
              <a:lnSpc>
                <a:spcPct val="120000"/>
              </a:lnSpc>
            </a:pPr>
            <a:r>
              <a:rPr kumimoji="1" lang="zh-CN" altLang="en-US" dirty="0"/>
              <a:t>第四十八条</a:t>
            </a:r>
            <a:r>
              <a:rPr kumimoji="1" lang="en-US" altLang="zh-CN" dirty="0"/>
              <a:t> </a:t>
            </a:r>
            <a:r>
              <a:rPr kumimoji="1" lang="zh-CN" altLang="en-US" dirty="0">
                <a:solidFill>
                  <a:srgbClr val="FF0000"/>
                </a:solidFill>
              </a:rPr>
              <a:t>机关、单位</a:t>
            </a:r>
            <a:r>
              <a:rPr kumimoji="1" lang="zh-CN" altLang="en-US" dirty="0"/>
              <a:t>应当定期对本机关、本单位定密以及定密责任人履行职责、定密授权等定密制度落实情况进行检查，对发现的问题及时纠正。</a:t>
            </a:r>
            <a:endParaRPr kumimoji="1" lang="zh-CN" altLang="en-US" dirty="0"/>
          </a:p>
          <a:p>
            <a:pPr>
              <a:lnSpc>
                <a:spcPct val="120000"/>
              </a:lnSpc>
            </a:pPr>
            <a:r>
              <a:rPr kumimoji="1" lang="zh-CN" altLang="en-US" dirty="0"/>
              <a:t>第四十九条</a:t>
            </a:r>
            <a:r>
              <a:rPr kumimoji="1" lang="en-US" altLang="zh-CN" dirty="0"/>
              <a:t> </a:t>
            </a:r>
            <a:r>
              <a:rPr kumimoji="1" lang="zh-CN" altLang="en-US" dirty="0"/>
              <a:t>具有系统管理或者指导职能的</a:t>
            </a:r>
            <a:r>
              <a:rPr kumimoji="1" lang="zh-CN" altLang="en-US" dirty="0">
                <a:solidFill>
                  <a:srgbClr val="FF0000"/>
                </a:solidFill>
              </a:rPr>
              <a:t>中央和国家机关</a:t>
            </a:r>
            <a:r>
              <a:rPr kumimoji="1" lang="zh-CN" altLang="en-US" dirty="0"/>
              <a:t>应当在其职权范围内对本系统、本行业的定密工作进行管理或者指导，监督执行定密规定。</a:t>
            </a:r>
            <a:endParaRPr kumimoji="1" lang="zh-CN" altLang="en-US" dirty="0"/>
          </a:p>
          <a:p>
            <a:pPr>
              <a:lnSpc>
                <a:spcPct val="120000"/>
              </a:lnSpc>
            </a:pPr>
            <a:r>
              <a:rPr kumimoji="1" lang="zh-CN" altLang="en-US" dirty="0">
                <a:solidFill>
                  <a:srgbClr val="FF0000"/>
                </a:solidFill>
              </a:rPr>
              <a:t>上级机关、单位或者业务主管部门</a:t>
            </a:r>
            <a:r>
              <a:rPr kumimoji="1" lang="zh-CN" altLang="en-US" dirty="0"/>
              <a:t>发现下级机关、单位定密不当的，应当及时通知其纠正，也可以直接作出确定、变更或者解除的决定。</a:t>
            </a:r>
            <a:endParaRPr kumimoji="1" lang="zh-CN" altLang="en-US" dirty="0"/>
          </a:p>
          <a:p>
            <a:pPr>
              <a:lnSpc>
                <a:spcPct val="120000"/>
              </a:lnSpc>
            </a:pPr>
            <a:r>
              <a:rPr kumimoji="1" lang="zh-CN" altLang="en-US" dirty="0"/>
              <a:t>第五十条</a:t>
            </a:r>
            <a:r>
              <a:rPr kumimoji="1" lang="en-US" altLang="zh-CN" dirty="0"/>
              <a:t> </a:t>
            </a:r>
            <a:r>
              <a:rPr kumimoji="1" lang="zh-CN" altLang="en-US" dirty="0"/>
              <a:t>机关、单位应当向</a:t>
            </a:r>
            <a:r>
              <a:rPr kumimoji="1" lang="zh-CN" altLang="en-US" dirty="0">
                <a:solidFill>
                  <a:srgbClr val="FF0000"/>
                </a:solidFill>
              </a:rPr>
              <a:t>同级保密行政管理部门</a:t>
            </a:r>
            <a:r>
              <a:rPr kumimoji="1" lang="zh-CN" altLang="en-US" dirty="0"/>
              <a:t>报告本机关、本单位年度国家秘密确定、变更和解除等情况。下一级保密行政管理部门应当向上一级保密行政管理部门报告本行政区域年度定密工作情况。</a:t>
            </a:r>
            <a:endParaRPr kumimoji="1" lang="zh-CN" altLang="en-US" dirty="0"/>
          </a:p>
          <a:p>
            <a:pPr>
              <a:lnSpc>
                <a:spcPct val="120000"/>
              </a:lnSpc>
            </a:pPr>
            <a:r>
              <a:rPr kumimoji="1" lang="zh-CN" altLang="en-US" dirty="0">
                <a:solidFill>
                  <a:srgbClr val="FF0000"/>
                </a:solidFill>
              </a:rPr>
              <a:t>保密行政管理部门</a:t>
            </a:r>
            <a:r>
              <a:rPr kumimoji="1" lang="zh-CN" altLang="en-US" dirty="0"/>
              <a:t>应当依法对机关、单位定密工作进行指导、监督和检查，对发现的问题及时通知纠正或者责令整改。</a:t>
            </a:r>
            <a:endParaRPr kumimoji="1"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4" name="内容占位符 3" descr="截屏2025-06-19 下午9.37.36"/>
          <p:cNvPicPr>
            <a:picLocks noChangeAspect="1"/>
          </p:cNvPicPr>
          <p:nvPr>
            <p:ph idx="1"/>
          </p:nvPr>
        </p:nvPicPr>
        <p:blipFill>
          <a:blip r:embed="rId1"/>
          <a:stretch>
            <a:fillRect/>
          </a:stretch>
        </p:blipFill>
        <p:spPr>
          <a:xfrm>
            <a:off x="1595120" y="274955"/>
            <a:ext cx="5380355" cy="648589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pPr>
              <a:lnSpc>
                <a:spcPct val="110000"/>
              </a:lnSpc>
            </a:pPr>
            <a:r>
              <a:rPr lang="zh-CN" altLang="en-US" dirty="0" smtClean="0">
                <a:sym typeface="+mn-ea"/>
              </a:rPr>
              <a:t>定密监督</a:t>
            </a:r>
            <a:r>
              <a:rPr lang="zh-CN" altLang="en-US" dirty="0" smtClean="0">
                <a:solidFill>
                  <a:srgbClr val="FF0000"/>
                </a:solidFill>
                <a:sym typeface="+mn-ea"/>
              </a:rPr>
              <a:t>狭义上</a:t>
            </a:r>
            <a:r>
              <a:rPr lang="zh-CN" altLang="en-US" dirty="0" smtClean="0">
                <a:sym typeface="+mn-ea"/>
              </a:rPr>
              <a:t>是指保密工作部门依据法定职权，对有关机关、单位执行国家保密法律、法规和规章，履行定密义务和责任的情况和确定、变更、解密国家秘密的行为进行了解、反映、评判、规范，对不当定密行为和违法定密行为进行矫正和处理的活动。</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释义</a:t>
            </a:r>
            <a:endParaRPr kumimoji="1" lang="zh-CN" altLang="en-US" dirty="0"/>
          </a:p>
        </p:txBody>
      </p:sp>
      <p:sp>
        <p:nvSpPr>
          <p:cNvPr id="3" name="内容占位符 2"/>
          <p:cNvSpPr>
            <a:spLocks noGrp="1"/>
          </p:cNvSpPr>
          <p:nvPr>
            <p:ph idx="1"/>
          </p:nvPr>
        </p:nvSpPr>
        <p:spPr/>
        <p:txBody>
          <a:bodyPr>
            <a:normAutofit/>
          </a:bodyPr>
          <a:lstStyle/>
          <a:p>
            <a:pPr fontAlgn="t"/>
            <a:r>
              <a:rPr lang="zh-CN" altLang="en-US" dirty="0"/>
              <a:t>本条是关于定密监督职责的规定。</a:t>
            </a:r>
            <a:endParaRPr lang="zh-CN" altLang="en-US" dirty="0"/>
          </a:p>
          <a:p>
            <a:pPr fontAlgn="t"/>
            <a:r>
              <a:rPr lang="zh-CN" altLang="en-US" dirty="0"/>
              <a:t>为提高机关、单位定密的准确性、规范性，这次修订明确了保密行政管理部门的定密监督职责。</a:t>
            </a:r>
            <a:endParaRPr lang="zh-CN" altLang="en-US" dirty="0"/>
          </a:p>
          <a:p>
            <a:pPr marL="0" indent="0" fontAlgn="t">
              <a:buNone/>
            </a:pPr>
            <a:br>
              <a:rPr lang="zh-CN" altLang="en-US" dirty="0"/>
            </a:br>
            <a:endParaRPr kumimoji="1"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保密行政管理部门</a:t>
            </a:r>
            <a:endParaRPr kumimoji="1" lang="zh-CN" altLang="en-US" dirty="0"/>
          </a:p>
        </p:txBody>
      </p:sp>
      <p:sp>
        <p:nvSpPr>
          <p:cNvPr id="3" name="内容占位符 2"/>
          <p:cNvSpPr>
            <a:spLocks noGrp="1"/>
          </p:cNvSpPr>
          <p:nvPr>
            <p:ph idx="1"/>
          </p:nvPr>
        </p:nvSpPr>
        <p:spPr/>
        <p:txBody>
          <a:bodyPr>
            <a:normAutofit fontScale="85000" lnSpcReduction="10000"/>
          </a:bodyPr>
          <a:lstStyle/>
          <a:p>
            <a:r>
              <a:rPr lang="zh-CN" altLang="en-US" dirty="0"/>
              <a:t>保密行政管理部门应当加强对机关、单位定密工作的监督</a:t>
            </a:r>
            <a:r>
              <a:rPr lang="zh-CN" altLang="en-US" dirty="0" smtClean="0"/>
              <a:t>。</a:t>
            </a:r>
            <a:endParaRPr lang="zh-CN" altLang="en-US" dirty="0" smtClean="0"/>
          </a:p>
          <a:p>
            <a:r>
              <a:rPr lang="zh-CN" altLang="en-US" dirty="0" smtClean="0">
                <a:solidFill>
                  <a:srgbClr val="FF0000"/>
                </a:solidFill>
              </a:rPr>
              <a:t>一</a:t>
            </a:r>
            <a:r>
              <a:rPr lang="zh-CN" altLang="en-US" dirty="0">
                <a:solidFill>
                  <a:srgbClr val="FF0000"/>
                </a:solidFill>
              </a:rPr>
              <a:t>是加强检查</a:t>
            </a:r>
            <a:r>
              <a:rPr lang="zh-CN" altLang="en-US" dirty="0"/>
              <a:t>，将定密工作情况纳入保密检查范围，通过组织定密工作专项检查或抽查，及时发现和纠正机关、单位定密工作中存在的问题</a:t>
            </a:r>
            <a:r>
              <a:rPr lang="zh-CN" altLang="en-US" dirty="0" smtClean="0"/>
              <a:t>。</a:t>
            </a:r>
            <a:endParaRPr lang="zh-CN" altLang="en-US" dirty="0" smtClean="0"/>
          </a:p>
          <a:p>
            <a:r>
              <a:rPr lang="zh-CN" altLang="en-US" dirty="0" smtClean="0"/>
              <a:t>二</a:t>
            </a:r>
            <a:r>
              <a:rPr lang="zh-CN" altLang="en-US" dirty="0"/>
              <a:t>是对</a:t>
            </a:r>
            <a:r>
              <a:rPr lang="zh-CN" altLang="en-US" dirty="0">
                <a:solidFill>
                  <a:srgbClr val="FF0000"/>
                </a:solidFill>
              </a:rPr>
              <a:t>案件查处、密级鉴定</a:t>
            </a:r>
            <a:r>
              <a:rPr lang="zh-CN" altLang="en-US" dirty="0"/>
              <a:t>工作中发现的机关、单位存在的定密问题，及时予以纠正</a:t>
            </a:r>
            <a:r>
              <a:rPr lang="zh-CN" altLang="en-US" dirty="0" smtClean="0"/>
              <a:t>。</a:t>
            </a:r>
            <a:endParaRPr lang="zh-CN" altLang="en-US" dirty="0" smtClean="0"/>
          </a:p>
          <a:p>
            <a:r>
              <a:rPr lang="zh-CN" altLang="en-US" dirty="0" smtClean="0"/>
              <a:t>三</a:t>
            </a:r>
            <a:r>
              <a:rPr lang="zh-CN" altLang="en-US" dirty="0"/>
              <a:t>是对机关、单位和个人反映的</a:t>
            </a:r>
            <a:r>
              <a:rPr lang="zh-CN" altLang="en-US" dirty="0">
                <a:solidFill>
                  <a:srgbClr val="FF0000"/>
                </a:solidFill>
              </a:rPr>
              <a:t>定密不当</a:t>
            </a:r>
            <a:r>
              <a:rPr lang="zh-CN" altLang="en-US" dirty="0"/>
              <a:t>问题，及时进行核查处理</a:t>
            </a:r>
            <a:r>
              <a:rPr lang="zh-CN" altLang="en-US" dirty="0" smtClean="0"/>
              <a:t>。</a:t>
            </a:r>
            <a:endParaRPr lang="zh-CN" altLang="en-US" dirty="0" smtClean="0"/>
          </a:p>
          <a:p>
            <a:r>
              <a:rPr lang="zh-CN" altLang="en-US" dirty="0" smtClean="0"/>
              <a:t>四</a:t>
            </a:r>
            <a:r>
              <a:rPr lang="zh-CN" altLang="en-US" dirty="0"/>
              <a:t>是</a:t>
            </a:r>
            <a:r>
              <a:rPr lang="zh-CN" altLang="en-US" dirty="0">
                <a:solidFill>
                  <a:srgbClr val="FF0000"/>
                </a:solidFill>
              </a:rPr>
              <a:t>开展定密统计</a:t>
            </a:r>
            <a:r>
              <a:rPr lang="zh-CN" altLang="en-US" dirty="0"/>
              <a:t>工作，掌握机关、单位定密工作情况。</a:t>
            </a:r>
            <a:endParaRPr lang="zh-CN" altLang="en-US" dirty="0"/>
          </a:p>
          <a:p>
            <a:endParaRPr kumimoji="1"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一、主    体</a:t>
            </a:r>
            <a:endParaRPr lang="zh-CN" altLang="en-US" dirty="0"/>
          </a:p>
        </p:txBody>
      </p:sp>
      <p:sp>
        <p:nvSpPr>
          <p:cNvPr id="3" name="内容占位符 2"/>
          <p:cNvSpPr>
            <a:spLocks noGrp="1"/>
          </p:cNvSpPr>
          <p:nvPr>
            <p:ph idx="1"/>
          </p:nvPr>
        </p:nvSpPr>
        <p:spPr/>
        <p:txBody>
          <a:bodyPr>
            <a:normAutofit fontScale="92500" lnSpcReduction="20000"/>
          </a:bodyPr>
          <a:lstStyle/>
          <a:p>
            <a:r>
              <a:rPr lang="zh-CN" altLang="en-US" dirty="0" smtClean="0"/>
              <a:t>定密的机关、单位，包括党政领导班子和机关、单位的保密组织机构</a:t>
            </a:r>
            <a:endParaRPr lang="en-US" altLang="zh-CN" dirty="0" smtClean="0"/>
          </a:p>
          <a:p>
            <a:endParaRPr lang="en-US" altLang="zh-CN" dirty="0" smtClean="0"/>
          </a:p>
          <a:p>
            <a:r>
              <a:rPr lang="zh-CN" altLang="en-US" dirty="0" smtClean="0"/>
              <a:t>中央和国家机关</a:t>
            </a:r>
            <a:endParaRPr lang="zh-CN" altLang="en-US" dirty="0" smtClean="0"/>
          </a:p>
          <a:p>
            <a:endParaRPr lang="en-US" altLang="zh-CN" dirty="0" smtClean="0"/>
          </a:p>
          <a:p>
            <a:r>
              <a:rPr lang="zh-CN" altLang="en-US" dirty="0" smtClean="0"/>
              <a:t>定密机关、单位的上级机关和业务主管部门</a:t>
            </a:r>
            <a:endParaRPr lang="en-US" altLang="zh-CN" dirty="0" smtClean="0"/>
          </a:p>
          <a:p>
            <a:endParaRPr lang="en-US" altLang="zh-CN" dirty="0" smtClean="0"/>
          </a:p>
          <a:p>
            <a:r>
              <a:rPr lang="zh-CN" altLang="en-US" dirty="0" smtClean="0"/>
              <a:t>保密行政管理部门</a:t>
            </a:r>
            <a:endParaRPr lang="zh-CN" altLang="en-US" dirty="0" smtClean="0"/>
          </a:p>
          <a:p>
            <a:endParaRPr lang="zh-CN" altLang="en-US" dirty="0"/>
          </a:p>
          <a:p>
            <a:r>
              <a:rPr lang="zh-CN" altLang="en-US" dirty="0" smtClean="0">
                <a:solidFill>
                  <a:srgbClr val="FF0000"/>
                </a:solidFill>
              </a:rPr>
              <a:t>知悉范围内的机关、单位</a:t>
            </a:r>
            <a:endParaRPr lang="zh-CN" altLang="en-US" dirty="0" smtClean="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二、监督主体的责任</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机关、单位</a:t>
            </a:r>
            <a:r>
              <a:rPr lang="zh-CN" altLang="en-US" dirty="0" smtClean="0"/>
              <a:t>：对本机关、本单位开展定密工作情况定期检查，并将检查结果作为保密工作考核的重要内容。</a:t>
            </a:r>
            <a:endParaRPr lang="en-US" altLang="zh-CN" dirty="0" smtClean="0"/>
          </a:p>
          <a:p>
            <a:r>
              <a:rPr lang="zh-CN" altLang="en-US" dirty="0" smtClean="0">
                <a:solidFill>
                  <a:srgbClr val="FF0000"/>
                </a:solidFill>
              </a:rPr>
              <a:t>上级机关、业务主管部门</a:t>
            </a:r>
            <a:r>
              <a:rPr lang="zh-CN" altLang="en-US" dirty="0" smtClean="0"/>
              <a:t>：明确定密标准和要求；解释定密过程中遇到的专业问题；纠正错定漏定问题；布置本行业的定密工作任务；总结交流本行业的定密工作经验。</a:t>
            </a:r>
            <a:endParaRPr lang="en-US" altLang="zh-CN" dirty="0" smtClean="0"/>
          </a:p>
          <a:p>
            <a:endParaRPr lang="en-US" altLang="zh-CN"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en-US" dirty="0" smtClean="0">
                <a:solidFill>
                  <a:srgbClr val="FF0000"/>
                </a:solidFill>
              </a:rPr>
              <a:t>保密行政管理部门</a:t>
            </a:r>
            <a:r>
              <a:rPr lang="zh-CN" altLang="en-US" dirty="0" smtClean="0"/>
              <a:t>：组织培训；业务指导；检查验收；协调疑难问题；定密统计和分析；总结推广先进经验；纠正错误和违法违规行为</a:t>
            </a:r>
            <a:endParaRPr lang="zh-CN" altLang="en-US" dirty="0" smtClean="0"/>
          </a:p>
          <a:p>
            <a:pPr marL="0" indent="0">
              <a:buNone/>
            </a:pPr>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三、对    象</a:t>
            </a:r>
            <a:endParaRPr lang="zh-CN" altLang="en-US" dirty="0"/>
          </a:p>
        </p:txBody>
      </p:sp>
      <p:sp>
        <p:nvSpPr>
          <p:cNvPr id="3" name="内容占位符 2"/>
          <p:cNvSpPr>
            <a:spLocks noGrp="1"/>
          </p:cNvSpPr>
          <p:nvPr>
            <p:ph idx="1"/>
          </p:nvPr>
        </p:nvSpPr>
        <p:spPr/>
        <p:txBody>
          <a:bodyPr/>
          <a:lstStyle/>
          <a:p>
            <a:r>
              <a:rPr lang="zh-CN" altLang="en-US" dirty="0" smtClean="0"/>
              <a:t>定密监督的对象为本行政区域内的产生国家秘密的机关、单位。</a:t>
            </a:r>
            <a:endParaRPr lang="en-US" altLang="zh-CN" dirty="0" smtClean="0"/>
          </a:p>
          <a:p>
            <a:endParaRPr lang="zh-CN" altLang="en-US" dirty="0" smtClean="0"/>
          </a:p>
          <a:p>
            <a:pPr>
              <a:buNone/>
            </a:pP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四、类   型</a:t>
            </a:r>
            <a:endParaRPr kumimoji="1" lang="zh-CN" altLang="en-US" dirty="0"/>
          </a:p>
        </p:txBody>
      </p:sp>
      <p:sp>
        <p:nvSpPr>
          <p:cNvPr id="3" name="内容占位符 2"/>
          <p:cNvSpPr>
            <a:spLocks noGrp="1"/>
          </p:cNvSpPr>
          <p:nvPr>
            <p:ph idx="1"/>
          </p:nvPr>
        </p:nvSpPr>
        <p:spPr/>
        <p:txBody>
          <a:bodyPr/>
          <a:lstStyle/>
          <a:p>
            <a:pPr marL="0" indent="0">
              <a:buNone/>
            </a:pPr>
            <a:r>
              <a:rPr kumimoji="1" lang="en-US" altLang="zh-CN" dirty="0" smtClean="0"/>
              <a:t>1.</a:t>
            </a:r>
            <a:r>
              <a:rPr kumimoji="1" lang="zh-CN" altLang="en-US" dirty="0" smtClean="0"/>
              <a:t>按监督与被监督的关系划分</a:t>
            </a:r>
            <a:endParaRPr kumimoji="1" lang="zh-CN" altLang="en-US" dirty="0" smtClean="0"/>
          </a:p>
          <a:p>
            <a:pPr>
              <a:lnSpc>
                <a:spcPct val="150000"/>
              </a:lnSpc>
            </a:pPr>
            <a:r>
              <a:rPr kumimoji="1" lang="zh-CN" altLang="en-US" dirty="0" smtClean="0"/>
              <a:t>自我监督</a:t>
            </a:r>
            <a:endParaRPr kumimoji="1" lang="zh-CN" altLang="en-US" dirty="0" smtClean="0"/>
          </a:p>
          <a:p>
            <a:pPr>
              <a:lnSpc>
                <a:spcPct val="150000"/>
              </a:lnSpc>
            </a:pPr>
            <a:r>
              <a:rPr kumimoji="1" lang="zh-CN" altLang="en-US" dirty="0" smtClean="0"/>
              <a:t>上级监督</a:t>
            </a:r>
            <a:endParaRPr kumimoji="1" lang="zh-CN" altLang="en-US" dirty="0" smtClean="0"/>
          </a:p>
          <a:p>
            <a:pPr>
              <a:lnSpc>
                <a:spcPct val="150000"/>
              </a:lnSpc>
            </a:pPr>
            <a:r>
              <a:rPr kumimoji="1" lang="zh-CN" altLang="en-US" dirty="0" smtClean="0"/>
              <a:t>保密行政管理部门监督</a:t>
            </a:r>
            <a:endParaRPr kumimoji="1" lang="zh-CN" altLang="en-US" dirty="0" smtClean="0"/>
          </a:p>
          <a:p>
            <a:pPr>
              <a:lnSpc>
                <a:spcPct val="150000"/>
              </a:lnSpc>
            </a:pPr>
            <a:r>
              <a:rPr kumimoji="1" lang="zh-CN" altLang="en-US" dirty="0" smtClean="0"/>
              <a:t>定密异议监督</a:t>
            </a:r>
            <a:endParaRPr kumimoji="1" lang="zh-CN" altLang="en-US" dirty="0" smtClean="0"/>
          </a:p>
          <a:p>
            <a:pPr marL="0" indent="0">
              <a:buNone/>
            </a:pPr>
            <a:endParaRPr kumimoji="1"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自我监督</a:t>
            </a:r>
            <a:endParaRPr lang="zh-CN" altLang="en-US"/>
          </a:p>
        </p:txBody>
      </p:sp>
      <p:sp>
        <p:nvSpPr>
          <p:cNvPr id="3" name="内容占位符 2"/>
          <p:cNvSpPr>
            <a:spLocks noGrp="1"/>
          </p:cNvSpPr>
          <p:nvPr>
            <p:ph idx="1"/>
          </p:nvPr>
        </p:nvSpPr>
        <p:spPr/>
        <p:txBody>
          <a:bodyPr/>
          <a:p>
            <a:pPr marL="0" lvl="1"/>
            <a:r>
              <a:rPr lang="zh-CN" altLang="en-US" sz="3200" dirty="0" smtClean="0">
                <a:sym typeface="+mn-ea"/>
              </a:rPr>
              <a:t>保密法实施条例第</a:t>
            </a:r>
            <a:r>
              <a:rPr lang="zh-CN" altLang="en-US" sz="3200" dirty="0" smtClean="0">
                <a:sym typeface="+mn-ea"/>
              </a:rPr>
              <a:t>二十四条规定，机关、单位发现本机关本单位国家秘密的确定、变更和解除不当的，应当及时纠正。</a:t>
            </a:r>
            <a:endParaRPr lang="zh-CN" altLang="en-US" sz="3200" dirty="0" smtClean="0">
              <a:sym typeface="+mn-ea"/>
            </a:endParaRPr>
          </a:p>
          <a:p>
            <a:pPr marL="0" lvl="1"/>
            <a:r>
              <a:rPr lang="zh-CN" altLang="en-US" sz="3200" dirty="0" smtClean="0">
                <a:sym typeface="+mn-ea"/>
              </a:rPr>
              <a:t>在实际工作中，机关、单位的保密委员会和保密工作机构要承担起定密监督职责，对本机关本单位定密制度落实情况、定密责任人依法履责情况等进行监督检查，发现存在定密不当等问题的，应及时予以纠正。</a:t>
            </a:r>
            <a:endParaRPr lang="zh-CN" altLang="en-US" sz="3200" dirty="0">
              <a:solidFill>
                <a:schemeClr val="tx1"/>
              </a:solidFill>
            </a:endParaRPr>
          </a:p>
          <a:p>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上级</a:t>
            </a:r>
            <a:r>
              <a:rPr lang="zh-CN" altLang="en-US"/>
              <a:t>监督</a:t>
            </a:r>
            <a:endParaRPr lang="zh-CN" altLang="en-US"/>
          </a:p>
        </p:txBody>
      </p:sp>
      <p:sp>
        <p:nvSpPr>
          <p:cNvPr id="3" name="内容占位符 2"/>
          <p:cNvSpPr>
            <a:spLocks noGrp="1"/>
          </p:cNvSpPr>
          <p:nvPr>
            <p:ph idx="1"/>
          </p:nvPr>
        </p:nvSpPr>
        <p:spPr>
          <a:xfrm>
            <a:off x="457200" y="1339215"/>
            <a:ext cx="8229600" cy="5200650"/>
          </a:xfrm>
        </p:spPr>
        <p:txBody>
          <a:bodyPr>
            <a:normAutofit fontScale="80000"/>
          </a:bodyPr>
          <a:p>
            <a:pPr marL="0" lvl="1"/>
            <a:r>
              <a:rPr lang="zh-CN" altLang="en-US" sz="3200" smtClean="0">
                <a:sym typeface="+mn-ea"/>
              </a:rPr>
              <a:t>保密法赋予了上级机关、单位为无定密权的下级机关、单位定密，以及对下级机关、单位的定密事项作出提前解密或者延长保密期限决定的职责。</a:t>
            </a:r>
            <a:endParaRPr lang="zh-CN" altLang="en-US" sz="3200" smtClean="0">
              <a:sym typeface="+mn-ea"/>
            </a:endParaRPr>
          </a:p>
          <a:p>
            <a:pPr marL="0" lvl="1"/>
            <a:r>
              <a:rPr lang="zh-CN" altLang="en-US" sz="3200" smtClean="0">
                <a:sym typeface="+mn-ea"/>
              </a:rPr>
              <a:t>在此基础上，保密法实施条例第</a:t>
            </a:r>
            <a:r>
              <a:rPr lang="zh-CN" altLang="en-US" sz="3200" smtClean="0">
                <a:sym typeface="+mn-ea"/>
              </a:rPr>
              <a:t>二十四条规定，上级机关、单位发现下级机关、单位国家秘密的确定、变更和解除不当的，应当及时通知其纠正，也可以直接纠正。</a:t>
            </a:r>
            <a:endParaRPr lang="zh-CN" altLang="en-US" sz="3200" smtClean="0">
              <a:sym typeface="+mn-ea"/>
            </a:endParaRPr>
          </a:p>
          <a:p>
            <a:pPr marL="0" lvl="1"/>
            <a:r>
              <a:rPr lang="zh-CN" altLang="en-US" sz="3200" smtClean="0">
                <a:sym typeface="+mn-ea"/>
              </a:rPr>
              <a:t>据此，上级机关、单位对下级机关、单位的定密工作负有监督职责，特别是作出定密授权的上级机关、单位，应当对下级机关、单位是否正确行使定密权进行监督，发现有该定不定、不该定乱定或者低密高定、只定不解等定密不当情形的，应及时通知其纠正或者直接纠正。</a:t>
            </a:r>
            <a:endParaRPr lang="zh-CN" altLang="en-US" sz="3200">
              <a:solidFill>
                <a:schemeClr val="tx1"/>
              </a:solidFill>
            </a:endParaRPr>
          </a:p>
          <a:p>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保密行政管理部门</a:t>
            </a:r>
            <a:r>
              <a:rPr lang="zh-CN" altLang="en-US"/>
              <a:t>监督</a:t>
            </a:r>
            <a:endParaRPr lang="zh-CN" altLang="en-US"/>
          </a:p>
        </p:txBody>
      </p:sp>
      <p:sp>
        <p:nvSpPr>
          <p:cNvPr id="3" name="内容占位符 2"/>
          <p:cNvSpPr>
            <a:spLocks noGrp="1"/>
          </p:cNvSpPr>
          <p:nvPr>
            <p:ph idx="1"/>
          </p:nvPr>
        </p:nvSpPr>
        <p:spPr/>
        <p:txBody>
          <a:bodyPr/>
          <a:p>
            <a:r>
              <a:rPr lang="zh-CN" altLang="en-US" dirty="0" smtClean="0">
                <a:sym typeface="+mn-ea"/>
              </a:rPr>
              <a:t>定密监督是保密行政管理部门的法定职责之一。</a:t>
            </a:r>
            <a:endParaRPr lang="zh-CN" altLang="en-US" dirty="0" smtClean="0">
              <a:sym typeface="+mn-ea"/>
            </a:endParaRPr>
          </a:p>
          <a:p>
            <a:r>
              <a:rPr lang="zh-CN" altLang="en-US" dirty="0" smtClean="0">
                <a:sym typeface="+mn-ea"/>
              </a:rPr>
              <a:t>根据保密法的规定，保密行政管理部门应当依法对本地区机关、单位的定密工作进行指导、监督和检查。</a:t>
            </a:r>
            <a:endParaRPr lang="zh-CN" altLang="en-US" dirty="0" smtClean="0">
              <a:sym typeface="+mn-ea"/>
            </a:endParaRPr>
          </a:p>
          <a:p>
            <a:r>
              <a:rPr lang="zh-CN" altLang="en-US" dirty="0" smtClean="0">
                <a:sym typeface="+mn-ea"/>
              </a:rPr>
              <a:t>发现机关、单位存在国家秘密确定、变更或者解除不当的，应当及时通知有关机关、单位予以纠正。</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定密异议</a:t>
            </a:r>
            <a:r>
              <a:rPr lang="zh-CN" altLang="en-US"/>
              <a:t>监督</a:t>
            </a:r>
            <a:endParaRPr lang="zh-CN" altLang="en-US"/>
          </a:p>
        </p:txBody>
      </p:sp>
      <p:sp>
        <p:nvSpPr>
          <p:cNvPr id="3" name="内容占位符 2"/>
          <p:cNvSpPr>
            <a:spLocks noGrp="1"/>
          </p:cNvSpPr>
          <p:nvPr>
            <p:ph idx="1"/>
          </p:nvPr>
        </p:nvSpPr>
        <p:spPr>
          <a:xfrm>
            <a:off x="457200" y="1600200"/>
            <a:ext cx="8303895" cy="4926965"/>
          </a:xfrm>
        </p:spPr>
        <p:txBody>
          <a:bodyPr>
            <a:normAutofit fontScale="90000" lnSpcReduction="10000"/>
          </a:bodyPr>
          <a:p>
            <a:pPr lvl="1">
              <a:lnSpc>
                <a:spcPct val="100000"/>
              </a:lnSpc>
              <a:spcBef>
                <a:spcPct val="0"/>
              </a:spcBef>
              <a:spcAft>
                <a:spcPct val="20000"/>
              </a:spcAft>
            </a:pPr>
            <a:r>
              <a:rPr lang="zh-CN" altLang="en-US" sz="3200" dirty="0" smtClean="0">
                <a:sym typeface="+mn-ea"/>
              </a:rPr>
              <a:t>定密异议是指机关、单位对某一事项是否属于国家秘密或者属于何种密级有不同意见，向原定密机关、单位提出异议的情形。</a:t>
            </a:r>
            <a:endParaRPr lang="zh-CN" altLang="en-US" sz="3200" dirty="0" smtClean="0">
              <a:sym typeface="+mn-ea"/>
            </a:endParaRPr>
          </a:p>
          <a:p>
            <a:pPr lvl="1">
              <a:lnSpc>
                <a:spcPct val="100000"/>
              </a:lnSpc>
              <a:spcBef>
                <a:spcPct val="0"/>
              </a:spcBef>
              <a:spcAft>
                <a:spcPct val="20000"/>
              </a:spcAft>
            </a:pPr>
            <a:r>
              <a:rPr lang="zh-CN" altLang="en-US" sz="3200" dirty="0" smtClean="0">
                <a:sym typeface="+mn-ea"/>
              </a:rPr>
              <a:t>机关、单位对已定密事项是否属于国家秘密或者属于何种密级有不同意见的，可以向原定密机关、单位提出异议，由原定密机关、单位作出决定。</a:t>
            </a:r>
            <a:endParaRPr lang="zh-CN" altLang="en-US" sz="3200" dirty="0">
              <a:solidFill>
                <a:schemeClr val="tx1"/>
              </a:solidFill>
            </a:endParaRPr>
          </a:p>
          <a:p>
            <a:pPr lvl="1">
              <a:lnSpc>
                <a:spcPct val="100000"/>
              </a:lnSpc>
              <a:spcBef>
                <a:spcPct val="0"/>
              </a:spcBef>
              <a:spcAft>
                <a:spcPct val="20000"/>
              </a:spcAft>
            </a:pPr>
            <a:r>
              <a:rPr lang="zh-CN" altLang="en-US" sz="3200" dirty="0" smtClean="0">
                <a:sym typeface="+mn-ea"/>
              </a:rPr>
              <a:t>国家秘密知悉范围内的人员发现本机关本单位存在定密不当的，应当向定密责任人提出；发现其他机关、单位存在定密不当的，应当通过本机关本单位提出定密异议。</a:t>
            </a:r>
            <a:endParaRPr lang="zh-CN" altLang="en-US" sz="3200" dirty="0">
              <a:solidFill>
                <a:schemeClr val="tx1"/>
              </a:solidFill>
            </a:endParaRPr>
          </a:p>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lstStyle/>
          <a:p>
            <a:pPr marL="0" indent="0">
              <a:buNone/>
            </a:pPr>
            <a:r>
              <a:rPr kumimoji="1" lang="en-US" altLang="zh-CN" dirty="0" smtClean="0"/>
              <a:t>2.</a:t>
            </a:r>
            <a:r>
              <a:rPr kumimoji="1" lang="zh-CN" altLang="en-US" dirty="0" smtClean="0"/>
              <a:t>按监督时间划分</a:t>
            </a:r>
            <a:endParaRPr kumimoji="1" lang="zh-CN" altLang="en-US" dirty="0" smtClean="0"/>
          </a:p>
          <a:p>
            <a:pPr>
              <a:lnSpc>
                <a:spcPct val="150000"/>
              </a:lnSpc>
            </a:pPr>
            <a:r>
              <a:rPr kumimoji="1" lang="zh-CN" altLang="en-US" dirty="0" smtClean="0"/>
              <a:t>事</a:t>
            </a:r>
            <a:r>
              <a:rPr kumimoji="1" lang="zh-CN" altLang="en-US" dirty="0" smtClean="0"/>
              <a:t>前监督</a:t>
            </a:r>
            <a:endParaRPr kumimoji="1" lang="zh-CN" altLang="en-US" dirty="0" smtClean="0"/>
          </a:p>
          <a:p>
            <a:pPr>
              <a:lnSpc>
                <a:spcPct val="150000"/>
              </a:lnSpc>
            </a:pPr>
            <a:r>
              <a:rPr kumimoji="1" lang="zh-CN" altLang="en-US" dirty="0" smtClean="0"/>
              <a:t>事中监督</a:t>
            </a:r>
            <a:endParaRPr kumimoji="1" lang="zh-CN" altLang="en-US" dirty="0" smtClean="0"/>
          </a:p>
          <a:p>
            <a:pPr>
              <a:lnSpc>
                <a:spcPct val="150000"/>
              </a:lnSpc>
            </a:pPr>
            <a:r>
              <a:rPr kumimoji="1" lang="zh-CN" altLang="en-US" dirty="0" smtClean="0"/>
              <a:t>事后监督</a:t>
            </a:r>
            <a:endParaRPr kumimoji="1"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五、内   容</a:t>
            </a:r>
            <a:endParaRPr kumimoji="1" lang="zh-CN" altLang="en-US" dirty="0"/>
          </a:p>
        </p:txBody>
      </p:sp>
      <p:sp>
        <p:nvSpPr>
          <p:cNvPr id="3" name="内容占位符 2"/>
          <p:cNvSpPr>
            <a:spLocks noGrp="1"/>
          </p:cNvSpPr>
          <p:nvPr>
            <p:ph idx="1"/>
          </p:nvPr>
        </p:nvSpPr>
        <p:spPr/>
        <p:txBody>
          <a:bodyPr>
            <a:normAutofit/>
          </a:bodyPr>
          <a:lstStyle/>
          <a:p>
            <a:pPr>
              <a:lnSpc>
                <a:spcPct val="120000"/>
              </a:lnSpc>
            </a:pPr>
            <a:r>
              <a:rPr lang="zh-CN" altLang="en-US" dirty="0"/>
              <a:t>对机关、单位的定密监督应当重点针对是否存在</a:t>
            </a:r>
            <a:r>
              <a:rPr lang="zh-CN" altLang="en-US" dirty="0">
                <a:solidFill>
                  <a:srgbClr val="FF0000"/>
                </a:solidFill>
              </a:rPr>
              <a:t>越权定密、定密不准、定密程序不规范、标志不规范、不及时变更或者解除国家秘密</a:t>
            </a:r>
            <a:r>
              <a:rPr lang="zh-CN" altLang="en-US" dirty="0"/>
              <a:t>等定密不当行为，以及定密责任人</a:t>
            </a:r>
            <a:r>
              <a:rPr lang="zh-CN" altLang="en-US" dirty="0">
                <a:solidFill>
                  <a:srgbClr val="FF0000"/>
                </a:solidFill>
              </a:rPr>
              <a:t>制度落实</a:t>
            </a:r>
            <a:r>
              <a:rPr lang="zh-CN" altLang="en-US" dirty="0"/>
              <a:t>情况、定密授权</a:t>
            </a:r>
            <a:r>
              <a:rPr lang="zh-CN" altLang="en-US" dirty="0">
                <a:solidFill>
                  <a:srgbClr val="FF0000"/>
                </a:solidFill>
              </a:rPr>
              <a:t>制度执行</a:t>
            </a:r>
            <a:r>
              <a:rPr lang="zh-CN" altLang="en-US" dirty="0"/>
              <a:t>情况等进行。</a:t>
            </a:r>
            <a:endParaRPr lang="zh-CN" altLang="en-US" dirty="0"/>
          </a:p>
          <a:p>
            <a:endParaRPr kumimoji="1"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定密不当主要有五种情形</a:t>
            </a:r>
            <a:endParaRPr kumimoji="1" lang="zh-CN" altLang="en-US" dirty="0"/>
          </a:p>
        </p:txBody>
      </p:sp>
      <p:graphicFrame>
        <p:nvGraphicFramePr>
          <p:cNvPr id="5" name="内容占位符 4"/>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六、方   式</a:t>
            </a:r>
            <a:endParaRPr kumimoji="1" lang="zh-CN" altLang="en-US" dirty="0"/>
          </a:p>
        </p:txBody>
      </p:sp>
      <p:graphicFrame>
        <p:nvGraphicFramePr>
          <p:cNvPr id="4" name="内容占位符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smtClean="0">
                <a:sym typeface="+mn-ea"/>
              </a:rPr>
              <a:t>定密检查</a:t>
            </a:r>
            <a:endParaRPr lang="zh-CN" altLang="en-US" b="1" dirty="0" smtClean="0"/>
          </a:p>
        </p:txBody>
      </p:sp>
      <p:sp>
        <p:nvSpPr>
          <p:cNvPr id="3" name="内容占位符 2"/>
          <p:cNvSpPr>
            <a:spLocks noGrp="1"/>
          </p:cNvSpPr>
          <p:nvPr>
            <p:ph idx="1"/>
          </p:nvPr>
        </p:nvSpPr>
        <p:spPr/>
        <p:txBody>
          <a:bodyPr>
            <a:normAutofit/>
          </a:bodyPr>
          <a:lstStyle/>
          <a:p>
            <a:r>
              <a:rPr lang="zh-CN" altLang="en-US" sz="3600" dirty="0" smtClean="0"/>
              <a:t>机关</a:t>
            </a:r>
            <a:r>
              <a:rPr lang="zh-CN" altLang="en-US" sz="3600" dirty="0"/>
              <a:t>、单位应当对本机关本单位及下级机关、单位开展定密工作的情况进行定期检查，并将检查结果作为保密工作考核的重要内容。</a:t>
            </a:r>
            <a:endParaRPr lang="zh-CN" altLang="en-US" sz="3600" dirty="0"/>
          </a:p>
          <a:p>
            <a:r>
              <a:rPr lang="zh-CN" altLang="en-US" sz="3600" dirty="0"/>
              <a:t>保密行政管理部门应当适时组织开展定密专项检查，并视情通报检查情况。</a:t>
            </a:r>
            <a:endParaRPr lang="zh-CN" altLang="en-US" sz="3600" dirty="0"/>
          </a:p>
          <a:p>
            <a:endParaRPr lang="zh-CN" altLang="en-US" sz="36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ym typeface="+mn-ea"/>
              </a:rPr>
              <a:t>法定定密责任人的</a:t>
            </a:r>
            <a:r>
              <a:rPr lang="zh-CN" altLang="en-US" b="1" dirty="0" smtClean="0">
                <a:sym typeface="+mn-ea"/>
              </a:rPr>
              <a:t>监督</a:t>
            </a:r>
            <a:endParaRPr lang="zh-CN" altLang="en-US" b="1" dirty="0" smtClean="0"/>
          </a:p>
        </p:txBody>
      </p:sp>
      <p:sp>
        <p:nvSpPr>
          <p:cNvPr id="3" name="内容占位符 2"/>
          <p:cNvSpPr>
            <a:spLocks noGrp="1"/>
          </p:cNvSpPr>
          <p:nvPr>
            <p:ph idx="1"/>
          </p:nvPr>
        </p:nvSpPr>
        <p:spPr>
          <a:xfrm>
            <a:off x="457200" y="1600200"/>
            <a:ext cx="8229600" cy="5043510"/>
          </a:xfrm>
        </p:spPr>
        <p:txBody>
          <a:bodyPr>
            <a:normAutofit/>
          </a:bodyPr>
          <a:lstStyle/>
          <a:p>
            <a:pPr marL="0" indent="0">
              <a:buNone/>
            </a:pPr>
            <a:r>
              <a:rPr lang="zh-CN" altLang="en-US" b="1" dirty="0"/>
              <a:t> </a:t>
            </a:r>
            <a:r>
              <a:rPr lang="zh-CN" altLang="en-US" b="1" dirty="0" smtClean="0"/>
              <a:t>   《</a:t>
            </a:r>
            <a:r>
              <a:rPr lang="zh-CN" altLang="en-US" dirty="0" smtClean="0"/>
              <a:t>定密</a:t>
            </a:r>
            <a:r>
              <a:rPr lang="zh-CN" altLang="en-US" dirty="0"/>
              <a:t>管理规定》规定了法定定密责任人对指定定密责任人的监督职责，要求机关、单位负责人发现其指定的定密责任人未依法履行定密职责的，应当及时纠正，有定密不当、情节严重等情形的，应当对指定的定密责任人作出调整。</a:t>
            </a:r>
            <a:endParaRPr lang="zh-CN" altLang="en-US" dirty="0"/>
          </a:p>
          <a:p>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ym typeface="+mn-ea"/>
              </a:rPr>
              <a:t>定密</a:t>
            </a:r>
            <a:r>
              <a:rPr lang="zh-CN" altLang="en-US" b="1" dirty="0" smtClean="0">
                <a:sym typeface="+mn-ea"/>
              </a:rPr>
              <a:t>统计</a:t>
            </a:r>
            <a:endParaRPr lang="zh-CN" altLang="en-US" b="1" dirty="0" smtClean="0"/>
          </a:p>
        </p:txBody>
      </p:sp>
      <p:sp>
        <p:nvSpPr>
          <p:cNvPr id="3" name="内容占位符 2"/>
          <p:cNvSpPr>
            <a:spLocks noGrp="1"/>
          </p:cNvSpPr>
          <p:nvPr>
            <p:ph idx="1"/>
          </p:nvPr>
        </p:nvSpPr>
        <p:spPr/>
        <p:txBody>
          <a:bodyPr>
            <a:normAutofit/>
          </a:bodyPr>
          <a:lstStyle/>
          <a:p>
            <a:pPr marL="0" indent="0">
              <a:buNone/>
            </a:pPr>
            <a:r>
              <a:rPr lang="zh-CN" altLang="en-US" b="1" dirty="0"/>
              <a:t> </a:t>
            </a:r>
            <a:r>
              <a:rPr lang="zh-CN" altLang="en-US" b="1" dirty="0" smtClean="0"/>
              <a:t>   </a:t>
            </a:r>
            <a:r>
              <a:rPr lang="zh-CN" altLang="en-US" dirty="0" smtClean="0"/>
              <a:t>定密</a:t>
            </a:r>
            <a:r>
              <a:rPr lang="zh-CN" altLang="en-US" dirty="0"/>
              <a:t>统计是掌握定密工作底数、做好保密管理的基础性工作。机关、单位应当结合本机关本单位实际，建立定密台账，定期统计国家秘密确定、变更和解除情况，按年度向保密行政管理部门报告。</a:t>
            </a:r>
            <a:endParaRPr lang="zh-CN" altLang="en-US" dirty="0"/>
          </a:p>
          <a:p>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sym typeface="+mn-ea"/>
              </a:rPr>
              <a:t>定密</a:t>
            </a:r>
            <a:r>
              <a:rPr lang="zh-CN" altLang="en-US" b="1" dirty="0" smtClean="0">
                <a:sym typeface="+mn-ea"/>
              </a:rPr>
              <a:t>核查</a:t>
            </a:r>
            <a:endParaRPr lang="zh-CN" altLang="en-US" b="1" dirty="0" smtClean="0"/>
          </a:p>
        </p:txBody>
      </p:sp>
      <p:sp>
        <p:nvSpPr>
          <p:cNvPr id="3" name="内容占位符 2"/>
          <p:cNvSpPr>
            <a:spLocks noGrp="1"/>
          </p:cNvSpPr>
          <p:nvPr>
            <p:ph idx="1"/>
          </p:nvPr>
        </p:nvSpPr>
        <p:spPr/>
        <p:txBody>
          <a:bodyPr>
            <a:normAutofit/>
          </a:bodyPr>
          <a:lstStyle/>
          <a:p>
            <a:pPr marL="0" indent="0">
              <a:buNone/>
            </a:pPr>
            <a:r>
              <a:rPr lang="zh-CN" altLang="en-US" b="1" dirty="0"/>
              <a:t> </a:t>
            </a:r>
            <a:r>
              <a:rPr lang="zh-CN" altLang="en-US" b="1" dirty="0" smtClean="0"/>
              <a:t>   </a:t>
            </a:r>
            <a:r>
              <a:rPr lang="zh-CN" altLang="en-US" dirty="0" smtClean="0"/>
              <a:t>对</a:t>
            </a:r>
            <a:r>
              <a:rPr lang="zh-CN" altLang="en-US" dirty="0"/>
              <a:t>知悉范围内的机关、单位和个人反映的定密不当问题，及时进行核查处理。确属定密不当的，应当及时纠正；对不能确定是否属于定密不当的，应当报有确定权限的保密行政管理部门决定。</a:t>
            </a:r>
            <a:endParaRPr lang="zh-CN" altLang="en-US" dirty="0"/>
          </a:p>
          <a:p>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smtClean="0"/>
              <a:t>案例：广州市的定密监督工作</a:t>
            </a:r>
            <a:endParaRPr lang="zh-CN" altLang="en-US" dirty="0"/>
          </a:p>
        </p:txBody>
      </p:sp>
      <p:sp>
        <p:nvSpPr>
          <p:cNvPr id="3" name="内容占位符 2"/>
          <p:cNvSpPr>
            <a:spLocks noGrp="1"/>
          </p:cNvSpPr>
          <p:nvPr>
            <p:ph idx="1"/>
          </p:nvPr>
        </p:nvSpPr>
        <p:spPr/>
        <p:txBody>
          <a:bodyPr>
            <a:normAutofit fontScale="85000" lnSpcReduction="10000"/>
          </a:bodyPr>
          <a:lstStyle/>
          <a:p>
            <a:r>
              <a:rPr lang="zh-CN" altLang="en-US" dirty="0" smtClean="0"/>
              <a:t>首先明确</a:t>
            </a:r>
            <a:r>
              <a:rPr lang="zh-CN" altLang="en-US" dirty="0" smtClean="0">
                <a:solidFill>
                  <a:srgbClr val="FF0000"/>
                </a:solidFill>
              </a:rPr>
              <a:t>监督主体</a:t>
            </a:r>
            <a:r>
              <a:rPr lang="zh-CN" altLang="en-US" dirty="0" smtClean="0"/>
              <a:t>，实现三层定密监管主体系统。</a:t>
            </a:r>
            <a:endParaRPr lang="en-US" altLang="zh-CN" dirty="0" smtClean="0"/>
          </a:p>
          <a:p>
            <a:r>
              <a:rPr lang="zh-CN" altLang="en-US" dirty="0" smtClean="0"/>
              <a:t>同时建立</a:t>
            </a:r>
            <a:r>
              <a:rPr lang="zh-CN" altLang="en-US" dirty="0" smtClean="0">
                <a:solidFill>
                  <a:srgbClr val="FF0000"/>
                </a:solidFill>
              </a:rPr>
              <a:t>定密年审制度</a:t>
            </a:r>
            <a:r>
              <a:rPr lang="zh-CN" altLang="en-US" dirty="0" smtClean="0"/>
              <a:t>，包括前期工作、组织自查和区、县级市年审、抽查、总结整改等环节。</a:t>
            </a:r>
            <a:endParaRPr lang="en-US" altLang="zh-CN" dirty="0" smtClean="0"/>
          </a:p>
          <a:p>
            <a:r>
              <a:rPr lang="zh-CN" altLang="en-US" dirty="0" smtClean="0"/>
              <a:t>在年审过程中应该开展包括上年度</a:t>
            </a:r>
            <a:r>
              <a:rPr lang="zh-CN" altLang="en-US" dirty="0" smtClean="0">
                <a:solidFill>
                  <a:srgbClr val="FF0000"/>
                </a:solidFill>
              </a:rPr>
              <a:t>定密统计</a:t>
            </a:r>
            <a:r>
              <a:rPr lang="zh-CN" altLang="en-US" dirty="0" smtClean="0"/>
              <a:t>情况，定密工作制度的制定和执行情况，定密责任人履行职责情况，本机关、单位重视定密工作、提供保障的情况，定密审批流程设置情况，国家秘密载体的制作、形式是否合法，本机关、单位认为与定密工作密切相关，需要列入自查范围的其它内容等内容的自查。</a:t>
            </a:r>
            <a:endParaRPr lang="en-US" altLang="zh-CN" dirty="0" smtClean="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20000"/>
          </a:bodyPr>
          <a:lstStyle/>
          <a:p>
            <a:r>
              <a:rPr lang="zh-CN" altLang="en-US" dirty="0" smtClean="0"/>
              <a:t>定密工作年审抽查实行评分机制，抽查结果以分数量化。抽查评分的依据是年度</a:t>
            </a:r>
            <a:r>
              <a:rPr lang="en-US" altLang="zh-CN" dirty="0" smtClean="0"/>
              <a:t>《</a:t>
            </a:r>
            <a:r>
              <a:rPr lang="zh-CN" altLang="en-US" dirty="0" smtClean="0"/>
              <a:t>定密年审实施方案</a:t>
            </a:r>
            <a:r>
              <a:rPr lang="en-US" altLang="zh-CN" dirty="0" smtClean="0"/>
              <a:t>》</a:t>
            </a:r>
            <a:r>
              <a:rPr lang="zh-CN" altLang="en-US" dirty="0" smtClean="0"/>
              <a:t>和</a:t>
            </a:r>
            <a:r>
              <a:rPr lang="en-US" altLang="zh-CN" dirty="0" smtClean="0"/>
              <a:t>《</a:t>
            </a:r>
            <a:r>
              <a:rPr lang="zh-CN" altLang="en-US" dirty="0" smtClean="0"/>
              <a:t>定密抽查评分表</a:t>
            </a:r>
            <a:r>
              <a:rPr lang="en-US" altLang="zh-CN" dirty="0" smtClean="0"/>
              <a:t>》</a:t>
            </a:r>
            <a:r>
              <a:rPr lang="zh-CN" altLang="en-US" dirty="0" smtClean="0"/>
              <a:t>。对年审中发现的问题，保密行政管理部门应依法定权限或提请有关机关作出处罚决定、采取行政强制措施、责令整改、建议处分等，有关单位应履行上述要求，将相关书目材料提交检查单位。各单位对自查、抽查中发现的问题，应当立即整改。拒不整改、拖延整改，经查证属实的，年审结果记为不合格，予以通报，依法追究责任。</a:t>
            </a:r>
            <a:endParaRPr lang="zh-CN" altLang="en-US" dirty="0" smtClean="0"/>
          </a:p>
          <a:p>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fontScale="92500" lnSpcReduction="10000"/>
          </a:bodyPr>
          <a:lstStyle/>
          <a:p>
            <a:r>
              <a:rPr lang="zh-CN" altLang="en-US" dirty="0" smtClean="0"/>
              <a:t>广州市将定密工作列入综合性保密检查的核心内容，定位必检项目。各保密局需要在各自所辖范围内开展定密专项检查。市直各单位的保密组织应当组织每年不少于一次的本单位定密工作自查，对获得其定密授权的下级单位应当组织每年不少于一次的定密工作检查。对检查中发现的问题，检查单位应依法定权限或提请有权机关作出处罚决定、采取行政强制措施、责令整改、建议处分等，受检单位应履行上述要求，积极采取整改措施。</a:t>
            </a: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a:lnSpc>
                <a:spcPct val="200000"/>
              </a:lnSpc>
            </a:pPr>
            <a:r>
              <a:rPr lang="zh-CN" altLang="en-US" dirty="0" smtClean="0"/>
              <a:t>定密统计</a:t>
            </a:r>
            <a:endParaRPr lang="en-US" altLang="zh-CN" dirty="0" smtClean="0"/>
          </a:p>
          <a:p>
            <a:pPr>
              <a:lnSpc>
                <a:spcPct val="200000"/>
              </a:lnSpc>
            </a:pPr>
            <a:r>
              <a:rPr lang="zh-CN" altLang="en-US" dirty="0" smtClean="0"/>
              <a:t>定密责任人的监管</a:t>
            </a:r>
            <a:endParaRPr lang="en-US" altLang="zh-CN" dirty="0" smtClean="0"/>
          </a:p>
          <a:p>
            <a:pPr>
              <a:lnSpc>
                <a:spcPct val="200000"/>
              </a:lnSpc>
            </a:pPr>
            <a:r>
              <a:rPr lang="zh-CN" altLang="en-US" dirty="0" smtClean="0"/>
              <a:t>定密授权的监管</a:t>
            </a:r>
            <a:endParaRPr lang="zh-CN"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b="1" dirty="0"/>
              <a:t>定密不当的法律</a:t>
            </a:r>
            <a:r>
              <a:rPr lang="zh-CN" altLang="en-US" b="1" dirty="0" smtClean="0"/>
              <a:t>责任</a:t>
            </a:r>
            <a:endParaRPr kumimoji="1" lang="zh-CN" altLang="en-US" dirty="0"/>
          </a:p>
        </p:txBody>
      </p:sp>
      <p:sp>
        <p:nvSpPr>
          <p:cNvPr id="3" name="内容占位符 2"/>
          <p:cNvSpPr>
            <a:spLocks noGrp="1"/>
          </p:cNvSpPr>
          <p:nvPr>
            <p:ph idx="1"/>
          </p:nvPr>
        </p:nvSpPr>
        <p:spPr/>
        <p:txBody>
          <a:bodyPr>
            <a:normAutofit fontScale="92500"/>
          </a:bodyPr>
          <a:lstStyle/>
          <a:p>
            <a:r>
              <a:rPr lang="zh-CN" altLang="en-US" b="1" dirty="0"/>
              <a:t> </a:t>
            </a:r>
            <a:r>
              <a:rPr lang="zh-CN" altLang="en-US" dirty="0" smtClean="0"/>
              <a:t>定密</a:t>
            </a:r>
            <a:r>
              <a:rPr lang="zh-CN" altLang="en-US" dirty="0"/>
              <a:t>不当的法律责任是指由于违规定密或者违反定密职责应当承受的法律后果。定密不当的法律责任主要有以下几种：</a:t>
            </a:r>
            <a:endParaRPr lang="zh-CN" altLang="en-US" dirty="0"/>
          </a:p>
          <a:p>
            <a:r>
              <a:rPr lang="zh-CN" altLang="en-US" b="1" dirty="0"/>
              <a:t>机关、单位的责任。</a:t>
            </a:r>
            <a:r>
              <a:rPr lang="zh-CN" altLang="en-US" dirty="0"/>
              <a:t>机关、单位是定密主体，应当对本机关本单位行使定密权、履行定密管理职责情况负责。定密管理暂行规定第四十三条对机关、单位违规责任进行了明确，规定机关、单位未依法履行定密管理职责，导致定密工作不能正常进行的，应当给予通报批评。</a:t>
            </a:r>
            <a:endParaRPr lang="zh-CN" altLang="en-US" dirty="0"/>
          </a:p>
          <a:p>
            <a:endParaRPr kumimoji="1"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a:bodyPr>
          <a:lstStyle/>
          <a:p>
            <a:r>
              <a:rPr lang="zh-CN" altLang="en-US" b="1" dirty="0"/>
              <a:t>机关、单位负责人的责任。</a:t>
            </a:r>
            <a:r>
              <a:rPr lang="zh-CN" altLang="en-US" dirty="0"/>
              <a:t>机关、单位负责人作为法定定密责任人，对机关、单位定密工作负总责。未履行定密工作领导责任、指导本机关本单位建立定密管理工作机制、依法开展定密工作的，应当承担相应的领导责任。情节轻微的，由有关部门给予通报批评；造成严重后果的，依纪依法追究责任。</a:t>
            </a:r>
            <a:endParaRPr lang="zh-CN" altLang="en-US" dirty="0"/>
          </a:p>
          <a:p>
            <a:endParaRPr kumimoji="1"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a:bodyPr>
          <a:lstStyle/>
          <a:p>
            <a:r>
              <a:rPr lang="zh-CN" altLang="en-US" b="1" dirty="0"/>
              <a:t>有关人员的责任。</a:t>
            </a:r>
            <a:r>
              <a:rPr lang="zh-CN" altLang="en-US" dirty="0"/>
              <a:t>承担违规定密责任的人员包括定密责任人和承办人。定密管理暂行规定第四十二条规定，定密责任人和承办人违反本规定，有下列行为之一的，机关、单位应当及时纠正并进行批评教育；造成严重后果的，依纪依法给予处分：</a:t>
            </a:r>
            <a:endParaRPr lang="zh-CN" altLang="en-US" dirty="0"/>
          </a:p>
          <a:p>
            <a:endParaRPr kumimoji="1"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kumimoji="1" lang="zh-CN" altLang="en-US"/>
          </a:p>
        </p:txBody>
      </p:sp>
      <p:sp>
        <p:nvSpPr>
          <p:cNvPr id="3" name="内容占位符 2"/>
          <p:cNvSpPr>
            <a:spLocks noGrp="1"/>
          </p:cNvSpPr>
          <p:nvPr>
            <p:ph idx="1"/>
          </p:nvPr>
        </p:nvSpPr>
        <p:spPr/>
        <p:txBody>
          <a:bodyPr>
            <a:normAutofit fontScale="85000" lnSpcReduction="20000"/>
          </a:bodyPr>
          <a:lstStyle/>
          <a:p>
            <a:r>
              <a:rPr lang="zh-CN" altLang="en-US" dirty="0"/>
              <a:t>（一） 应当确定国家秘密而未确定的；</a:t>
            </a:r>
            <a:endParaRPr lang="zh-CN" altLang="en-US" dirty="0"/>
          </a:p>
          <a:p>
            <a:r>
              <a:rPr lang="zh-CN" altLang="en-US" dirty="0"/>
              <a:t>（二） 不应当确定国家秘密而确定的；</a:t>
            </a:r>
            <a:endParaRPr lang="zh-CN" altLang="en-US" dirty="0"/>
          </a:p>
          <a:p>
            <a:r>
              <a:rPr lang="zh-CN" altLang="en-US" dirty="0"/>
              <a:t>（三） 超出定密权限定密的；</a:t>
            </a:r>
            <a:endParaRPr lang="zh-CN" altLang="en-US" dirty="0"/>
          </a:p>
          <a:p>
            <a:r>
              <a:rPr lang="zh-CN" altLang="en-US" dirty="0"/>
              <a:t>（四） 未按照法定程序定密的；</a:t>
            </a:r>
            <a:endParaRPr lang="zh-CN" altLang="en-US" dirty="0"/>
          </a:p>
          <a:p>
            <a:r>
              <a:rPr lang="zh-CN" altLang="en-US" dirty="0"/>
              <a:t>（五） 未按规定标注国家秘密标志的；</a:t>
            </a:r>
            <a:endParaRPr lang="zh-CN" altLang="en-US" dirty="0"/>
          </a:p>
          <a:p>
            <a:r>
              <a:rPr lang="zh-CN" altLang="en-US" dirty="0"/>
              <a:t>（六） 未按规定变更国家秘密的密级、保密期限、知悉范围的；</a:t>
            </a:r>
            <a:endParaRPr lang="zh-CN" altLang="en-US" dirty="0"/>
          </a:p>
          <a:p>
            <a:r>
              <a:rPr lang="zh-CN" altLang="en-US" dirty="0"/>
              <a:t>（七） 未按要求开展解密审核的；</a:t>
            </a:r>
            <a:endParaRPr lang="zh-CN" altLang="en-US" dirty="0"/>
          </a:p>
          <a:p>
            <a:r>
              <a:rPr lang="zh-CN" altLang="en-US" dirty="0"/>
              <a:t>（八） 不应当解除国家秘密而解除的；</a:t>
            </a:r>
            <a:endParaRPr lang="zh-CN" altLang="en-US" dirty="0"/>
          </a:p>
          <a:p>
            <a:r>
              <a:rPr lang="zh-CN" altLang="en-US" dirty="0"/>
              <a:t>（九） 应当解除国家秘密而未解除的；</a:t>
            </a:r>
            <a:endParaRPr lang="zh-CN" altLang="en-US" dirty="0"/>
          </a:p>
          <a:p>
            <a:r>
              <a:rPr lang="zh-CN" altLang="en-US" dirty="0"/>
              <a:t>（十） 违反本规定的其他行为。</a:t>
            </a:r>
            <a:endParaRPr lang="zh-CN" altLang="en-US" dirty="0"/>
          </a:p>
          <a:p>
            <a:endParaRPr kumimoji="1" lang="zh-CN" altLang="en-US"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image" Target="../media/image3.jpeg"/></Relationships>
</file>

<file path=ppt/theme/theme1.xml><?xml version="1.0" encoding="utf-8"?>
<a:theme xmlns:a="http://schemas.openxmlformats.org/drawingml/2006/main" name="龙腾四海">
  <a:themeElements>
    <a:clrScheme name="龙腾四海">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龙腾四海">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龙腾四海">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0</TotalTime>
  <Words>4794</Words>
  <Application>WPS 演示</Application>
  <PresentationFormat>全屏显示(4:3)</PresentationFormat>
  <Paragraphs>216</Paragraphs>
  <Slides>41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41</vt:i4>
      </vt:variant>
    </vt:vector>
  </HeadingPairs>
  <TitlesOfParts>
    <vt:vector size="54" baseType="lpstr">
      <vt:lpstr>Arial</vt:lpstr>
      <vt:lpstr>宋体</vt:lpstr>
      <vt:lpstr>Wingdings</vt:lpstr>
      <vt:lpstr>Wingdings 2</vt:lpstr>
      <vt:lpstr>Arial</vt:lpstr>
      <vt:lpstr>隶书</vt:lpstr>
      <vt:lpstr>Maiandra GD</vt:lpstr>
      <vt:lpstr>Cambria</vt:lpstr>
      <vt:lpstr>华文楷体</vt:lpstr>
      <vt:lpstr>微软雅黑</vt:lpstr>
      <vt:lpstr>Arial Unicode MS</vt:lpstr>
      <vt:lpstr>Calibri</vt:lpstr>
      <vt:lpstr>龙腾四海</vt:lpstr>
      <vt:lpstr>为什么要监督</vt:lpstr>
      <vt:lpstr>定密监督的定义</vt:lpstr>
      <vt:lpstr>保密法</vt:lpstr>
      <vt:lpstr>PowerPoint 演示文稿</vt:lpstr>
      <vt:lpstr>PowerPoint 演示文稿</vt:lpstr>
      <vt:lpstr>PowerPoint 演示文稿</vt:lpstr>
      <vt:lpstr>PowerPoint 演示文稿</vt:lpstr>
      <vt:lpstr>PowerPoint 演示文稿</vt:lpstr>
      <vt:lpstr>《保密法实施条例》</vt:lpstr>
      <vt:lpstr>PowerPoint 演示文稿</vt:lpstr>
      <vt:lpstr>定密不当的5种情形</vt:lpstr>
      <vt:lpstr>《定密管理规定》</vt:lpstr>
      <vt:lpstr>PowerPoint 演示文稿</vt:lpstr>
      <vt:lpstr>PowerPoint 演示文稿</vt:lpstr>
      <vt:lpstr>释义</vt:lpstr>
      <vt:lpstr>保密行政管理部门</vt:lpstr>
      <vt:lpstr>一、主    体</vt:lpstr>
      <vt:lpstr>二、监督主体的责任</vt:lpstr>
      <vt:lpstr>PowerPoint 演示文稿</vt:lpstr>
      <vt:lpstr>三、对    象</vt:lpstr>
      <vt:lpstr>四、类   型</vt:lpstr>
      <vt:lpstr>自我监督</vt:lpstr>
      <vt:lpstr>上级监督</vt:lpstr>
      <vt:lpstr>保密行政管理部门监督</vt:lpstr>
      <vt:lpstr>定密异议监督</vt:lpstr>
      <vt:lpstr>PowerPoint 演示文稿</vt:lpstr>
      <vt:lpstr>五、内   容</vt:lpstr>
      <vt:lpstr>定密不当主要有五种情形</vt:lpstr>
      <vt:lpstr>六、方   式</vt:lpstr>
      <vt:lpstr>定密检查</vt:lpstr>
      <vt:lpstr>法定定密责任人的监督</vt:lpstr>
      <vt:lpstr>定密统计</vt:lpstr>
      <vt:lpstr>定密核查</vt:lpstr>
      <vt:lpstr>案例：广州市的定密监督工作</vt:lpstr>
      <vt:lpstr>PowerPoint 演示文稿</vt:lpstr>
      <vt:lpstr>PowerPoint 演示文稿</vt:lpstr>
      <vt:lpstr>PowerPoint 演示文稿</vt:lpstr>
      <vt:lpstr>定密不当的法律责任</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定密监督</dc:title>
  <dc:creator>lenovo</dc:creator>
  <cp:lastModifiedBy>王泰然</cp:lastModifiedBy>
  <cp:revision>21</cp:revision>
  <dcterms:created xsi:type="dcterms:W3CDTF">2026-06-25T10:00:00Z</dcterms:created>
  <dcterms:modified xsi:type="dcterms:W3CDTF">2026-06-26T15:11:24Z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E9FF6F7FA174B77946FC3C6A54D1B50E_43</vt:lpwstr>
  </property>
  <property fmtid="{D5CDD505-2E9C-101B-9397-08002B2CF9AE}" pid="3" name="KSOProductBuildVer">
    <vt:lpwstr>2052-12.1.0.26375</vt:lpwstr>
  </property>
</Properties>
</file>