
<file path=[Content_Types].xml><?xml version="1.0" encoding="utf-8"?>
<Types xmlns="http://schemas.openxmlformats.org/package/2006/content-types">
  <Default Extension="jpeg" ContentType="image/jpeg"/>
  <Default Extension="JPG" ContentType="image/.jpg"/>
  <Default Extension="png" ContentType="image/png"/>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10.xml" ContentType="application/vnd.openxmlformats-officedocument.drawingml.diagramColors+xml"/>
  <Override PartName="/ppt/diagrams/colors11.xml" ContentType="application/vnd.openxmlformats-officedocument.drawingml.diagramColors+xml"/>
  <Override PartName="/ppt/diagrams/colors12.xml" ContentType="application/vnd.openxmlformats-officedocument.drawingml.diagramColors+xml"/>
  <Override PartName="/ppt/diagrams/colors13.xml" ContentType="application/vnd.openxmlformats-officedocument.drawingml.diagramColors+xml"/>
  <Override PartName="/ppt/diagrams/colors14.xml" ContentType="application/vnd.openxmlformats-officedocument.drawingml.diagramColors+xml"/>
  <Override PartName="/ppt/diagrams/colors15.xml" ContentType="application/vnd.openxmlformats-officedocument.drawingml.diagramColors+xml"/>
  <Override PartName="/ppt/diagrams/colors16.xml" ContentType="application/vnd.openxmlformats-officedocument.drawingml.diagramColors+xml"/>
  <Override PartName="/ppt/diagrams/colors17.xml" ContentType="application/vnd.openxmlformats-officedocument.drawingml.diagramColors+xml"/>
  <Override PartName="/ppt/diagrams/colors18.xml" ContentType="application/vnd.openxmlformats-officedocument.drawingml.diagramColors+xml"/>
  <Override PartName="/ppt/diagrams/colors19.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10.xml" ContentType="application/vnd.openxmlformats-officedocument.drawingml.diagramData+xml"/>
  <Override PartName="/ppt/diagrams/data11.xml" ContentType="application/vnd.openxmlformats-officedocument.drawingml.diagramData+xml"/>
  <Override PartName="/ppt/diagrams/data12.xml" ContentType="application/vnd.openxmlformats-officedocument.drawingml.diagramData+xml"/>
  <Override PartName="/ppt/diagrams/data13.xml" ContentType="application/vnd.openxmlformats-officedocument.drawingml.diagramData+xml"/>
  <Override PartName="/ppt/diagrams/data14.xml" ContentType="application/vnd.openxmlformats-officedocument.drawingml.diagramData+xml"/>
  <Override PartName="/ppt/diagrams/data15.xml" ContentType="application/vnd.openxmlformats-officedocument.drawingml.diagramData+xml"/>
  <Override PartName="/ppt/diagrams/data16.xml" ContentType="application/vnd.openxmlformats-officedocument.drawingml.diagramData+xml"/>
  <Override PartName="/ppt/diagrams/data17.xml" ContentType="application/vnd.openxmlformats-officedocument.drawingml.diagramData+xml"/>
  <Override PartName="/ppt/diagrams/data18.xml" ContentType="application/vnd.openxmlformats-officedocument.drawingml.diagramData+xml"/>
  <Override PartName="/ppt/diagrams/data19.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10.xml" ContentType="application/vnd.ms-office.drawingml.diagramDrawing+xml"/>
  <Override PartName="/ppt/diagrams/drawing11.xml" ContentType="application/vnd.ms-office.drawingml.diagramDrawing+xml"/>
  <Override PartName="/ppt/diagrams/drawing12.xml" ContentType="application/vnd.ms-office.drawingml.diagramDrawing+xml"/>
  <Override PartName="/ppt/diagrams/drawing13.xml" ContentType="application/vnd.ms-office.drawingml.diagramDrawing+xml"/>
  <Override PartName="/ppt/diagrams/drawing14.xml" ContentType="application/vnd.ms-office.drawingml.diagramDrawing+xml"/>
  <Override PartName="/ppt/diagrams/drawing15.xml" ContentType="application/vnd.ms-office.drawingml.diagramDrawing+xml"/>
  <Override PartName="/ppt/diagrams/drawing16.xml" ContentType="application/vnd.ms-office.drawingml.diagramDrawing+xml"/>
  <Override PartName="/ppt/diagrams/drawing17.xml" ContentType="application/vnd.ms-office.drawingml.diagramDrawing+xml"/>
  <Override PartName="/ppt/diagrams/drawing18.xml" ContentType="application/vnd.ms-office.drawingml.diagramDrawing+xml"/>
  <Override PartName="/ppt/diagrams/drawing19.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10.xml" ContentType="application/vnd.openxmlformats-officedocument.drawingml.diagramLayout+xml"/>
  <Override PartName="/ppt/diagrams/layout11.xml" ContentType="application/vnd.openxmlformats-officedocument.drawingml.diagramLayout+xml"/>
  <Override PartName="/ppt/diagrams/layout12.xml" ContentType="application/vnd.openxmlformats-officedocument.drawingml.diagramLayout+xml"/>
  <Override PartName="/ppt/diagrams/layout13.xml" ContentType="application/vnd.openxmlformats-officedocument.drawingml.diagramLayout+xml"/>
  <Override PartName="/ppt/diagrams/layout14.xml" ContentType="application/vnd.openxmlformats-officedocument.drawingml.diagramLayout+xml"/>
  <Override PartName="/ppt/diagrams/layout15.xml" ContentType="application/vnd.openxmlformats-officedocument.drawingml.diagramLayout+xml"/>
  <Override PartName="/ppt/diagrams/layout16.xml" ContentType="application/vnd.openxmlformats-officedocument.drawingml.diagramLayout+xml"/>
  <Override PartName="/ppt/diagrams/layout17.xml" ContentType="application/vnd.openxmlformats-officedocument.drawingml.diagramLayout+xml"/>
  <Override PartName="/ppt/diagrams/layout18.xml" ContentType="application/vnd.openxmlformats-officedocument.drawingml.diagramLayout+xml"/>
  <Override PartName="/ppt/diagrams/layout19.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10.xml" ContentType="application/vnd.openxmlformats-officedocument.drawingml.diagramStyle+xml"/>
  <Override PartName="/ppt/diagrams/quickStyle11.xml" ContentType="application/vnd.openxmlformats-officedocument.drawingml.diagramStyle+xml"/>
  <Override PartName="/ppt/diagrams/quickStyle12.xml" ContentType="application/vnd.openxmlformats-officedocument.drawingml.diagramStyle+xml"/>
  <Override PartName="/ppt/diagrams/quickStyle13.xml" ContentType="application/vnd.openxmlformats-officedocument.drawingml.diagramStyle+xml"/>
  <Override PartName="/ppt/diagrams/quickStyle14.xml" ContentType="application/vnd.openxmlformats-officedocument.drawingml.diagramStyle+xml"/>
  <Override PartName="/ppt/diagrams/quickStyle15.xml" ContentType="application/vnd.openxmlformats-officedocument.drawingml.diagramStyle+xml"/>
  <Override PartName="/ppt/diagrams/quickStyle16.xml" ContentType="application/vnd.openxmlformats-officedocument.drawingml.diagramStyle+xml"/>
  <Override PartName="/ppt/diagrams/quickStyle17.xml" ContentType="application/vnd.openxmlformats-officedocument.drawingml.diagramStyle+xml"/>
  <Override PartName="/ppt/diagrams/quickStyle18.xml" ContentType="application/vnd.openxmlformats-officedocument.drawingml.diagramStyle+xml"/>
  <Override PartName="/ppt/diagrams/quickStyle19.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5">
  <p:sldMasterIdLst>
    <p:sldMasterId id="2147483648" r:id="rId1"/>
  </p:sldMasterIdLst>
  <p:notesMasterIdLst>
    <p:notesMasterId r:id="rId4"/>
  </p:notesMasterIdLst>
  <p:sldIdLst>
    <p:sldId id="256" r:id="rId3"/>
    <p:sldId id="257" r:id="rId5"/>
    <p:sldId id="512" r:id="rId6"/>
    <p:sldId id="703" r:id="rId7"/>
    <p:sldId id="421" r:id="rId8"/>
    <p:sldId id="424" r:id="rId9"/>
    <p:sldId id="501" r:id="rId10"/>
    <p:sldId id="422" r:id="rId11"/>
    <p:sldId id="426" r:id="rId12"/>
    <p:sldId id="502" r:id="rId13"/>
    <p:sldId id="503" r:id="rId14"/>
    <p:sldId id="684" r:id="rId15"/>
    <p:sldId id="425" r:id="rId16"/>
    <p:sldId id="428" r:id="rId17"/>
    <p:sldId id="504" r:id="rId18"/>
    <p:sldId id="505" r:id="rId19"/>
    <p:sldId id="506" r:id="rId20"/>
    <p:sldId id="423" r:id="rId21"/>
    <p:sldId id="429" r:id="rId22"/>
    <p:sldId id="507" r:id="rId23"/>
    <p:sldId id="508" r:id="rId24"/>
    <p:sldId id="427" r:id="rId25"/>
    <p:sldId id="430" r:id="rId26"/>
    <p:sldId id="509" r:id="rId27"/>
    <p:sldId id="517" r:id="rId28"/>
    <p:sldId id="510" r:id="rId29"/>
    <p:sldId id="685" r:id="rId30"/>
    <p:sldId id="431" r:id="rId31"/>
    <p:sldId id="686" r:id="rId32"/>
    <p:sldId id="687" r:id="rId33"/>
    <p:sldId id="688" r:id="rId34"/>
    <p:sldId id="689" r:id="rId35"/>
    <p:sldId id="690" r:id="rId36"/>
    <p:sldId id="691" r:id="rId37"/>
    <p:sldId id="692" r:id="rId38"/>
    <p:sldId id="693" r:id="rId39"/>
    <p:sldId id="694" r:id="rId40"/>
    <p:sldId id="695" r:id="rId41"/>
    <p:sldId id="705" r:id="rId42"/>
    <p:sldId id="706" r:id="rId43"/>
    <p:sldId id="696" r:id="rId44"/>
    <p:sldId id="433" r:id="rId45"/>
    <p:sldId id="698" r:id="rId46"/>
    <p:sldId id="697" r:id="rId47"/>
    <p:sldId id="699" r:id="rId48"/>
    <p:sldId id="700" r:id="rId49"/>
    <p:sldId id="701" r:id="rId50"/>
    <p:sldId id="702" r:id="rId51"/>
    <p:sldId id="520" r:id="rId52"/>
    <p:sldId id="521" r:id="rId53"/>
    <p:sldId id="436" r:id="rId54"/>
    <p:sldId id="460" r:id="rId55"/>
    <p:sldId id="459" r:id="rId56"/>
    <p:sldId id="437" r:id="rId57"/>
    <p:sldId id="444" r:id="rId58"/>
    <p:sldId id="446" r:id="rId59"/>
    <p:sldId id="447" r:id="rId60"/>
    <p:sldId id="448" r:id="rId61"/>
    <p:sldId id="454" r:id="rId62"/>
    <p:sldId id="439" r:id="rId63"/>
    <p:sldId id="493" r:id="rId64"/>
    <p:sldId id="494" r:id="rId65"/>
    <p:sldId id="495" r:id="rId66"/>
    <p:sldId id="496" r:id="rId67"/>
    <p:sldId id="522" r:id="rId68"/>
    <p:sldId id="499" r:id="rId69"/>
    <p:sldId id="497" r:id="rId70"/>
    <p:sldId id="498" r:id="rId71"/>
    <p:sldId id="500" r:id="rId72"/>
    <p:sldId id="440" r:id="rId73"/>
    <p:sldId id="441" r:id="rId74"/>
    <p:sldId id="455" r:id="rId75"/>
    <p:sldId id="456" r:id="rId76"/>
    <p:sldId id="458" r:id="rId77"/>
    <p:sldId id="442" r:id="rId78"/>
    <p:sldId id="443" r:id="rId79"/>
    <p:sldId id="318" r:id="rId80"/>
    <p:sldId id="316" r:id="rId81"/>
    <p:sldId id="317" r:id="rId82"/>
    <p:sldId id="484" r:id="rId83"/>
    <p:sldId id="563" r:id="rId84"/>
    <p:sldId id="564" r:id="rId85"/>
    <p:sldId id="565" r:id="rId86"/>
    <p:sldId id="566" r:id="rId87"/>
    <p:sldId id="567" r:id="rId88"/>
    <p:sldId id="568" r:id="rId89"/>
    <p:sldId id="681" r:id="rId90"/>
    <p:sldId id="540" r:id="rId91"/>
    <p:sldId id="541" r:id="rId92"/>
    <p:sldId id="542" r:id="rId93"/>
    <p:sldId id="544" r:id="rId94"/>
    <p:sldId id="545" r:id="rId95"/>
    <p:sldId id="546" r:id="rId96"/>
    <p:sldId id="547" r:id="rId97"/>
    <p:sldId id="548" r:id="rId98"/>
    <p:sldId id="549" r:id="rId99"/>
    <p:sldId id="550" r:id="rId100"/>
    <p:sldId id="551" r:id="rId101"/>
    <p:sldId id="552" r:id="rId102"/>
    <p:sldId id="553" r:id="rId103"/>
    <p:sldId id="554" r:id="rId104"/>
    <p:sldId id="555" r:id="rId105"/>
    <p:sldId id="556" r:id="rId106"/>
    <p:sldId id="557" r:id="rId107"/>
    <p:sldId id="558" r:id="rId108"/>
    <p:sldId id="559" r:id="rId109"/>
    <p:sldId id="560" r:id="rId110"/>
    <p:sldId id="569" r:id="rId111"/>
    <p:sldId id="570" r:id="rId112"/>
    <p:sldId id="571" r:id="rId113"/>
    <p:sldId id="319" r:id="rId114"/>
    <p:sldId id="320" r:id="rId115"/>
    <p:sldId id="572" r:id="rId116"/>
    <p:sldId id="321" r:id="rId117"/>
    <p:sldId id="323" r:id="rId118"/>
    <p:sldId id="489" r:id="rId119"/>
    <p:sldId id="485" r:id="rId120"/>
    <p:sldId id="486" r:id="rId121"/>
    <p:sldId id="573" r:id="rId122"/>
    <p:sldId id="574" r:id="rId123"/>
    <p:sldId id="488" r:id="rId124"/>
    <p:sldId id="324" r:id="rId125"/>
    <p:sldId id="328" r:id="rId126"/>
    <p:sldId id="325" r:id="rId127"/>
    <p:sldId id="575" r:id="rId128"/>
    <p:sldId id="326" r:id="rId129"/>
    <p:sldId id="336" r:id="rId130"/>
    <p:sldId id="490" r:id="rId131"/>
    <p:sldId id="327" r:id="rId132"/>
    <p:sldId id="491" r:id="rId133"/>
    <p:sldId id="576" r:id="rId134"/>
    <p:sldId id="577" r:id="rId135"/>
    <p:sldId id="578" r:id="rId136"/>
    <p:sldId id="579" r:id="rId137"/>
    <p:sldId id="580" r:id="rId138"/>
    <p:sldId id="329" r:id="rId139"/>
    <p:sldId id="461" r:id="rId140"/>
    <p:sldId id="462" r:id="rId141"/>
    <p:sldId id="463" r:id="rId142"/>
    <p:sldId id="464" r:id="rId143"/>
    <p:sldId id="465" r:id="rId144"/>
    <p:sldId id="466" r:id="rId145"/>
    <p:sldId id="467" r:id="rId146"/>
    <p:sldId id="468" r:id="rId147"/>
    <p:sldId id="469" r:id="rId148"/>
    <p:sldId id="472" r:id="rId149"/>
    <p:sldId id="473" r:id="rId150"/>
    <p:sldId id="475" r:id="rId151"/>
    <p:sldId id="476" r:id="rId152"/>
    <p:sldId id="581" r:id="rId153"/>
    <p:sldId id="582" r:id="rId154"/>
    <p:sldId id="583" r:id="rId155"/>
    <p:sldId id="584" r:id="rId156"/>
    <p:sldId id="586" r:id="rId157"/>
    <p:sldId id="587" r:id="rId158"/>
    <p:sldId id="588" r:id="rId159"/>
    <p:sldId id="589" r:id="rId160"/>
    <p:sldId id="590" r:id="rId161"/>
    <p:sldId id="591" r:id="rId162"/>
    <p:sldId id="592" r:id="rId163"/>
    <p:sldId id="511" r:id="rId164"/>
  </p:sldIdLst>
  <p:sldSz cx="9144000" cy="6858000" type="screen4x3"/>
  <p:notesSz cx="6858000" cy="9144000"/>
  <p:custDataLst>
    <p:tags r:id="rId16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961"/>
    <p:restoredTop sz="89890" autoAdjust="0"/>
  </p:normalViewPr>
  <p:slideViewPr>
    <p:cSldViewPr showGuides="1">
      <p:cViewPr varScale="1">
        <p:scale>
          <a:sx n="98" d="100"/>
          <a:sy n="98" d="100"/>
        </p:scale>
        <p:origin x="976"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8" Type="http://schemas.openxmlformats.org/officeDocument/2006/relationships/tags" Target="tags/tag11.xml"/><Relationship Id="rId167" Type="http://schemas.openxmlformats.org/officeDocument/2006/relationships/tableStyles" Target="tableStyles.xml"/><Relationship Id="rId166" Type="http://schemas.openxmlformats.org/officeDocument/2006/relationships/viewProps" Target="viewProps.xml"/><Relationship Id="rId165" Type="http://schemas.openxmlformats.org/officeDocument/2006/relationships/presProps" Target="presProps.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4E2CC07A-D3AC-4377-8996-2C376952F8AC}"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zh-CN" altLang="en-US"/>
        </a:p>
      </dgm:t>
    </dgm:pt>
    <dgm:pt modelId="{8181EDD9-BAF6-4F55-975B-F726A10372D4}">
      <dgm:prSet phldrT="[文本]"/>
      <dgm:spPr/>
      <dgm:t>
        <a:bodyPr/>
        <a:lstStyle/>
        <a:p>
          <a:r>
            <a:rPr lang="zh-CN" altLang="en-US" dirty="0"/>
            <a:t>确定</a:t>
          </a:r>
          <a:endParaRPr lang="en-US" altLang="zh-CN" dirty="0"/>
        </a:p>
        <a:p>
          <a:r>
            <a:rPr lang="zh-CN" altLang="en-US" dirty="0"/>
            <a:t>国家秘密</a:t>
          </a:r>
        </a:p>
      </dgm:t>
    </dgm:pt>
    <dgm:pt modelId="{1E458728-DD54-4972-B9F5-F5E5CF5EE166}" cxnId="{84774EBF-3341-47E9-8C95-39AA7E9FBB5B}" type="parTrans">
      <dgm:prSet/>
      <dgm:spPr/>
      <dgm:t>
        <a:bodyPr/>
        <a:lstStyle/>
        <a:p>
          <a:endParaRPr lang="zh-CN" altLang="en-US"/>
        </a:p>
      </dgm:t>
    </dgm:pt>
    <dgm:pt modelId="{84D5E7CE-E882-47B7-808B-0B561D56D610}" cxnId="{84774EBF-3341-47E9-8C95-39AA7E9FBB5B}" type="sibTrans">
      <dgm:prSet/>
      <dgm:spPr/>
      <dgm:t>
        <a:bodyPr/>
        <a:lstStyle/>
        <a:p>
          <a:endParaRPr lang="zh-CN" altLang="en-US"/>
        </a:p>
      </dgm:t>
    </dgm:pt>
    <dgm:pt modelId="{C9A79860-5417-4CEF-9AE9-AC00379A6DAA}">
      <dgm:prSet phldrT="[文本]"/>
      <dgm:spPr/>
      <dgm:t>
        <a:bodyPr/>
        <a:lstStyle/>
        <a:p>
          <a:r>
            <a:rPr lang="zh-CN" altLang="en-US" dirty="0"/>
            <a:t>定密对象（国家秘密）</a:t>
          </a:r>
        </a:p>
      </dgm:t>
    </dgm:pt>
    <dgm:pt modelId="{BBBF5764-E3E3-4691-A3FE-D795C7B6B650}" cxnId="{CBC58FED-5CF1-4842-A7E8-A231482C0F13}" type="parTrans">
      <dgm:prSet/>
      <dgm:spPr/>
      <dgm:t>
        <a:bodyPr/>
        <a:lstStyle/>
        <a:p>
          <a:endParaRPr lang="zh-CN" altLang="en-US"/>
        </a:p>
      </dgm:t>
    </dgm:pt>
    <dgm:pt modelId="{07D5884F-EFB1-484C-8ED2-C3045AD9F7D8}" cxnId="{CBC58FED-5CF1-4842-A7E8-A231482C0F13}" type="sibTrans">
      <dgm:prSet/>
      <dgm:spPr/>
      <dgm:t>
        <a:bodyPr/>
        <a:lstStyle/>
        <a:p>
          <a:endParaRPr lang="zh-CN" altLang="en-US"/>
        </a:p>
      </dgm:t>
    </dgm:pt>
    <dgm:pt modelId="{95EF9745-7F0B-47FE-A7A4-09C3FC3FB194}">
      <dgm:prSet phldrT="[文本]"/>
      <dgm:spPr/>
      <dgm:t>
        <a:bodyPr/>
        <a:lstStyle/>
        <a:p>
          <a:r>
            <a:rPr lang="zh-CN" altLang="en-US" dirty="0"/>
            <a:t>定密权</a:t>
          </a:r>
          <a:endParaRPr lang="en-US" altLang="zh-CN" dirty="0"/>
        </a:p>
        <a:p>
          <a:r>
            <a:rPr lang="zh-CN" altLang="en-US" dirty="0"/>
            <a:t>定密责任人（主体）</a:t>
          </a:r>
        </a:p>
      </dgm:t>
    </dgm:pt>
    <dgm:pt modelId="{6C6DEDD9-AF4F-47B9-9E35-624213EE2A1A}" cxnId="{773CAB4E-3304-47C9-BF35-CA4115618A62}" type="parTrans">
      <dgm:prSet/>
      <dgm:spPr/>
      <dgm:t>
        <a:bodyPr/>
        <a:lstStyle/>
        <a:p>
          <a:endParaRPr lang="zh-CN" altLang="en-US"/>
        </a:p>
      </dgm:t>
    </dgm:pt>
    <dgm:pt modelId="{5F443FA1-279B-4040-9FEB-688FDFC813C7}" cxnId="{773CAB4E-3304-47C9-BF35-CA4115618A62}" type="sibTrans">
      <dgm:prSet/>
      <dgm:spPr/>
      <dgm:t>
        <a:bodyPr/>
        <a:lstStyle/>
        <a:p>
          <a:endParaRPr lang="zh-CN" altLang="en-US"/>
        </a:p>
      </dgm:t>
    </dgm:pt>
    <dgm:pt modelId="{EEE55AE7-CF42-45EA-9AC1-74415CF4E30B}">
      <dgm:prSet phldrT="[文本]"/>
      <dgm:spPr/>
      <dgm:t>
        <a:bodyPr/>
        <a:lstStyle/>
        <a:p>
          <a:r>
            <a:rPr lang="zh-CN" altLang="en-US" dirty="0"/>
            <a:t>定密依据</a:t>
          </a:r>
        </a:p>
      </dgm:t>
    </dgm:pt>
    <dgm:pt modelId="{186AC722-47C5-4D5B-847F-0367B3A138A3}" cxnId="{F3D87E67-FE42-486D-BFCB-704100F529F3}" type="parTrans">
      <dgm:prSet/>
      <dgm:spPr/>
      <dgm:t>
        <a:bodyPr/>
        <a:lstStyle/>
        <a:p>
          <a:endParaRPr lang="zh-CN" altLang="en-US"/>
        </a:p>
      </dgm:t>
    </dgm:pt>
    <dgm:pt modelId="{45FA0D3E-EA48-4205-8744-E209E74E07B7}" cxnId="{F3D87E67-FE42-486D-BFCB-704100F529F3}" type="sibTrans">
      <dgm:prSet/>
      <dgm:spPr/>
      <dgm:t>
        <a:bodyPr/>
        <a:lstStyle/>
        <a:p>
          <a:endParaRPr lang="zh-CN" altLang="en-US"/>
        </a:p>
      </dgm:t>
    </dgm:pt>
    <dgm:pt modelId="{8C768B2A-E506-4753-B7F0-94A27DE5C6B7}" type="pres">
      <dgm:prSet presAssocID="{4E2CC07A-D3AC-4377-8996-2C376952F8AC}" presName="cycle" presStyleCnt="0">
        <dgm:presLayoutVars>
          <dgm:chMax val="1"/>
          <dgm:dir/>
          <dgm:animLvl val="ctr"/>
          <dgm:resizeHandles val="exact"/>
        </dgm:presLayoutVars>
      </dgm:prSet>
      <dgm:spPr/>
      <dgm:t>
        <a:bodyPr/>
        <a:lstStyle/>
        <a:p>
          <a:endParaRPr lang="zh-CN" altLang="en-US"/>
        </a:p>
      </dgm:t>
    </dgm:pt>
    <dgm:pt modelId="{33D869AC-26F9-43EE-85BF-4E62861DD24B}" type="pres">
      <dgm:prSet presAssocID="{8181EDD9-BAF6-4F55-975B-F726A10372D4}" presName="centerShape" presStyleLbl="node0" presStyleIdx="0" presStyleCnt="1"/>
      <dgm:spPr/>
      <dgm:t>
        <a:bodyPr/>
        <a:lstStyle/>
        <a:p>
          <a:endParaRPr lang="zh-CN" altLang="en-US"/>
        </a:p>
      </dgm:t>
    </dgm:pt>
    <dgm:pt modelId="{CB2DC16F-5068-44ED-AC59-7F6C20F5FFE3}" type="pres">
      <dgm:prSet presAssocID="{BBBF5764-E3E3-4691-A3FE-D795C7B6B650}" presName="parTrans" presStyleLbl="bgSibTrans2D1" presStyleIdx="0" presStyleCnt="3"/>
      <dgm:spPr/>
      <dgm:t>
        <a:bodyPr/>
        <a:lstStyle/>
        <a:p>
          <a:endParaRPr lang="zh-CN" altLang="en-US"/>
        </a:p>
      </dgm:t>
    </dgm:pt>
    <dgm:pt modelId="{A909A1C2-D15E-4224-9CC6-7153B4B58ED8}" type="pres">
      <dgm:prSet presAssocID="{C9A79860-5417-4CEF-9AE9-AC00379A6DAA}" presName="node" presStyleLbl="node1" presStyleIdx="0" presStyleCnt="3">
        <dgm:presLayoutVars>
          <dgm:bulletEnabled val="1"/>
        </dgm:presLayoutVars>
      </dgm:prSet>
      <dgm:spPr/>
      <dgm:t>
        <a:bodyPr/>
        <a:lstStyle/>
        <a:p>
          <a:endParaRPr lang="zh-CN" altLang="en-US"/>
        </a:p>
      </dgm:t>
    </dgm:pt>
    <dgm:pt modelId="{A4ED1599-DD3A-46A6-9677-33AB5A2FA0D0}" type="pres">
      <dgm:prSet presAssocID="{6C6DEDD9-AF4F-47B9-9E35-624213EE2A1A}" presName="parTrans" presStyleLbl="bgSibTrans2D1" presStyleIdx="1" presStyleCnt="3"/>
      <dgm:spPr/>
      <dgm:t>
        <a:bodyPr/>
        <a:lstStyle/>
        <a:p>
          <a:endParaRPr lang="zh-CN" altLang="en-US"/>
        </a:p>
      </dgm:t>
    </dgm:pt>
    <dgm:pt modelId="{299C34B4-AE86-474A-89E6-2AFAAD9675CB}" type="pres">
      <dgm:prSet presAssocID="{95EF9745-7F0B-47FE-A7A4-09C3FC3FB194}" presName="node" presStyleLbl="node1" presStyleIdx="1" presStyleCnt="3">
        <dgm:presLayoutVars>
          <dgm:bulletEnabled val="1"/>
        </dgm:presLayoutVars>
      </dgm:prSet>
      <dgm:spPr/>
      <dgm:t>
        <a:bodyPr/>
        <a:lstStyle/>
        <a:p>
          <a:endParaRPr lang="zh-CN" altLang="en-US"/>
        </a:p>
      </dgm:t>
    </dgm:pt>
    <dgm:pt modelId="{E5EB306D-DAD3-46F5-96B6-807599B531AB}" type="pres">
      <dgm:prSet presAssocID="{186AC722-47C5-4D5B-847F-0367B3A138A3}" presName="parTrans" presStyleLbl="bgSibTrans2D1" presStyleIdx="2" presStyleCnt="3"/>
      <dgm:spPr/>
      <dgm:t>
        <a:bodyPr/>
        <a:lstStyle/>
        <a:p>
          <a:endParaRPr lang="zh-CN" altLang="en-US"/>
        </a:p>
      </dgm:t>
    </dgm:pt>
    <dgm:pt modelId="{CA241551-5918-4901-B6D6-01A920417A16}" type="pres">
      <dgm:prSet presAssocID="{EEE55AE7-CF42-45EA-9AC1-74415CF4E30B}" presName="node" presStyleLbl="node1" presStyleIdx="2" presStyleCnt="3">
        <dgm:presLayoutVars>
          <dgm:bulletEnabled val="1"/>
        </dgm:presLayoutVars>
      </dgm:prSet>
      <dgm:spPr/>
      <dgm:t>
        <a:bodyPr/>
        <a:lstStyle/>
        <a:p>
          <a:endParaRPr lang="zh-CN" altLang="en-US"/>
        </a:p>
      </dgm:t>
    </dgm:pt>
  </dgm:ptLst>
  <dgm:cxnLst>
    <dgm:cxn modelId="{5042E5EC-FDFC-428B-8685-E1BCF7184676}" type="presOf" srcId="{8181EDD9-BAF6-4F55-975B-F726A10372D4}" destId="{33D869AC-26F9-43EE-85BF-4E62861DD24B}" srcOrd="0" destOrd="0" presId="urn:microsoft.com/office/officeart/2005/8/layout/radial4"/>
    <dgm:cxn modelId="{AD1663A9-EE1F-4A59-ACD3-7F4FEBF02026}" type="presOf" srcId="{186AC722-47C5-4D5B-847F-0367B3A138A3}" destId="{E5EB306D-DAD3-46F5-96B6-807599B531AB}" srcOrd="0" destOrd="0" presId="urn:microsoft.com/office/officeart/2005/8/layout/radial4"/>
    <dgm:cxn modelId="{6D3E0986-8FCB-4C0D-A2E8-0E763A887677}" type="presOf" srcId="{C9A79860-5417-4CEF-9AE9-AC00379A6DAA}" destId="{A909A1C2-D15E-4224-9CC6-7153B4B58ED8}" srcOrd="0" destOrd="0" presId="urn:microsoft.com/office/officeart/2005/8/layout/radial4"/>
    <dgm:cxn modelId="{773CAB4E-3304-47C9-BF35-CA4115618A62}" srcId="{8181EDD9-BAF6-4F55-975B-F726A10372D4}" destId="{95EF9745-7F0B-47FE-A7A4-09C3FC3FB194}" srcOrd="1" destOrd="0" parTransId="{6C6DEDD9-AF4F-47B9-9E35-624213EE2A1A}" sibTransId="{5F443FA1-279B-4040-9FEB-688FDFC813C7}"/>
    <dgm:cxn modelId="{84774EBF-3341-47E9-8C95-39AA7E9FBB5B}" srcId="{4E2CC07A-D3AC-4377-8996-2C376952F8AC}" destId="{8181EDD9-BAF6-4F55-975B-F726A10372D4}" srcOrd="0" destOrd="0" parTransId="{1E458728-DD54-4972-B9F5-F5E5CF5EE166}" sibTransId="{84D5E7CE-E882-47B7-808B-0B561D56D610}"/>
    <dgm:cxn modelId="{D0F9AD28-CAA2-471B-B9C1-6EF1B2CE72DD}" type="presOf" srcId="{4E2CC07A-D3AC-4377-8996-2C376952F8AC}" destId="{8C768B2A-E506-4753-B7F0-94A27DE5C6B7}" srcOrd="0" destOrd="0" presId="urn:microsoft.com/office/officeart/2005/8/layout/radial4"/>
    <dgm:cxn modelId="{BF5C3901-009C-478B-B39A-021C5EDD4F4C}" type="presOf" srcId="{95EF9745-7F0B-47FE-A7A4-09C3FC3FB194}" destId="{299C34B4-AE86-474A-89E6-2AFAAD9675CB}" srcOrd="0" destOrd="0" presId="urn:microsoft.com/office/officeart/2005/8/layout/radial4"/>
    <dgm:cxn modelId="{CBC58FED-5CF1-4842-A7E8-A231482C0F13}" srcId="{8181EDD9-BAF6-4F55-975B-F726A10372D4}" destId="{C9A79860-5417-4CEF-9AE9-AC00379A6DAA}" srcOrd="0" destOrd="0" parTransId="{BBBF5764-E3E3-4691-A3FE-D795C7B6B650}" sibTransId="{07D5884F-EFB1-484C-8ED2-C3045AD9F7D8}"/>
    <dgm:cxn modelId="{F3D87E67-FE42-486D-BFCB-704100F529F3}" srcId="{8181EDD9-BAF6-4F55-975B-F726A10372D4}" destId="{EEE55AE7-CF42-45EA-9AC1-74415CF4E30B}" srcOrd="2" destOrd="0" parTransId="{186AC722-47C5-4D5B-847F-0367B3A138A3}" sibTransId="{45FA0D3E-EA48-4205-8744-E209E74E07B7}"/>
    <dgm:cxn modelId="{3ADFC924-CB95-4600-9EC8-43FF37E79E71}" type="presOf" srcId="{BBBF5764-E3E3-4691-A3FE-D795C7B6B650}" destId="{CB2DC16F-5068-44ED-AC59-7F6C20F5FFE3}" srcOrd="0" destOrd="0" presId="urn:microsoft.com/office/officeart/2005/8/layout/radial4"/>
    <dgm:cxn modelId="{3E1FAF3B-2889-4F7C-B420-9D684289FD8D}" type="presOf" srcId="{EEE55AE7-CF42-45EA-9AC1-74415CF4E30B}" destId="{CA241551-5918-4901-B6D6-01A920417A16}" srcOrd="0" destOrd="0" presId="urn:microsoft.com/office/officeart/2005/8/layout/radial4"/>
    <dgm:cxn modelId="{2949A536-43E5-47A2-8716-C8C87E0472AB}" type="presOf" srcId="{6C6DEDD9-AF4F-47B9-9E35-624213EE2A1A}" destId="{A4ED1599-DD3A-46A6-9677-33AB5A2FA0D0}" srcOrd="0" destOrd="0" presId="urn:microsoft.com/office/officeart/2005/8/layout/radial4"/>
    <dgm:cxn modelId="{FD2F855B-97C3-40B2-9695-33ACED4E6349}" type="presParOf" srcId="{8C768B2A-E506-4753-B7F0-94A27DE5C6B7}" destId="{33D869AC-26F9-43EE-85BF-4E62861DD24B}" srcOrd="0" destOrd="0" presId="urn:microsoft.com/office/officeart/2005/8/layout/radial4"/>
    <dgm:cxn modelId="{3F949934-391E-48BD-8D49-FD05359D0C8E}" type="presParOf" srcId="{8C768B2A-E506-4753-B7F0-94A27DE5C6B7}" destId="{CB2DC16F-5068-44ED-AC59-7F6C20F5FFE3}" srcOrd="1" destOrd="0" presId="urn:microsoft.com/office/officeart/2005/8/layout/radial4"/>
    <dgm:cxn modelId="{AFD908FB-6F6C-4286-9FA7-751836D87871}" type="presParOf" srcId="{8C768B2A-E506-4753-B7F0-94A27DE5C6B7}" destId="{A909A1C2-D15E-4224-9CC6-7153B4B58ED8}" srcOrd="2" destOrd="0" presId="urn:microsoft.com/office/officeart/2005/8/layout/radial4"/>
    <dgm:cxn modelId="{DB7D7834-348D-4F9B-A660-0F89AD7DDB4D}" type="presParOf" srcId="{8C768B2A-E506-4753-B7F0-94A27DE5C6B7}" destId="{A4ED1599-DD3A-46A6-9677-33AB5A2FA0D0}" srcOrd="3" destOrd="0" presId="urn:microsoft.com/office/officeart/2005/8/layout/radial4"/>
    <dgm:cxn modelId="{35B7C9C0-0D6C-4BB1-9151-ECBEF32FABB3}" type="presParOf" srcId="{8C768B2A-E506-4753-B7F0-94A27DE5C6B7}" destId="{299C34B4-AE86-474A-89E6-2AFAAD9675CB}" srcOrd="4" destOrd="0" presId="urn:microsoft.com/office/officeart/2005/8/layout/radial4"/>
    <dgm:cxn modelId="{0E25F3CA-EABC-41A0-936E-5DD1340A0914}" type="presParOf" srcId="{8C768B2A-E506-4753-B7F0-94A27DE5C6B7}" destId="{E5EB306D-DAD3-46F5-96B6-807599B531AB}" srcOrd="5" destOrd="0" presId="urn:microsoft.com/office/officeart/2005/8/layout/radial4"/>
    <dgm:cxn modelId="{99E2C16B-36A9-4BDC-B4B5-A5883DC1B458}" type="presParOf" srcId="{8C768B2A-E506-4753-B7F0-94A27DE5C6B7}" destId="{CA241551-5918-4901-B6D6-01A920417A16}" srcOrd="6" destOrd="0" presId="urn:microsoft.com/office/officeart/2005/8/layout/radial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EE54480-1596-4846-8883-4DF7867E9B44}" type="doc">
      <dgm:prSet loTypeId="urn:microsoft.com/office/officeart/2005/8/layout/target1" loCatId="" qsTypeId="urn:microsoft.com/office/officeart/2005/8/quickstyle/simple4" qsCatId="simple" csTypeId="urn:microsoft.com/office/officeart/2005/8/colors/accent1_2" csCatId="accent1" phldr="1"/>
      <dgm:spPr/>
    </dgm:pt>
    <dgm:pt modelId="{86C4A045-2DE3-8C47-8741-651BE3E12ABD}">
      <dgm:prSet phldrT="[文本]"/>
      <dgm:spPr/>
      <dgm:t>
        <a:bodyPr/>
        <a:lstStyle/>
        <a:p>
          <a:r>
            <a:rPr lang="zh-CN" altLang="en-US" dirty="0" smtClean="0"/>
            <a:t>内容</a:t>
          </a:r>
          <a:endParaRPr lang="zh-CN" altLang="en-US" dirty="0"/>
        </a:p>
      </dgm:t>
    </dgm:pt>
    <dgm:pt modelId="{EA24D46D-3893-CF45-9DC4-7F5E28C87AE5}" cxnId="{F8883CEE-00FB-DD42-8485-E24D2A0C11A0}" type="parTrans">
      <dgm:prSet/>
      <dgm:spPr/>
      <dgm:t>
        <a:bodyPr/>
        <a:lstStyle/>
        <a:p>
          <a:endParaRPr lang="zh-CN" altLang="en-US"/>
        </a:p>
      </dgm:t>
    </dgm:pt>
    <dgm:pt modelId="{ED2D6329-491F-0043-9ADB-B9E2B7175721}" cxnId="{F8883CEE-00FB-DD42-8485-E24D2A0C11A0}" type="sibTrans">
      <dgm:prSet/>
      <dgm:spPr/>
      <dgm:t>
        <a:bodyPr/>
        <a:lstStyle/>
        <a:p>
          <a:endParaRPr lang="zh-CN" altLang="en-US"/>
        </a:p>
      </dgm:t>
    </dgm:pt>
    <dgm:pt modelId="{F51F6209-F0DC-0441-9355-ABBFE199F82C}">
      <dgm:prSet phldrT="[文本]"/>
      <dgm:spPr/>
      <dgm:t>
        <a:bodyPr/>
        <a:lstStyle/>
        <a:p>
          <a:r>
            <a:rPr lang="zh-CN" altLang="en-US" dirty="0" smtClean="0"/>
            <a:t>流程</a:t>
          </a:r>
          <a:endParaRPr lang="zh-CN" altLang="en-US" dirty="0"/>
        </a:p>
      </dgm:t>
    </dgm:pt>
    <dgm:pt modelId="{8DA6F25B-3F7B-A743-9EA3-C142EC22B50E}" cxnId="{EC8540FB-A594-3346-B858-31C87234E077}" type="parTrans">
      <dgm:prSet/>
      <dgm:spPr/>
      <dgm:t>
        <a:bodyPr/>
        <a:lstStyle/>
        <a:p>
          <a:endParaRPr lang="zh-CN" altLang="en-US"/>
        </a:p>
      </dgm:t>
    </dgm:pt>
    <dgm:pt modelId="{A902E1F9-ABBC-8A40-8666-1F8F67F55A1F}" cxnId="{EC8540FB-A594-3346-B858-31C87234E077}" type="sibTrans">
      <dgm:prSet/>
      <dgm:spPr/>
      <dgm:t>
        <a:bodyPr/>
        <a:lstStyle/>
        <a:p>
          <a:endParaRPr lang="zh-CN" altLang="en-US"/>
        </a:p>
      </dgm:t>
    </dgm:pt>
    <dgm:pt modelId="{63362B1B-8CC7-DF4A-953B-F12D9D26A202}">
      <dgm:prSet phldrT="[文本]"/>
      <dgm:spPr/>
      <dgm:t>
        <a:bodyPr/>
        <a:lstStyle/>
        <a:p>
          <a:r>
            <a:rPr lang="zh-CN" altLang="en-US" dirty="0" smtClean="0"/>
            <a:t>方法</a:t>
          </a:r>
          <a:endParaRPr lang="zh-CN" altLang="en-US" dirty="0"/>
        </a:p>
      </dgm:t>
    </dgm:pt>
    <dgm:pt modelId="{DB3A70D7-19CE-E442-A355-1D2F54B2DC1C}" cxnId="{E87AB409-08C2-3F43-AA9E-665280B04F79}" type="parTrans">
      <dgm:prSet/>
      <dgm:spPr/>
      <dgm:t>
        <a:bodyPr/>
        <a:lstStyle/>
        <a:p>
          <a:endParaRPr lang="zh-CN" altLang="en-US"/>
        </a:p>
      </dgm:t>
    </dgm:pt>
    <dgm:pt modelId="{5B304150-729E-B341-8AFB-34A6B9FBB563}" cxnId="{E87AB409-08C2-3F43-AA9E-665280B04F79}" type="sibTrans">
      <dgm:prSet/>
      <dgm:spPr/>
      <dgm:t>
        <a:bodyPr/>
        <a:lstStyle/>
        <a:p>
          <a:endParaRPr lang="zh-CN" altLang="en-US"/>
        </a:p>
      </dgm:t>
    </dgm:pt>
    <dgm:pt modelId="{9CF52791-3A7E-5940-ACAA-14026C245064}" type="pres">
      <dgm:prSet presAssocID="{DEE54480-1596-4846-8883-4DF7867E9B44}" presName="composite" presStyleCnt="0">
        <dgm:presLayoutVars>
          <dgm:chMax val="5"/>
          <dgm:dir/>
          <dgm:resizeHandles val="exact"/>
        </dgm:presLayoutVars>
      </dgm:prSet>
      <dgm:spPr/>
    </dgm:pt>
    <dgm:pt modelId="{ED081DE4-CB55-5143-A70E-94B7235E3B34}" type="pres">
      <dgm:prSet presAssocID="{86C4A045-2DE3-8C47-8741-651BE3E12ABD}" presName="circle1" presStyleLbl="lnNode1" presStyleIdx="0" presStyleCnt="3"/>
      <dgm:spPr/>
    </dgm:pt>
    <dgm:pt modelId="{08590864-FC89-B44F-9878-A7C255426351}" type="pres">
      <dgm:prSet presAssocID="{86C4A045-2DE3-8C47-8741-651BE3E12ABD}" presName="text1" presStyleLbl="revTx" presStyleIdx="0" presStyleCnt="3">
        <dgm:presLayoutVars>
          <dgm:bulletEnabled val="1"/>
        </dgm:presLayoutVars>
      </dgm:prSet>
      <dgm:spPr/>
      <dgm:t>
        <a:bodyPr/>
        <a:lstStyle/>
        <a:p>
          <a:endParaRPr lang="zh-CN" altLang="en-US"/>
        </a:p>
      </dgm:t>
    </dgm:pt>
    <dgm:pt modelId="{C42F87B9-B985-F94B-89EF-B55DC4E99A8E}" type="pres">
      <dgm:prSet presAssocID="{86C4A045-2DE3-8C47-8741-651BE3E12ABD}" presName="line1" presStyleLbl="callout" presStyleIdx="0" presStyleCnt="6"/>
      <dgm:spPr/>
    </dgm:pt>
    <dgm:pt modelId="{7ECD8A7C-86FB-5F4B-B414-42365A9083BC}" type="pres">
      <dgm:prSet presAssocID="{86C4A045-2DE3-8C47-8741-651BE3E12ABD}" presName="d1" presStyleLbl="callout" presStyleIdx="1" presStyleCnt="6"/>
      <dgm:spPr/>
    </dgm:pt>
    <dgm:pt modelId="{DE1A4DC6-AD93-4243-B048-8CF9AEAECC08}" type="pres">
      <dgm:prSet presAssocID="{F51F6209-F0DC-0441-9355-ABBFE199F82C}" presName="circle2" presStyleLbl="lnNode1" presStyleIdx="1" presStyleCnt="3"/>
      <dgm:spPr/>
    </dgm:pt>
    <dgm:pt modelId="{700BAA32-1DEF-9C48-80EA-E939AD1ECFB3}" type="pres">
      <dgm:prSet presAssocID="{F51F6209-F0DC-0441-9355-ABBFE199F82C}" presName="text2" presStyleLbl="revTx" presStyleIdx="1" presStyleCnt="3">
        <dgm:presLayoutVars>
          <dgm:bulletEnabled val="1"/>
        </dgm:presLayoutVars>
      </dgm:prSet>
      <dgm:spPr/>
      <dgm:t>
        <a:bodyPr/>
        <a:lstStyle/>
        <a:p>
          <a:endParaRPr lang="zh-CN" altLang="en-US"/>
        </a:p>
      </dgm:t>
    </dgm:pt>
    <dgm:pt modelId="{D2F54456-11BD-534E-BE77-EE42F700E923}" type="pres">
      <dgm:prSet presAssocID="{F51F6209-F0DC-0441-9355-ABBFE199F82C}" presName="line2" presStyleLbl="callout" presStyleIdx="2" presStyleCnt="6"/>
      <dgm:spPr/>
    </dgm:pt>
    <dgm:pt modelId="{43082541-F4E4-6C45-BFE9-C5C69D092940}" type="pres">
      <dgm:prSet presAssocID="{F51F6209-F0DC-0441-9355-ABBFE199F82C}" presName="d2" presStyleLbl="callout" presStyleIdx="3" presStyleCnt="6"/>
      <dgm:spPr/>
    </dgm:pt>
    <dgm:pt modelId="{273FC35D-F18B-2249-9BDD-A055D6394118}" type="pres">
      <dgm:prSet presAssocID="{63362B1B-8CC7-DF4A-953B-F12D9D26A202}" presName="circle3" presStyleLbl="lnNode1" presStyleIdx="2" presStyleCnt="3"/>
      <dgm:spPr/>
    </dgm:pt>
    <dgm:pt modelId="{6E9AB9A2-3CAB-984F-82B2-94D313A4A885}" type="pres">
      <dgm:prSet presAssocID="{63362B1B-8CC7-DF4A-953B-F12D9D26A202}" presName="text3" presStyleLbl="revTx" presStyleIdx="2" presStyleCnt="3">
        <dgm:presLayoutVars>
          <dgm:bulletEnabled val="1"/>
        </dgm:presLayoutVars>
      </dgm:prSet>
      <dgm:spPr/>
      <dgm:t>
        <a:bodyPr/>
        <a:lstStyle/>
        <a:p>
          <a:endParaRPr lang="zh-CN" altLang="en-US"/>
        </a:p>
      </dgm:t>
    </dgm:pt>
    <dgm:pt modelId="{7149FAC1-A9DB-5345-9445-0F3FAC444561}" type="pres">
      <dgm:prSet presAssocID="{63362B1B-8CC7-DF4A-953B-F12D9D26A202}" presName="line3" presStyleLbl="callout" presStyleIdx="4" presStyleCnt="6"/>
      <dgm:spPr/>
    </dgm:pt>
    <dgm:pt modelId="{615A59FF-9D1A-8A4A-877C-2DB6FCE1FF20}" type="pres">
      <dgm:prSet presAssocID="{63362B1B-8CC7-DF4A-953B-F12D9D26A202}" presName="d3" presStyleLbl="callout" presStyleIdx="5" presStyleCnt="6"/>
      <dgm:spPr/>
    </dgm:pt>
  </dgm:ptLst>
  <dgm:cxnLst>
    <dgm:cxn modelId="{E87AB409-08C2-3F43-AA9E-665280B04F79}" srcId="{DEE54480-1596-4846-8883-4DF7867E9B44}" destId="{63362B1B-8CC7-DF4A-953B-F12D9D26A202}" srcOrd="2" destOrd="0" parTransId="{DB3A70D7-19CE-E442-A355-1D2F54B2DC1C}" sibTransId="{5B304150-729E-B341-8AFB-34A6B9FBB563}"/>
    <dgm:cxn modelId="{F8883CEE-00FB-DD42-8485-E24D2A0C11A0}" srcId="{DEE54480-1596-4846-8883-4DF7867E9B44}" destId="{86C4A045-2DE3-8C47-8741-651BE3E12ABD}" srcOrd="0" destOrd="0" parTransId="{EA24D46D-3893-CF45-9DC4-7F5E28C87AE5}" sibTransId="{ED2D6329-491F-0043-9ADB-B9E2B7175721}"/>
    <dgm:cxn modelId="{EC8540FB-A594-3346-B858-31C87234E077}" srcId="{DEE54480-1596-4846-8883-4DF7867E9B44}" destId="{F51F6209-F0DC-0441-9355-ABBFE199F82C}" srcOrd="1" destOrd="0" parTransId="{8DA6F25B-3F7B-A743-9EA3-C142EC22B50E}" sibTransId="{A902E1F9-ABBC-8A40-8666-1F8F67F55A1F}"/>
    <dgm:cxn modelId="{101CA490-F454-C247-B622-1F4FCC50ED3A}" type="presOf" srcId="{86C4A045-2DE3-8C47-8741-651BE3E12ABD}" destId="{08590864-FC89-B44F-9878-A7C255426351}" srcOrd="0" destOrd="0" presId="urn:microsoft.com/office/officeart/2005/8/layout/target1"/>
    <dgm:cxn modelId="{E734CADE-A696-A044-A072-841320EAED15}" type="presOf" srcId="{F51F6209-F0DC-0441-9355-ABBFE199F82C}" destId="{700BAA32-1DEF-9C48-80EA-E939AD1ECFB3}" srcOrd="0" destOrd="0" presId="urn:microsoft.com/office/officeart/2005/8/layout/target1"/>
    <dgm:cxn modelId="{D7F23953-9943-7E41-9C7F-E042F34E213D}" type="presOf" srcId="{DEE54480-1596-4846-8883-4DF7867E9B44}" destId="{9CF52791-3A7E-5940-ACAA-14026C245064}" srcOrd="0" destOrd="0" presId="urn:microsoft.com/office/officeart/2005/8/layout/target1"/>
    <dgm:cxn modelId="{B865B385-E3E7-844F-9F8D-88D45280E580}" type="presOf" srcId="{63362B1B-8CC7-DF4A-953B-F12D9D26A202}" destId="{6E9AB9A2-3CAB-984F-82B2-94D313A4A885}" srcOrd="0" destOrd="0" presId="urn:microsoft.com/office/officeart/2005/8/layout/target1"/>
    <dgm:cxn modelId="{6CBB1EAA-C037-A545-ACE9-DCCCC6B797F5}" type="presParOf" srcId="{9CF52791-3A7E-5940-ACAA-14026C245064}" destId="{ED081DE4-CB55-5143-A70E-94B7235E3B34}" srcOrd="0" destOrd="0" presId="urn:microsoft.com/office/officeart/2005/8/layout/target1"/>
    <dgm:cxn modelId="{485B9A0D-A41F-8149-BB30-943F45CD336E}" type="presParOf" srcId="{9CF52791-3A7E-5940-ACAA-14026C245064}" destId="{08590864-FC89-B44F-9878-A7C255426351}" srcOrd="1" destOrd="0" presId="urn:microsoft.com/office/officeart/2005/8/layout/target1"/>
    <dgm:cxn modelId="{2D047B01-A420-CC4C-AAB2-3D9D4440C8AB}" type="presParOf" srcId="{9CF52791-3A7E-5940-ACAA-14026C245064}" destId="{C42F87B9-B985-F94B-89EF-B55DC4E99A8E}" srcOrd="2" destOrd="0" presId="urn:microsoft.com/office/officeart/2005/8/layout/target1"/>
    <dgm:cxn modelId="{084EFA89-4866-B843-9A32-1984004016F9}" type="presParOf" srcId="{9CF52791-3A7E-5940-ACAA-14026C245064}" destId="{7ECD8A7C-86FB-5F4B-B414-42365A9083BC}" srcOrd="3" destOrd="0" presId="urn:microsoft.com/office/officeart/2005/8/layout/target1"/>
    <dgm:cxn modelId="{ACF5AA41-6882-5041-9AF7-47FC5BF63F05}" type="presParOf" srcId="{9CF52791-3A7E-5940-ACAA-14026C245064}" destId="{DE1A4DC6-AD93-4243-B048-8CF9AEAECC08}" srcOrd="4" destOrd="0" presId="urn:microsoft.com/office/officeart/2005/8/layout/target1"/>
    <dgm:cxn modelId="{5EA19511-A8F5-2E44-9C73-25E4F1CF4D67}" type="presParOf" srcId="{9CF52791-3A7E-5940-ACAA-14026C245064}" destId="{700BAA32-1DEF-9C48-80EA-E939AD1ECFB3}" srcOrd="5" destOrd="0" presId="urn:microsoft.com/office/officeart/2005/8/layout/target1"/>
    <dgm:cxn modelId="{49320463-4E12-124D-A0FC-65D50664A97C}" type="presParOf" srcId="{9CF52791-3A7E-5940-ACAA-14026C245064}" destId="{D2F54456-11BD-534E-BE77-EE42F700E923}" srcOrd="6" destOrd="0" presId="urn:microsoft.com/office/officeart/2005/8/layout/target1"/>
    <dgm:cxn modelId="{F4C85905-59D3-6547-9C29-1A4375295A6E}" type="presParOf" srcId="{9CF52791-3A7E-5940-ACAA-14026C245064}" destId="{43082541-F4E4-6C45-BFE9-C5C69D092940}" srcOrd="7" destOrd="0" presId="urn:microsoft.com/office/officeart/2005/8/layout/target1"/>
    <dgm:cxn modelId="{95AC4324-1C1A-BD40-A658-DC64C7DF37BE}" type="presParOf" srcId="{9CF52791-3A7E-5940-ACAA-14026C245064}" destId="{273FC35D-F18B-2249-9BDD-A055D6394118}" srcOrd="8" destOrd="0" presId="urn:microsoft.com/office/officeart/2005/8/layout/target1"/>
    <dgm:cxn modelId="{55333F39-2E6F-724D-8402-0793D674BDD5}" type="presParOf" srcId="{9CF52791-3A7E-5940-ACAA-14026C245064}" destId="{6E9AB9A2-3CAB-984F-82B2-94D313A4A885}" srcOrd="9" destOrd="0" presId="urn:microsoft.com/office/officeart/2005/8/layout/target1"/>
    <dgm:cxn modelId="{0453D9C2-F6C1-0E48-8C45-77B4ED827BAB}" type="presParOf" srcId="{9CF52791-3A7E-5940-ACAA-14026C245064}" destId="{7149FAC1-A9DB-5345-9445-0F3FAC444561}" srcOrd="10" destOrd="0" presId="urn:microsoft.com/office/officeart/2005/8/layout/target1"/>
    <dgm:cxn modelId="{EC5ACCBD-7F40-C44D-9AD6-91BDB25EDD01}" type="presParOf" srcId="{9CF52791-3A7E-5940-ACAA-14026C245064}" destId="{615A59FF-9D1A-8A4A-877C-2DB6FCE1FF20}" srcOrd="11" destOrd="0" presId="urn:microsoft.com/office/officeart/2005/8/layout/targe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4C90558-E50A-0F42-91C0-DEFA00B7018F}" type="doc">
      <dgm:prSet loTypeId="urn:microsoft.com/office/officeart/2005/8/layout/hierarchy2" loCatId="" qsTypeId="urn:microsoft.com/office/officeart/2005/8/quickstyle/simple4" qsCatId="simple" csTypeId="urn:microsoft.com/office/officeart/2005/8/colors/accent1_2" csCatId="accent1" phldr="1"/>
      <dgm:spPr/>
      <dgm:t>
        <a:bodyPr/>
        <a:lstStyle/>
        <a:p>
          <a:endParaRPr lang="zh-CN" altLang="en-US"/>
        </a:p>
      </dgm:t>
    </dgm:pt>
    <dgm:pt modelId="{1B463F04-453C-6F40-A330-937A416E8282}">
      <dgm:prSet phldrT="[文本]"/>
      <dgm:spPr/>
      <dgm:t>
        <a:bodyPr/>
        <a:lstStyle/>
        <a:p>
          <a:r>
            <a:rPr lang="zh-CN" altLang="en-US" dirty="0"/>
            <a:t>定密程序</a:t>
          </a:r>
        </a:p>
      </dgm:t>
    </dgm:pt>
    <dgm:pt modelId="{E46E5BEB-284E-C94D-8B0D-BF75CDD4DC8B}" cxnId="{C8C6F280-26C6-984A-AC6C-958EBA5D778D}" type="parTrans">
      <dgm:prSet/>
      <dgm:spPr/>
      <dgm:t>
        <a:bodyPr/>
        <a:lstStyle/>
        <a:p>
          <a:endParaRPr lang="zh-CN" altLang="en-US"/>
        </a:p>
      </dgm:t>
    </dgm:pt>
    <dgm:pt modelId="{4C0C4670-1566-A646-889F-2A89589A46F2}" cxnId="{C8C6F280-26C6-984A-AC6C-958EBA5D778D}" type="sibTrans">
      <dgm:prSet/>
      <dgm:spPr/>
      <dgm:t>
        <a:bodyPr/>
        <a:lstStyle/>
        <a:p>
          <a:endParaRPr lang="zh-CN" altLang="en-US"/>
        </a:p>
      </dgm:t>
    </dgm:pt>
    <dgm:pt modelId="{901072F6-8EEF-294F-A5B4-C6F9C635C76B}">
      <dgm:prSet phldrT="[文本]"/>
      <dgm:spPr/>
      <dgm:t>
        <a:bodyPr/>
        <a:lstStyle/>
        <a:p>
          <a:r>
            <a:rPr lang="zh-CN" altLang="en-US" dirty="0"/>
            <a:t>特殊</a:t>
          </a:r>
        </a:p>
      </dgm:t>
    </dgm:pt>
    <dgm:pt modelId="{71E32226-538C-F847-A3F6-BAF83BD92061}" cxnId="{C43401AE-899A-CE4F-9513-D21E912997E6}" type="parTrans">
      <dgm:prSet/>
      <dgm:spPr/>
      <dgm:t>
        <a:bodyPr/>
        <a:lstStyle/>
        <a:p>
          <a:endParaRPr lang="zh-CN" altLang="en-US"/>
        </a:p>
      </dgm:t>
    </dgm:pt>
    <dgm:pt modelId="{8133A48F-09BC-F94F-9162-534883C148BE}" cxnId="{C43401AE-899A-CE4F-9513-D21E912997E6}" type="sibTrans">
      <dgm:prSet/>
      <dgm:spPr/>
      <dgm:t>
        <a:bodyPr/>
        <a:lstStyle/>
        <a:p>
          <a:endParaRPr lang="zh-CN" altLang="en-US"/>
        </a:p>
      </dgm:t>
    </dgm:pt>
    <dgm:pt modelId="{66802202-1569-084C-8D35-ACE9C9A59777}">
      <dgm:prSet phldrT="[文本]"/>
      <dgm:spPr/>
      <dgm:t>
        <a:bodyPr/>
        <a:lstStyle/>
        <a:p>
          <a:r>
            <a:rPr lang="zh-CN" altLang="en-US" dirty="0"/>
            <a:t>不明确</a:t>
          </a:r>
        </a:p>
      </dgm:t>
    </dgm:pt>
    <dgm:pt modelId="{33EB7C2A-BB1E-DC47-A5BD-3D1DD663A2DB}" cxnId="{14220077-1D44-EB48-82DD-A7A6B3C12372}" type="parTrans">
      <dgm:prSet/>
      <dgm:spPr/>
      <dgm:t>
        <a:bodyPr/>
        <a:lstStyle/>
        <a:p>
          <a:endParaRPr lang="zh-CN" altLang="en-US"/>
        </a:p>
      </dgm:t>
    </dgm:pt>
    <dgm:pt modelId="{412C3389-574C-384B-950F-AA4022B8B987}" cxnId="{14220077-1D44-EB48-82DD-A7A6B3C12372}" type="sibTrans">
      <dgm:prSet/>
      <dgm:spPr/>
      <dgm:t>
        <a:bodyPr/>
        <a:lstStyle/>
        <a:p>
          <a:endParaRPr lang="zh-CN" altLang="en-US"/>
        </a:p>
      </dgm:t>
    </dgm:pt>
    <dgm:pt modelId="{68FBFB48-68C3-DB4A-8B1C-C37CC9C094BB}">
      <dgm:prSet phldrT="[文本]"/>
      <dgm:spPr/>
      <dgm:t>
        <a:bodyPr/>
        <a:lstStyle/>
        <a:p>
          <a:r>
            <a:rPr lang="zh-CN" altLang="en-US"/>
            <a:t>有争议</a:t>
          </a:r>
        </a:p>
      </dgm:t>
    </dgm:pt>
    <dgm:pt modelId="{D4C28241-4077-2643-BB21-54C1153BCE71}" cxnId="{59A52661-6647-DC4C-BA14-B6E89946EAB0}" type="parTrans">
      <dgm:prSet/>
      <dgm:spPr/>
      <dgm:t>
        <a:bodyPr/>
        <a:lstStyle/>
        <a:p>
          <a:endParaRPr lang="zh-CN" altLang="en-US"/>
        </a:p>
      </dgm:t>
    </dgm:pt>
    <dgm:pt modelId="{E3DC694F-EC68-0F4C-90D0-3859BB3971BA}" cxnId="{59A52661-6647-DC4C-BA14-B6E89946EAB0}" type="sibTrans">
      <dgm:prSet/>
      <dgm:spPr/>
      <dgm:t>
        <a:bodyPr/>
        <a:lstStyle/>
        <a:p>
          <a:endParaRPr lang="zh-CN" altLang="en-US"/>
        </a:p>
      </dgm:t>
    </dgm:pt>
    <dgm:pt modelId="{80D48F97-A94B-EA46-8E40-FBFD9004DC68}">
      <dgm:prSet phldrT="[文本]"/>
      <dgm:spPr/>
      <dgm:t>
        <a:bodyPr/>
        <a:lstStyle/>
        <a:p>
          <a:r>
            <a:rPr lang="zh-CN" altLang="en-US" dirty="0"/>
            <a:t>普通</a:t>
          </a:r>
        </a:p>
      </dgm:t>
    </dgm:pt>
    <dgm:pt modelId="{14E62356-26D4-CC40-8A89-58CBE2A93C9D}" cxnId="{DF1C0047-81D9-104C-8612-8A5ACACDC3B4}" type="parTrans">
      <dgm:prSet/>
      <dgm:spPr/>
      <dgm:t>
        <a:bodyPr/>
        <a:lstStyle/>
        <a:p>
          <a:endParaRPr lang="zh-CN" altLang="en-US"/>
        </a:p>
      </dgm:t>
    </dgm:pt>
    <dgm:pt modelId="{BD9EAAB9-AEB1-3E4B-9CDF-76F13BEAA9D0}" cxnId="{DF1C0047-81D9-104C-8612-8A5ACACDC3B4}" type="sibTrans">
      <dgm:prSet/>
      <dgm:spPr/>
      <dgm:t>
        <a:bodyPr/>
        <a:lstStyle/>
        <a:p>
          <a:endParaRPr lang="zh-CN" altLang="en-US"/>
        </a:p>
      </dgm:t>
    </dgm:pt>
    <dgm:pt modelId="{7243889C-4D2B-284B-86E7-BB05FC17DCAC}">
      <dgm:prSet/>
      <dgm:spPr/>
      <dgm:t>
        <a:bodyPr/>
        <a:lstStyle/>
        <a:p>
          <a:r>
            <a:rPr lang="zh-CN" altLang="en-US" dirty="0"/>
            <a:t>无权</a:t>
          </a:r>
        </a:p>
      </dgm:t>
    </dgm:pt>
    <dgm:pt modelId="{69447875-8C5A-E544-AAED-CEB7F69AAC02}" cxnId="{3A2BA89C-C0BD-F346-B4F2-50DF761F2DAA}" type="parTrans">
      <dgm:prSet/>
      <dgm:spPr/>
      <dgm:t>
        <a:bodyPr/>
        <a:lstStyle/>
        <a:p>
          <a:endParaRPr lang="zh-CN" altLang="en-US"/>
        </a:p>
      </dgm:t>
    </dgm:pt>
    <dgm:pt modelId="{B60982CC-678E-DF4E-BDEB-DC5176520AE3}" cxnId="{3A2BA89C-C0BD-F346-B4F2-50DF761F2DAA}" type="sibTrans">
      <dgm:prSet/>
      <dgm:spPr/>
      <dgm:t>
        <a:bodyPr/>
        <a:lstStyle/>
        <a:p>
          <a:endParaRPr lang="zh-CN" altLang="en-US"/>
        </a:p>
      </dgm:t>
    </dgm:pt>
    <dgm:pt modelId="{56B6646D-E7E3-D143-87B8-79D065812B0C}" type="pres">
      <dgm:prSet presAssocID="{84C90558-E50A-0F42-91C0-DEFA00B7018F}" presName="diagram" presStyleCnt="0">
        <dgm:presLayoutVars>
          <dgm:chPref val="1"/>
          <dgm:dir/>
          <dgm:animOne val="branch"/>
          <dgm:animLvl val="lvl"/>
          <dgm:resizeHandles val="exact"/>
        </dgm:presLayoutVars>
      </dgm:prSet>
      <dgm:spPr/>
      <dgm:t>
        <a:bodyPr/>
        <a:lstStyle/>
        <a:p>
          <a:endParaRPr lang="zh-CN" altLang="en-US"/>
        </a:p>
      </dgm:t>
    </dgm:pt>
    <dgm:pt modelId="{0399B762-C15E-344C-BB01-FE0417C3FF62}" type="pres">
      <dgm:prSet presAssocID="{1B463F04-453C-6F40-A330-937A416E8282}" presName="root1" presStyleCnt="0"/>
      <dgm:spPr/>
    </dgm:pt>
    <dgm:pt modelId="{86B0BD93-0EFA-3D40-8D93-5995D9336ED6}" type="pres">
      <dgm:prSet presAssocID="{1B463F04-453C-6F40-A330-937A416E8282}" presName="LevelOneTextNode" presStyleLbl="node0" presStyleIdx="0" presStyleCnt="1">
        <dgm:presLayoutVars>
          <dgm:chPref val="3"/>
        </dgm:presLayoutVars>
      </dgm:prSet>
      <dgm:spPr/>
      <dgm:t>
        <a:bodyPr/>
        <a:lstStyle/>
        <a:p>
          <a:endParaRPr lang="zh-CN" altLang="en-US"/>
        </a:p>
      </dgm:t>
    </dgm:pt>
    <dgm:pt modelId="{6B90F586-4E75-2C45-8F66-101A6D885965}" type="pres">
      <dgm:prSet presAssocID="{1B463F04-453C-6F40-A330-937A416E8282}" presName="level2hierChild" presStyleCnt="0"/>
      <dgm:spPr/>
    </dgm:pt>
    <dgm:pt modelId="{C723E5B5-E946-224A-86DD-204D5F1690E8}" type="pres">
      <dgm:prSet presAssocID="{71E32226-538C-F847-A3F6-BAF83BD92061}" presName="conn2-1" presStyleLbl="parChTrans1D2" presStyleIdx="0" presStyleCnt="2"/>
      <dgm:spPr/>
      <dgm:t>
        <a:bodyPr/>
        <a:lstStyle/>
        <a:p>
          <a:endParaRPr lang="zh-CN" altLang="en-US"/>
        </a:p>
      </dgm:t>
    </dgm:pt>
    <dgm:pt modelId="{C5633856-9AA1-8E4D-ACA2-AF6E10CB5A87}" type="pres">
      <dgm:prSet presAssocID="{71E32226-538C-F847-A3F6-BAF83BD92061}" presName="connTx" presStyleLbl="parChTrans1D2" presStyleIdx="0" presStyleCnt="2"/>
      <dgm:spPr/>
      <dgm:t>
        <a:bodyPr/>
        <a:lstStyle/>
        <a:p>
          <a:endParaRPr lang="zh-CN" altLang="en-US"/>
        </a:p>
      </dgm:t>
    </dgm:pt>
    <dgm:pt modelId="{9B963E7B-2D55-3644-8235-E87EF6BF471C}" type="pres">
      <dgm:prSet presAssocID="{901072F6-8EEF-294F-A5B4-C6F9C635C76B}" presName="root2" presStyleCnt="0"/>
      <dgm:spPr/>
    </dgm:pt>
    <dgm:pt modelId="{E917B708-D82C-F541-BA42-4395FA557C16}" type="pres">
      <dgm:prSet presAssocID="{901072F6-8EEF-294F-A5B4-C6F9C635C76B}" presName="LevelTwoTextNode" presStyleLbl="node2" presStyleIdx="0" presStyleCnt="2">
        <dgm:presLayoutVars>
          <dgm:chPref val="3"/>
        </dgm:presLayoutVars>
      </dgm:prSet>
      <dgm:spPr/>
      <dgm:t>
        <a:bodyPr/>
        <a:lstStyle/>
        <a:p>
          <a:endParaRPr lang="zh-CN" altLang="en-US"/>
        </a:p>
      </dgm:t>
    </dgm:pt>
    <dgm:pt modelId="{4AAC7D8A-35DD-5540-BD7B-794C6F2135E4}" type="pres">
      <dgm:prSet presAssocID="{901072F6-8EEF-294F-A5B4-C6F9C635C76B}" presName="level3hierChild" presStyleCnt="0"/>
      <dgm:spPr/>
    </dgm:pt>
    <dgm:pt modelId="{02C19660-074C-DA4F-BC5D-492A0CD4B2FA}" type="pres">
      <dgm:prSet presAssocID="{33EB7C2A-BB1E-DC47-A5BD-3D1DD663A2DB}" presName="conn2-1" presStyleLbl="parChTrans1D3" presStyleIdx="0" presStyleCnt="3"/>
      <dgm:spPr/>
      <dgm:t>
        <a:bodyPr/>
        <a:lstStyle/>
        <a:p>
          <a:endParaRPr lang="zh-CN" altLang="en-US"/>
        </a:p>
      </dgm:t>
    </dgm:pt>
    <dgm:pt modelId="{7B6A9F19-39A0-1947-9E67-275B4DD1C47E}" type="pres">
      <dgm:prSet presAssocID="{33EB7C2A-BB1E-DC47-A5BD-3D1DD663A2DB}" presName="connTx" presStyleLbl="parChTrans1D3" presStyleIdx="0" presStyleCnt="3"/>
      <dgm:spPr/>
      <dgm:t>
        <a:bodyPr/>
        <a:lstStyle/>
        <a:p>
          <a:endParaRPr lang="zh-CN" altLang="en-US"/>
        </a:p>
      </dgm:t>
    </dgm:pt>
    <dgm:pt modelId="{532EE74C-4C71-364A-A295-04FDDD2B3D66}" type="pres">
      <dgm:prSet presAssocID="{66802202-1569-084C-8D35-ACE9C9A59777}" presName="root2" presStyleCnt="0"/>
      <dgm:spPr/>
    </dgm:pt>
    <dgm:pt modelId="{BB3A7E5B-4049-AF4E-9792-1E3479832699}" type="pres">
      <dgm:prSet presAssocID="{66802202-1569-084C-8D35-ACE9C9A59777}" presName="LevelTwoTextNode" presStyleLbl="node3" presStyleIdx="0" presStyleCnt="3">
        <dgm:presLayoutVars>
          <dgm:chPref val="3"/>
        </dgm:presLayoutVars>
      </dgm:prSet>
      <dgm:spPr/>
      <dgm:t>
        <a:bodyPr/>
        <a:lstStyle/>
        <a:p>
          <a:endParaRPr lang="zh-CN" altLang="en-US"/>
        </a:p>
      </dgm:t>
    </dgm:pt>
    <dgm:pt modelId="{8335F0C7-0C72-D847-9115-A885B325539F}" type="pres">
      <dgm:prSet presAssocID="{66802202-1569-084C-8D35-ACE9C9A59777}" presName="level3hierChild" presStyleCnt="0"/>
      <dgm:spPr/>
    </dgm:pt>
    <dgm:pt modelId="{C4373EB5-D428-A043-920C-EB66832FE957}" type="pres">
      <dgm:prSet presAssocID="{D4C28241-4077-2643-BB21-54C1153BCE71}" presName="conn2-1" presStyleLbl="parChTrans1D3" presStyleIdx="1" presStyleCnt="3"/>
      <dgm:spPr/>
      <dgm:t>
        <a:bodyPr/>
        <a:lstStyle/>
        <a:p>
          <a:endParaRPr lang="zh-CN" altLang="en-US"/>
        </a:p>
      </dgm:t>
    </dgm:pt>
    <dgm:pt modelId="{2BC2E6D5-34B0-FA41-BF74-F07728BDF5A3}" type="pres">
      <dgm:prSet presAssocID="{D4C28241-4077-2643-BB21-54C1153BCE71}" presName="connTx" presStyleLbl="parChTrans1D3" presStyleIdx="1" presStyleCnt="3"/>
      <dgm:spPr/>
      <dgm:t>
        <a:bodyPr/>
        <a:lstStyle/>
        <a:p>
          <a:endParaRPr lang="zh-CN" altLang="en-US"/>
        </a:p>
      </dgm:t>
    </dgm:pt>
    <dgm:pt modelId="{2B3A27C3-BC58-6E49-B842-8BD2F978E296}" type="pres">
      <dgm:prSet presAssocID="{68FBFB48-68C3-DB4A-8B1C-C37CC9C094BB}" presName="root2" presStyleCnt="0"/>
      <dgm:spPr/>
    </dgm:pt>
    <dgm:pt modelId="{F75E1F7A-2F85-844F-8810-BD8D24BABC68}" type="pres">
      <dgm:prSet presAssocID="{68FBFB48-68C3-DB4A-8B1C-C37CC9C094BB}" presName="LevelTwoTextNode" presStyleLbl="node3" presStyleIdx="1" presStyleCnt="3">
        <dgm:presLayoutVars>
          <dgm:chPref val="3"/>
        </dgm:presLayoutVars>
      </dgm:prSet>
      <dgm:spPr/>
      <dgm:t>
        <a:bodyPr/>
        <a:lstStyle/>
        <a:p>
          <a:endParaRPr lang="zh-CN" altLang="en-US"/>
        </a:p>
      </dgm:t>
    </dgm:pt>
    <dgm:pt modelId="{A04BC08F-3C68-0546-812A-4A48906AF090}" type="pres">
      <dgm:prSet presAssocID="{68FBFB48-68C3-DB4A-8B1C-C37CC9C094BB}" presName="level3hierChild" presStyleCnt="0"/>
      <dgm:spPr/>
    </dgm:pt>
    <dgm:pt modelId="{AC2F0A37-28CD-F342-B097-B3770416D278}" type="pres">
      <dgm:prSet presAssocID="{69447875-8C5A-E544-AAED-CEB7F69AAC02}" presName="conn2-1" presStyleLbl="parChTrans1D3" presStyleIdx="2" presStyleCnt="3"/>
      <dgm:spPr/>
      <dgm:t>
        <a:bodyPr/>
        <a:lstStyle/>
        <a:p>
          <a:endParaRPr lang="zh-CN" altLang="en-US"/>
        </a:p>
      </dgm:t>
    </dgm:pt>
    <dgm:pt modelId="{C63845FD-2FDB-0E43-8440-B1B54337735A}" type="pres">
      <dgm:prSet presAssocID="{69447875-8C5A-E544-AAED-CEB7F69AAC02}" presName="connTx" presStyleLbl="parChTrans1D3" presStyleIdx="2" presStyleCnt="3"/>
      <dgm:spPr/>
      <dgm:t>
        <a:bodyPr/>
        <a:lstStyle/>
        <a:p>
          <a:endParaRPr lang="zh-CN" altLang="en-US"/>
        </a:p>
      </dgm:t>
    </dgm:pt>
    <dgm:pt modelId="{B070C104-B188-BD44-BF55-3A2D4CA2E451}" type="pres">
      <dgm:prSet presAssocID="{7243889C-4D2B-284B-86E7-BB05FC17DCAC}" presName="root2" presStyleCnt="0"/>
      <dgm:spPr/>
    </dgm:pt>
    <dgm:pt modelId="{23B3671E-1825-6C4A-9C3E-DC3DE41BA5A8}" type="pres">
      <dgm:prSet presAssocID="{7243889C-4D2B-284B-86E7-BB05FC17DCAC}" presName="LevelTwoTextNode" presStyleLbl="node3" presStyleIdx="2" presStyleCnt="3">
        <dgm:presLayoutVars>
          <dgm:chPref val="3"/>
        </dgm:presLayoutVars>
      </dgm:prSet>
      <dgm:spPr/>
      <dgm:t>
        <a:bodyPr/>
        <a:lstStyle/>
        <a:p>
          <a:endParaRPr lang="zh-CN" altLang="en-US"/>
        </a:p>
      </dgm:t>
    </dgm:pt>
    <dgm:pt modelId="{F43023E6-621A-6F40-8760-799359A9D430}" type="pres">
      <dgm:prSet presAssocID="{7243889C-4D2B-284B-86E7-BB05FC17DCAC}" presName="level3hierChild" presStyleCnt="0"/>
      <dgm:spPr/>
    </dgm:pt>
    <dgm:pt modelId="{6B67EAF5-2AEC-0E45-9216-20ED9CEAFC17}" type="pres">
      <dgm:prSet presAssocID="{14E62356-26D4-CC40-8A89-58CBE2A93C9D}" presName="conn2-1" presStyleLbl="parChTrans1D2" presStyleIdx="1" presStyleCnt="2"/>
      <dgm:spPr/>
      <dgm:t>
        <a:bodyPr/>
        <a:lstStyle/>
        <a:p>
          <a:endParaRPr lang="zh-CN" altLang="en-US"/>
        </a:p>
      </dgm:t>
    </dgm:pt>
    <dgm:pt modelId="{BAA1B534-5708-3A46-93F8-C0D3F135FC3E}" type="pres">
      <dgm:prSet presAssocID="{14E62356-26D4-CC40-8A89-58CBE2A93C9D}" presName="connTx" presStyleLbl="parChTrans1D2" presStyleIdx="1" presStyleCnt="2"/>
      <dgm:spPr/>
      <dgm:t>
        <a:bodyPr/>
        <a:lstStyle/>
        <a:p>
          <a:endParaRPr lang="zh-CN" altLang="en-US"/>
        </a:p>
      </dgm:t>
    </dgm:pt>
    <dgm:pt modelId="{12A8697F-A057-C745-B679-D53DBFF52C9E}" type="pres">
      <dgm:prSet presAssocID="{80D48F97-A94B-EA46-8E40-FBFD9004DC68}" presName="root2" presStyleCnt="0"/>
      <dgm:spPr/>
    </dgm:pt>
    <dgm:pt modelId="{1EA7E810-02B8-9D42-8532-FF42465EEBBC}" type="pres">
      <dgm:prSet presAssocID="{80D48F97-A94B-EA46-8E40-FBFD9004DC68}" presName="LevelTwoTextNode" presStyleLbl="node2" presStyleIdx="1" presStyleCnt="2">
        <dgm:presLayoutVars>
          <dgm:chPref val="3"/>
        </dgm:presLayoutVars>
      </dgm:prSet>
      <dgm:spPr/>
      <dgm:t>
        <a:bodyPr/>
        <a:lstStyle/>
        <a:p>
          <a:endParaRPr lang="zh-CN" altLang="en-US"/>
        </a:p>
      </dgm:t>
    </dgm:pt>
    <dgm:pt modelId="{82EE831B-9A56-BC49-9A24-11AFE2D6540C}" type="pres">
      <dgm:prSet presAssocID="{80D48F97-A94B-EA46-8E40-FBFD9004DC68}" presName="level3hierChild" presStyleCnt="0"/>
      <dgm:spPr/>
    </dgm:pt>
  </dgm:ptLst>
  <dgm:cxnLst>
    <dgm:cxn modelId="{F9A9426C-5AD4-9744-A223-1CB8064B0198}" type="presOf" srcId="{33EB7C2A-BB1E-DC47-A5BD-3D1DD663A2DB}" destId="{7B6A9F19-39A0-1947-9E67-275B4DD1C47E}" srcOrd="1" destOrd="0" presId="urn:microsoft.com/office/officeart/2005/8/layout/hierarchy2"/>
    <dgm:cxn modelId="{1BDA796B-A3C9-DE47-8F1C-016F789807A4}" type="presOf" srcId="{69447875-8C5A-E544-AAED-CEB7F69AAC02}" destId="{C63845FD-2FDB-0E43-8440-B1B54337735A}" srcOrd="1" destOrd="0" presId="urn:microsoft.com/office/officeart/2005/8/layout/hierarchy2"/>
    <dgm:cxn modelId="{59A52661-6647-DC4C-BA14-B6E89946EAB0}" srcId="{901072F6-8EEF-294F-A5B4-C6F9C635C76B}" destId="{68FBFB48-68C3-DB4A-8B1C-C37CC9C094BB}" srcOrd="1" destOrd="0" parTransId="{D4C28241-4077-2643-BB21-54C1153BCE71}" sibTransId="{E3DC694F-EC68-0F4C-90D0-3859BB3971BA}"/>
    <dgm:cxn modelId="{33A9A29B-6D0D-624E-94B8-BFE286991EB4}" type="presOf" srcId="{68FBFB48-68C3-DB4A-8B1C-C37CC9C094BB}" destId="{F75E1F7A-2F85-844F-8810-BD8D24BABC68}" srcOrd="0" destOrd="0" presId="urn:microsoft.com/office/officeart/2005/8/layout/hierarchy2"/>
    <dgm:cxn modelId="{C8C6F280-26C6-984A-AC6C-958EBA5D778D}" srcId="{84C90558-E50A-0F42-91C0-DEFA00B7018F}" destId="{1B463F04-453C-6F40-A330-937A416E8282}" srcOrd="0" destOrd="0" parTransId="{E46E5BEB-284E-C94D-8B0D-BF75CDD4DC8B}" sibTransId="{4C0C4670-1566-A646-889F-2A89589A46F2}"/>
    <dgm:cxn modelId="{E5C60911-D6E9-E847-8600-9EC6721E140A}" type="presOf" srcId="{1B463F04-453C-6F40-A330-937A416E8282}" destId="{86B0BD93-0EFA-3D40-8D93-5995D9336ED6}" srcOrd="0" destOrd="0" presId="urn:microsoft.com/office/officeart/2005/8/layout/hierarchy2"/>
    <dgm:cxn modelId="{3A2BA89C-C0BD-F346-B4F2-50DF761F2DAA}" srcId="{901072F6-8EEF-294F-A5B4-C6F9C635C76B}" destId="{7243889C-4D2B-284B-86E7-BB05FC17DCAC}" srcOrd="2" destOrd="0" parTransId="{69447875-8C5A-E544-AAED-CEB7F69AAC02}" sibTransId="{B60982CC-678E-DF4E-BDEB-DC5176520AE3}"/>
    <dgm:cxn modelId="{E60231F8-3E6B-F941-9AA4-02C3DE7CB91A}" type="presOf" srcId="{D4C28241-4077-2643-BB21-54C1153BCE71}" destId="{2BC2E6D5-34B0-FA41-BF74-F07728BDF5A3}" srcOrd="1" destOrd="0" presId="urn:microsoft.com/office/officeart/2005/8/layout/hierarchy2"/>
    <dgm:cxn modelId="{716ABAC1-19A8-104A-BBF3-8A5AD5E7C7F1}" type="presOf" srcId="{901072F6-8EEF-294F-A5B4-C6F9C635C76B}" destId="{E917B708-D82C-F541-BA42-4395FA557C16}" srcOrd="0" destOrd="0" presId="urn:microsoft.com/office/officeart/2005/8/layout/hierarchy2"/>
    <dgm:cxn modelId="{D5CFCB6F-257D-7F4D-B738-A90B5E2CB1BF}" type="presOf" srcId="{71E32226-538C-F847-A3F6-BAF83BD92061}" destId="{C5633856-9AA1-8E4D-ACA2-AF6E10CB5A87}" srcOrd="1" destOrd="0" presId="urn:microsoft.com/office/officeart/2005/8/layout/hierarchy2"/>
    <dgm:cxn modelId="{8B49FA59-9D11-CB4A-A550-1B047B0D6504}" type="presOf" srcId="{14E62356-26D4-CC40-8A89-58CBE2A93C9D}" destId="{6B67EAF5-2AEC-0E45-9216-20ED9CEAFC17}" srcOrd="0" destOrd="0" presId="urn:microsoft.com/office/officeart/2005/8/layout/hierarchy2"/>
    <dgm:cxn modelId="{DF1C0047-81D9-104C-8612-8A5ACACDC3B4}" srcId="{1B463F04-453C-6F40-A330-937A416E8282}" destId="{80D48F97-A94B-EA46-8E40-FBFD9004DC68}" srcOrd="1" destOrd="0" parTransId="{14E62356-26D4-CC40-8A89-58CBE2A93C9D}" sibTransId="{BD9EAAB9-AEB1-3E4B-9CDF-76F13BEAA9D0}"/>
    <dgm:cxn modelId="{C43401AE-899A-CE4F-9513-D21E912997E6}" srcId="{1B463F04-453C-6F40-A330-937A416E8282}" destId="{901072F6-8EEF-294F-A5B4-C6F9C635C76B}" srcOrd="0" destOrd="0" parTransId="{71E32226-538C-F847-A3F6-BAF83BD92061}" sibTransId="{8133A48F-09BC-F94F-9162-534883C148BE}"/>
    <dgm:cxn modelId="{8AF696F2-795B-9845-BED8-DAD9BF6BDB67}" type="presOf" srcId="{D4C28241-4077-2643-BB21-54C1153BCE71}" destId="{C4373EB5-D428-A043-920C-EB66832FE957}" srcOrd="0" destOrd="0" presId="urn:microsoft.com/office/officeart/2005/8/layout/hierarchy2"/>
    <dgm:cxn modelId="{A0045549-8B45-C447-A162-A5E6B374E566}" type="presOf" srcId="{33EB7C2A-BB1E-DC47-A5BD-3D1DD663A2DB}" destId="{02C19660-074C-DA4F-BC5D-492A0CD4B2FA}" srcOrd="0" destOrd="0" presId="urn:microsoft.com/office/officeart/2005/8/layout/hierarchy2"/>
    <dgm:cxn modelId="{161B5E19-0488-C944-AF6B-7500830B0A6D}" type="presOf" srcId="{66802202-1569-084C-8D35-ACE9C9A59777}" destId="{BB3A7E5B-4049-AF4E-9792-1E3479832699}" srcOrd="0" destOrd="0" presId="urn:microsoft.com/office/officeart/2005/8/layout/hierarchy2"/>
    <dgm:cxn modelId="{14220077-1D44-EB48-82DD-A7A6B3C12372}" srcId="{901072F6-8EEF-294F-A5B4-C6F9C635C76B}" destId="{66802202-1569-084C-8D35-ACE9C9A59777}" srcOrd="0" destOrd="0" parTransId="{33EB7C2A-BB1E-DC47-A5BD-3D1DD663A2DB}" sibTransId="{412C3389-574C-384B-950F-AA4022B8B987}"/>
    <dgm:cxn modelId="{73CD5569-52E3-E647-8319-8CDE205C5CD6}" type="presOf" srcId="{69447875-8C5A-E544-AAED-CEB7F69AAC02}" destId="{AC2F0A37-28CD-F342-B097-B3770416D278}" srcOrd="0" destOrd="0" presId="urn:microsoft.com/office/officeart/2005/8/layout/hierarchy2"/>
    <dgm:cxn modelId="{5663392C-EBEC-794C-AD88-56171F99F214}" type="presOf" srcId="{7243889C-4D2B-284B-86E7-BB05FC17DCAC}" destId="{23B3671E-1825-6C4A-9C3E-DC3DE41BA5A8}" srcOrd="0" destOrd="0" presId="urn:microsoft.com/office/officeart/2005/8/layout/hierarchy2"/>
    <dgm:cxn modelId="{B10C51F8-8F18-6A48-BCE5-6EE53BCA50B5}" type="presOf" srcId="{71E32226-538C-F847-A3F6-BAF83BD92061}" destId="{C723E5B5-E946-224A-86DD-204D5F1690E8}" srcOrd="0" destOrd="0" presId="urn:microsoft.com/office/officeart/2005/8/layout/hierarchy2"/>
    <dgm:cxn modelId="{C0671B52-12DC-4C41-B91F-2723D827F639}" type="presOf" srcId="{80D48F97-A94B-EA46-8E40-FBFD9004DC68}" destId="{1EA7E810-02B8-9D42-8532-FF42465EEBBC}" srcOrd="0" destOrd="0" presId="urn:microsoft.com/office/officeart/2005/8/layout/hierarchy2"/>
    <dgm:cxn modelId="{C39F21C7-64E5-AC46-87A4-5EE72C03FF2E}" type="presOf" srcId="{14E62356-26D4-CC40-8A89-58CBE2A93C9D}" destId="{BAA1B534-5708-3A46-93F8-C0D3F135FC3E}" srcOrd="1" destOrd="0" presId="urn:microsoft.com/office/officeart/2005/8/layout/hierarchy2"/>
    <dgm:cxn modelId="{DB8B5C65-6D7D-F441-9EE8-7E2569C859A6}" type="presOf" srcId="{84C90558-E50A-0F42-91C0-DEFA00B7018F}" destId="{56B6646D-E7E3-D143-87B8-79D065812B0C}" srcOrd="0" destOrd="0" presId="urn:microsoft.com/office/officeart/2005/8/layout/hierarchy2"/>
    <dgm:cxn modelId="{877C0DAA-7781-C248-84F3-5EA2DCFE354A}" type="presParOf" srcId="{56B6646D-E7E3-D143-87B8-79D065812B0C}" destId="{0399B762-C15E-344C-BB01-FE0417C3FF62}" srcOrd="0" destOrd="0" presId="urn:microsoft.com/office/officeart/2005/8/layout/hierarchy2"/>
    <dgm:cxn modelId="{A3D6EC98-22CF-BA44-9412-0CE853DD4888}" type="presParOf" srcId="{0399B762-C15E-344C-BB01-FE0417C3FF62}" destId="{86B0BD93-0EFA-3D40-8D93-5995D9336ED6}" srcOrd="0" destOrd="0" presId="urn:microsoft.com/office/officeart/2005/8/layout/hierarchy2"/>
    <dgm:cxn modelId="{8C057C32-DA01-ED43-AC30-0228956BED49}" type="presParOf" srcId="{0399B762-C15E-344C-BB01-FE0417C3FF62}" destId="{6B90F586-4E75-2C45-8F66-101A6D885965}" srcOrd="1" destOrd="0" presId="urn:microsoft.com/office/officeart/2005/8/layout/hierarchy2"/>
    <dgm:cxn modelId="{A474D633-22CC-794E-B054-DC9FBBC6D888}" type="presParOf" srcId="{6B90F586-4E75-2C45-8F66-101A6D885965}" destId="{C723E5B5-E946-224A-86DD-204D5F1690E8}" srcOrd="0" destOrd="0" presId="urn:microsoft.com/office/officeart/2005/8/layout/hierarchy2"/>
    <dgm:cxn modelId="{F0A5853C-E622-D049-9431-79004E88FA1F}" type="presParOf" srcId="{C723E5B5-E946-224A-86DD-204D5F1690E8}" destId="{C5633856-9AA1-8E4D-ACA2-AF6E10CB5A87}" srcOrd="0" destOrd="0" presId="urn:microsoft.com/office/officeart/2005/8/layout/hierarchy2"/>
    <dgm:cxn modelId="{96699F04-2081-0B41-9A89-C6F645D76C8B}" type="presParOf" srcId="{6B90F586-4E75-2C45-8F66-101A6D885965}" destId="{9B963E7B-2D55-3644-8235-E87EF6BF471C}" srcOrd="1" destOrd="0" presId="urn:microsoft.com/office/officeart/2005/8/layout/hierarchy2"/>
    <dgm:cxn modelId="{A78B60D9-1A7D-404C-A83D-2E85C1C751E1}" type="presParOf" srcId="{9B963E7B-2D55-3644-8235-E87EF6BF471C}" destId="{E917B708-D82C-F541-BA42-4395FA557C16}" srcOrd="0" destOrd="0" presId="urn:microsoft.com/office/officeart/2005/8/layout/hierarchy2"/>
    <dgm:cxn modelId="{E72A2F66-0354-E749-98C6-72628CE1245F}" type="presParOf" srcId="{9B963E7B-2D55-3644-8235-E87EF6BF471C}" destId="{4AAC7D8A-35DD-5540-BD7B-794C6F2135E4}" srcOrd="1" destOrd="0" presId="urn:microsoft.com/office/officeart/2005/8/layout/hierarchy2"/>
    <dgm:cxn modelId="{F4E53FB4-2B07-F249-8BA5-9BD0D961AC81}" type="presParOf" srcId="{4AAC7D8A-35DD-5540-BD7B-794C6F2135E4}" destId="{02C19660-074C-DA4F-BC5D-492A0CD4B2FA}" srcOrd="0" destOrd="0" presId="urn:microsoft.com/office/officeart/2005/8/layout/hierarchy2"/>
    <dgm:cxn modelId="{E60DB42A-F1B6-9948-BA62-6F66A9D0C83B}" type="presParOf" srcId="{02C19660-074C-DA4F-BC5D-492A0CD4B2FA}" destId="{7B6A9F19-39A0-1947-9E67-275B4DD1C47E}" srcOrd="0" destOrd="0" presId="urn:microsoft.com/office/officeart/2005/8/layout/hierarchy2"/>
    <dgm:cxn modelId="{137C8A84-9728-8340-AB4B-E5348AE28B4F}" type="presParOf" srcId="{4AAC7D8A-35DD-5540-BD7B-794C6F2135E4}" destId="{532EE74C-4C71-364A-A295-04FDDD2B3D66}" srcOrd="1" destOrd="0" presId="urn:microsoft.com/office/officeart/2005/8/layout/hierarchy2"/>
    <dgm:cxn modelId="{A40E3B9E-F123-0A4C-A505-93D6D84E45D8}" type="presParOf" srcId="{532EE74C-4C71-364A-A295-04FDDD2B3D66}" destId="{BB3A7E5B-4049-AF4E-9792-1E3479832699}" srcOrd="0" destOrd="0" presId="urn:microsoft.com/office/officeart/2005/8/layout/hierarchy2"/>
    <dgm:cxn modelId="{72B64BA0-517B-0F40-B814-0243438CD883}" type="presParOf" srcId="{532EE74C-4C71-364A-A295-04FDDD2B3D66}" destId="{8335F0C7-0C72-D847-9115-A885B325539F}" srcOrd="1" destOrd="0" presId="urn:microsoft.com/office/officeart/2005/8/layout/hierarchy2"/>
    <dgm:cxn modelId="{B78253C3-D105-7A4D-AD0B-0ED1EF1BC1AD}" type="presParOf" srcId="{4AAC7D8A-35DD-5540-BD7B-794C6F2135E4}" destId="{C4373EB5-D428-A043-920C-EB66832FE957}" srcOrd="2" destOrd="0" presId="urn:microsoft.com/office/officeart/2005/8/layout/hierarchy2"/>
    <dgm:cxn modelId="{F0949BEC-0FC8-CC4E-9B02-2D74971BEA27}" type="presParOf" srcId="{C4373EB5-D428-A043-920C-EB66832FE957}" destId="{2BC2E6D5-34B0-FA41-BF74-F07728BDF5A3}" srcOrd="0" destOrd="0" presId="urn:microsoft.com/office/officeart/2005/8/layout/hierarchy2"/>
    <dgm:cxn modelId="{C34CED22-E7C3-9A44-9CF7-C4304BEB8B1C}" type="presParOf" srcId="{4AAC7D8A-35DD-5540-BD7B-794C6F2135E4}" destId="{2B3A27C3-BC58-6E49-B842-8BD2F978E296}" srcOrd="3" destOrd="0" presId="urn:microsoft.com/office/officeart/2005/8/layout/hierarchy2"/>
    <dgm:cxn modelId="{B4D92B12-3947-044E-8B8E-21697E1EAF09}" type="presParOf" srcId="{2B3A27C3-BC58-6E49-B842-8BD2F978E296}" destId="{F75E1F7A-2F85-844F-8810-BD8D24BABC68}" srcOrd="0" destOrd="0" presId="urn:microsoft.com/office/officeart/2005/8/layout/hierarchy2"/>
    <dgm:cxn modelId="{6F0E160F-5928-9E45-9573-35634582FD2C}" type="presParOf" srcId="{2B3A27C3-BC58-6E49-B842-8BD2F978E296}" destId="{A04BC08F-3C68-0546-812A-4A48906AF090}" srcOrd="1" destOrd="0" presId="urn:microsoft.com/office/officeart/2005/8/layout/hierarchy2"/>
    <dgm:cxn modelId="{800039AC-B23C-A94D-945A-C1373A59C87D}" type="presParOf" srcId="{4AAC7D8A-35DD-5540-BD7B-794C6F2135E4}" destId="{AC2F0A37-28CD-F342-B097-B3770416D278}" srcOrd="4" destOrd="0" presId="urn:microsoft.com/office/officeart/2005/8/layout/hierarchy2"/>
    <dgm:cxn modelId="{CEA3B156-BEAC-234E-B073-DB085C60BE04}" type="presParOf" srcId="{AC2F0A37-28CD-F342-B097-B3770416D278}" destId="{C63845FD-2FDB-0E43-8440-B1B54337735A}" srcOrd="0" destOrd="0" presId="urn:microsoft.com/office/officeart/2005/8/layout/hierarchy2"/>
    <dgm:cxn modelId="{C23FBD3D-D700-D04B-B637-3D62FA86859F}" type="presParOf" srcId="{4AAC7D8A-35DD-5540-BD7B-794C6F2135E4}" destId="{B070C104-B188-BD44-BF55-3A2D4CA2E451}" srcOrd="5" destOrd="0" presId="urn:microsoft.com/office/officeart/2005/8/layout/hierarchy2"/>
    <dgm:cxn modelId="{6CC42FE8-333F-D64A-A321-35B4BD1BA9CE}" type="presParOf" srcId="{B070C104-B188-BD44-BF55-3A2D4CA2E451}" destId="{23B3671E-1825-6C4A-9C3E-DC3DE41BA5A8}" srcOrd="0" destOrd="0" presId="urn:microsoft.com/office/officeart/2005/8/layout/hierarchy2"/>
    <dgm:cxn modelId="{92595B44-99BB-F74C-8E55-F917C39813CA}" type="presParOf" srcId="{B070C104-B188-BD44-BF55-3A2D4CA2E451}" destId="{F43023E6-621A-6F40-8760-799359A9D430}" srcOrd="1" destOrd="0" presId="urn:microsoft.com/office/officeart/2005/8/layout/hierarchy2"/>
    <dgm:cxn modelId="{8DA4B44D-9B50-9941-8827-888CDD1EC2ED}" type="presParOf" srcId="{6B90F586-4E75-2C45-8F66-101A6D885965}" destId="{6B67EAF5-2AEC-0E45-9216-20ED9CEAFC17}" srcOrd="2" destOrd="0" presId="urn:microsoft.com/office/officeart/2005/8/layout/hierarchy2"/>
    <dgm:cxn modelId="{C4A10207-499E-A04D-ACEE-4E4EE71E6CFC}" type="presParOf" srcId="{6B67EAF5-2AEC-0E45-9216-20ED9CEAFC17}" destId="{BAA1B534-5708-3A46-93F8-C0D3F135FC3E}" srcOrd="0" destOrd="0" presId="urn:microsoft.com/office/officeart/2005/8/layout/hierarchy2"/>
    <dgm:cxn modelId="{A4EEE496-8D26-AA44-92F2-BEE14B4D0894}" type="presParOf" srcId="{6B90F586-4E75-2C45-8F66-101A6D885965}" destId="{12A8697F-A057-C745-B679-D53DBFF52C9E}" srcOrd="3" destOrd="0" presId="urn:microsoft.com/office/officeart/2005/8/layout/hierarchy2"/>
    <dgm:cxn modelId="{8195C2AF-772F-064A-AA47-6DBC2B98CD87}" type="presParOf" srcId="{12A8697F-A057-C745-B679-D53DBFF52C9E}" destId="{1EA7E810-02B8-9D42-8532-FF42465EEBBC}" srcOrd="0" destOrd="0" presId="urn:microsoft.com/office/officeart/2005/8/layout/hierarchy2"/>
    <dgm:cxn modelId="{E8EDC637-0B64-734F-9536-4B99B64EEFF9}" type="presParOf" srcId="{12A8697F-A057-C745-B679-D53DBFF52C9E}" destId="{82EE831B-9A56-BC49-9A24-11AFE2D6540C}" srcOrd="1" destOrd="0" presId="urn:microsoft.com/office/officeart/2005/8/layout/hierarchy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D580402-04C7-C745-9C1B-CD91305B5630}" type="doc">
      <dgm:prSet loTypeId="urn:microsoft.com/office/officeart/2005/8/layout/hierarchy2" loCatId="" qsTypeId="urn:microsoft.com/office/officeart/2005/8/quickstyle/simple4" qsCatId="simple" csTypeId="urn:microsoft.com/office/officeart/2005/8/colors/accent1_2" csCatId="accent1" phldr="1"/>
      <dgm:spPr/>
      <dgm:t>
        <a:bodyPr/>
        <a:lstStyle/>
        <a:p>
          <a:endParaRPr lang="zh-CN" altLang="en-US"/>
        </a:p>
      </dgm:t>
    </dgm:pt>
    <dgm:pt modelId="{6B227566-7FD0-D74D-8F37-12E85077E380}">
      <dgm:prSet phldrT="[文本]"/>
      <dgm:spPr/>
      <dgm:t>
        <a:bodyPr/>
        <a:lstStyle/>
        <a:p>
          <a:r>
            <a:rPr lang="zh-CN" altLang="en-US" dirty="0"/>
            <a:t>定密方式</a:t>
          </a:r>
        </a:p>
      </dgm:t>
    </dgm:pt>
    <dgm:pt modelId="{E69D5E28-6CFA-2E46-A7E5-5F5DF5F7C87B}" cxnId="{94F994FE-C98B-1E4C-89EC-72C8627593DE}" type="parTrans">
      <dgm:prSet/>
      <dgm:spPr/>
      <dgm:t>
        <a:bodyPr/>
        <a:lstStyle/>
        <a:p>
          <a:endParaRPr lang="zh-CN" altLang="en-US"/>
        </a:p>
      </dgm:t>
    </dgm:pt>
    <dgm:pt modelId="{20EFDAF0-4B3A-0343-A947-09FB43D89510}" cxnId="{94F994FE-C98B-1E4C-89EC-72C8627593DE}" type="sibTrans">
      <dgm:prSet/>
      <dgm:spPr/>
      <dgm:t>
        <a:bodyPr/>
        <a:lstStyle/>
        <a:p>
          <a:endParaRPr lang="zh-CN" altLang="en-US"/>
        </a:p>
      </dgm:t>
    </dgm:pt>
    <dgm:pt modelId="{28795907-B27A-BC47-BDA9-8F8D3E36FDD0}">
      <dgm:prSet phldrT="[文本]"/>
      <dgm:spPr/>
      <dgm:t>
        <a:bodyPr/>
        <a:lstStyle/>
        <a:p>
          <a:r>
            <a:rPr lang="zh-CN" altLang="en-US" dirty="0"/>
            <a:t>申请定密</a:t>
          </a:r>
        </a:p>
      </dgm:t>
    </dgm:pt>
    <dgm:pt modelId="{9F845B26-E898-6C41-831B-1ADED06D2884}" cxnId="{163A872D-FE99-2D47-BA98-02C0FA5F42B9}" type="parTrans">
      <dgm:prSet/>
      <dgm:spPr/>
      <dgm:t>
        <a:bodyPr/>
        <a:lstStyle/>
        <a:p>
          <a:endParaRPr lang="zh-CN" altLang="en-US"/>
        </a:p>
      </dgm:t>
    </dgm:pt>
    <dgm:pt modelId="{FE6CC05F-C3B9-964D-925A-16E5E6A0DC8E}" cxnId="{163A872D-FE99-2D47-BA98-02C0FA5F42B9}" type="sibTrans">
      <dgm:prSet/>
      <dgm:spPr/>
      <dgm:t>
        <a:bodyPr/>
        <a:lstStyle/>
        <a:p>
          <a:endParaRPr lang="zh-CN" altLang="en-US"/>
        </a:p>
      </dgm:t>
    </dgm:pt>
    <dgm:pt modelId="{D9F81080-DC62-6241-BF3C-B95F12D0ADA7}">
      <dgm:prSet phldrT="[文本]"/>
      <dgm:spPr/>
      <dgm:t>
        <a:bodyPr/>
        <a:lstStyle/>
        <a:p>
          <a:r>
            <a:rPr lang="zh-CN" altLang="en-US" dirty="0"/>
            <a:t>不明确</a:t>
          </a:r>
        </a:p>
      </dgm:t>
    </dgm:pt>
    <dgm:pt modelId="{13B61326-D170-2643-A353-D3386F767504}" cxnId="{9E2C01AA-93CC-954D-AEEE-FCE02F25E10C}" type="parTrans">
      <dgm:prSet/>
      <dgm:spPr/>
      <dgm:t>
        <a:bodyPr/>
        <a:lstStyle/>
        <a:p>
          <a:endParaRPr lang="zh-CN" altLang="en-US"/>
        </a:p>
      </dgm:t>
    </dgm:pt>
    <dgm:pt modelId="{6BB35BE7-DD98-3B45-BACB-35D870332093}" cxnId="{9E2C01AA-93CC-954D-AEEE-FCE02F25E10C}" type="sibTrans">
      <dgm:prSet/>
      <dgm:spPr/>
      <dgm:t>
        <a:bodyPr/>
        <a:lstStyle/>
        <a:p>
          <a:endParaRPr lang="zh-CN" altLang="en-US"/>
        </a:p>
      </dgm:t>
    </dgm:pt>
    <dgm:pt modelId="{3B87D46E-F963-C84C-8563-487F427D8700}">
      <dgm:prSet phldrT="[文本]"/>
      <dgm:spPr/>
      <dgm:t>
        <a:bodyPr/>
        <a:lstStyle/>
        <a:p>
          <a:r>
            <a:rPr lang="zh-CN" altLang="en-US" dirty="0"/>
            <a:t>有争议</a:t>
          </a:r>
        </a:p>
      </dgm:t>
    </dgm:pt>
    <dgm:pt modelId="{8E3F8721-1923-2440-9F06-B5BE979B5D4E}" cxnId="{61FA129D-77F2-7249-B077-954A0D815B2D}" type="parTrans">
      <dgm:prSet/>
      <dgm:spPr/>
      <dgm:t>
        <a:bodyPr/>
        <a:lstStyle/>
        <a:p>
          <a:endParaRPr lang="zh-CN" altLang="en-US"/>
        </a:p>
      </dgm:t>
    </dgm:pt>
    <dgm:pt modelId="{449840F8-90B6-D842-B558-81EA964A9082}" cxnId="{61FA129D-77F2-7249-B077-954A0D815B2D}" type="sibTrans">
      <dgm:prSet/>
      <dgm:spPr/>
      <dgm:t>
        <a:bodyPr/>
        <a:lstStyle/>
        <a:p>
          <a:endParaRPr lang="zh-CN" altLang="en-US"/>
        </a:p>
      </dgm:t>
    </dgm:pt>
    <dgm:pt modelId="{A47E2440-4DE6-7E4C-A769-0A460166201C}">
      <dgm:prSet phldrT="[文本]"/>
      <dgm:spPr/>
      <dgm:t>
        <a:bodyPr/>
        <a:lstStyle/>
        <a:p>
          <a:r>
            <a:rPr lang="zh-CN" altLang="en-US" dirty="0"/>
            <a:t>直接定密</a:t>
          </a:r>
        </a:p>
      </dgm:t>
    </dgm:pt>
    <dgm:pt modelId="{31DCC3C9-D40D-3142-9F36-1BDDD46C1029}" cxnId="{EC09DC0D-D9D6-5A42-BF19-86483CCB514F}" type="parTrans">
      <dgm:prSet/>
      <dgm:spPr/>
      <dgm:t>
        <a:bodyPr/>
        <a:lstStyle/>
        <a:p>
          <a:endParaRPr lang="zh-CN" altLang="en-US"/>
        </a:p>
      </dgm:t>
    </dgm:pt>
    <dgm:pt modelId="{F6DA4349-FA08-334F-B420-20CE6A8653E2}" cxnId="{EC09DC0D-D9D6-5A42-BF19-86483CCB514F}" type="sibTrans">
      <dgm:prSet/>
      <dgm:spPr/>
      <dgm:t>
        <a:bodyPr/>
        <a:lstStyle/>
        <a:p>
          <a:endParaRPr lang="zh-CN" altLang="en-US"/>
        </a:p>
      </dgm:t>
    </dgm:pt>
    <dgm:pt modelId="{D669011A-5343-CB4D-864B-1C9A4EAE254A}">
      <dgm:prSet phldrT="[文本]"/>
      <dgm:spPr/>
      <dgm:t>
        <a:bodyPr/>
        <a:lstStyle/>
        <a:p>
          <a:r>
            <a:rPr lang="zh-CN" altLang="en-US" dirty="0"/>
            <a:t>对号入座</a:t>
          </a:r>
        </a:p>
      </dgm:t>
    </dgm:pt>
    <dgm:pt modelId="{3B68AAFE-15CA-804C-9CA0-6B4D10E1D5DB}" cxnId="{60459899-DBFC-0A45-B26F-24515C0AAC21}" type="parTrans">
      <dgm:prSet/>
      <dgm:spPr/>
      <dgm:t>
        <a:bodyPr/>
        <a:lstStyle/>
        <a:p>
          <a:endParaRPr lang="zh-CN" altLang="en-US"/>
        </a:p>
      </dgm:t>
    </dgm:pt>
    <dgm:pt modelId="{73566266-EAB5-094E-9185-7EE67CC52E81}" cxnId="{60459899-DBFC-0A45-B26F-24515C0AAC21}" type="sibTrans">
      <dgm:prSet/>
      <dgm:spPr/>
      <dgm:t>
        <a:bodyPr/>
        <a:lstStyle/>
        <a:p>
          <a:endParaRPr lang="zh-CN" altLang="en-US"/>
        </a:p>
      </dgm:t>
    </dgm:pt>
    <dgm:pt modelId="{22C73F43-3EF9-0844-B5E6-B9BD047C0FD4}" type="pres">
      <dgm:prSet presAssocID="{7D580402-04C7-C745-9C1B-CD91305B5630}" presName="diagram" presStyleCnt="0">
        <dgm:presLayoutVars>
          <dgm:chPref val="1"/>
          <dgm:dir/>
          <dgm:animOne val="branch"/>
          <dgm:animLvl val="lvl"/>
          <dgm:resizeHandles val="exact"/>
        </dgm:presLayoutVars>
      </dgm:prSet>
      <dgm:spPr/>
      <dgm:t>
        <a:bodyPr/>
        <a:lstStyle/>
        <a:p>
          <a:endParaRPr lang="zh-CN" altLang="en-US"/>
        </a:p>
      </dgm:t>
    </dgm:pt>
    <dgm:pt modelId="{D9280D83-CAB1-9E42-A595-DE6AFD9DA07B}" type="pres">
      <dgm:prSet presAssocID="{6B227566-7FD0-D74D-8F37-12E85077E380}" presName="root1" presStyleCnt="0"/>
      <dgm:spPr/>
    </dgm:pt>
    <dgm:pt modelId="{A09A9108-445B-0943-B14C-76334F0BB593}" type="pres">
      <dgm:prSet presAssocID="{6B227566-7FD0-D74D-8F37-12E85077E380}" presName="LevelOneTextNode" presStyleLbl="node0" presStyleIdx="0" presStyleCnt="1">
        <dgm:presLayoutVars>
          <dgm:chPref val="3"/>
        </dgm:presLayoutVars>
      </dgm:prSet>
      <dgm:spPr/>
      <dgm:t>
        <a:bodyPr/>
        <a:lstStyle/>
        <a:p>
          <a:endParaRPr lang="zh-CN" altLang="en-US"/>
        </a:p>
      </dgm:t>
    </dgm:pt>
    <dgm:pt modelId="{6B898DB1-F504-6E44-9B5B-EE0EDBEEEDFD}" type="pres">
      <dgm:prSet presAssocID="{6B227566-7FD0-D74D-8F37-12E85077E380}" presName="level2hierChild" presStyleCnt="0"/>
      <dgm:spPr/>
    </dgm:pt>
    <dgm:pt modelId="{93B80796-E9C0-9747-AC8B-2F143B284899}" type="pres">
      <dgm:prSet presAssocID="{9F845B26-E898-6C41-831B-1ADED06D2884}" presName="conn2-1" presStyleLbl="parChTrans1D2" presStyleIdx="0" presStyleCnt="2"/>
      <dgm:spPr/>
      <dgm:t>
        <a:bodyPr/>
        <a:lstStyle/>
        <a:p>
          <a:endParaRPr lang="zh-CN" altLang="en-US"/>
        </a:p>
      </dgm:t>
    </dgm:pt>
    <dgm:pt modelId="{4963C35A-04FB-8948-B1CA-411E2122C4B3}" type="pres">
      <dgm:prSet presAssocID="{9F845B26-E898-6C41-831B-1ADED06D2884}" presName="connTx" presStyleLbl="parChTrans1D2" presStyleIdx="0" presStyleCnt="2"/>
      <dgm:spPr/>
      <dgm:t>
        <a:bodyPr/>
        <a:lstStyle/>
        <a:p>
          <a:endParaRPr lang="zh-CN" altLang="en-US"/>
        </a:p>
      </dgm:t>
    </dgm:pt>
    <dgm:pt modelId="{9BF5F01D-4AFD-0547-9D1A-2B2FA611F08A}" type="pres">
      <dgm:prSet presAssocID="{28795907-B27A-BC47-BDA9-8F8D3E36FDD0}" presName="root2" presStyleCnt="0"/>
      <dgm:spPr/>
    </dgm:pt>
    <dgm:pt modelId="{0514F14E-34DC-9946-B58F-8D59E1B1B4C0}" type="pres">
      <dgm:prSet presAssocID="{28795907-B27A-BC47-BDA9-8F8D3E36FDD0}" presName="LevelTwoTextNode" presStyleLbl="node2" presStyleIdx="0" presStyleCnt="2">
        <dgm:presLayoutVars>
          <dgm:chPref val="3"/>
        </dgm:presLayoutVars>
      </dgm:prSet>
      <dgm:spPr/>
      <dgm:t>
        <a:bodyPr/>
        <a:lstStyle/>
        <a:p>
          <a:endParaRPr lang="zh-CN" altLang="en-US"/>
        </a:p>
      </dgm:t>
    </dgm:pt>
    <dgm:pt modelId="{B355CABA-88EF-E745-83E5-B1EF4BEA43F2}" type="pres">
      <dgm:prSet presAssocID="{28795907-B27A-BC47-BDA9-8F8D3E36FDD0}" presName="level3hierChild" presStyleCnt="0"/>
      <dgm:spPr/>
    </dgm:pt>
    <dgm:pt modelId="{59599250-3AC1-E34D-9674-6D784FC5A7DE}" type="pres">
      <dgm:prSet presAssocID="{13B61326-D170-2643-A353-D3386F767504}" presName="conn2-1" presStyleLbl="parChTrans1D3" presStyleIdx="0" presStyleCnt="3"/>
      <dgm:spPr/>
      <dgm:t>
        <a:bodyPr/>
        <a:lstStyle/>
        <a:p>
          <a:endParaRPr lang="zh-CN" altLang="en-US"/>
        </a:p>
      </dgm:t>
    </dgm:pt>
    <dgm:pt modelId="{92C3B785-DCC3-7146-BFB8-659299C2EE40}" type="pres">
      <dgm:prSet presAssocID="{13B61326-D170-2643-A353-D3386F767504}" presName="connTx" presStyleLbl="parChTrans1D3" presStyleIdx="0" presStyleCnt="3"/>
      <dgm:spPr/>
      <dgm:t>
        <a:bodyPr/>
        <a:lstStyle/>
        <a:p>
          <a:endParaRPr lang="zh-CN" altLang="en-US"/>
        </a:p>
      </dgm:t>
    </dgm:pt>
    <dgm:pt modelId="{8F77ADC9-7F79-A04A-8B92-34AABEA8A7EB}" type="pres">
      <dgm:prSet presAssocID="{D9F81080-DC62-6241-BF3C-B95F12D0ADA7}" presName="root2" presStyleCnt="0"/>
      <dgm:spPr/>
    </dgm:pt>
    <dgm:pt modelId="{47975D70-9A69-034A-90BC-BB1BC8030729}" type="pres">
      <dgm:prSet presAssocID="{D9F81080-DC62-6241-BF3C-B95F12D0ADA7}" presName="LevelTwoTextNode" presStyleLbl="node3" presStyleIdx="0" presStyleCnt="3">
        <dgm:presLayoutVars>
          <dgm:chPref val="3"/>
        </dgm:presLayoutVars>
      </dgm:prSet>
      <dgm:spPr/>
      <dgm:t>
        <a:bodyPr/>
        <a:lstStyle/>
        <a:p>
          <a:endParaRPr lang="zh-CN" altLang="en-US"/>
        </a:p>
      </dgm:t>
    </dgm:pt>
    <dgm:pt modelId="{80FB3344-004D-E147-A4B5-8EA439FD7CFB}" type="pres">
      <dgm:prSet presAssocID="{D9F81080-DC62-6241-BF3C-B95F12D0ADA7}" presName="level3hierChild" presStyleCnt="0"/>
      <dgm:spPr/>
    </dgm:pt>
    <dgm:pt modelId="{56F0BB8B-2CA6-7B47-942A-E97FCA3A4F5E}" type="pres">
      <dgm:prSet presAssocID="{8E3F8721-1923-2440-9F06-B5BE979B5D4E}" presName="conn2-1" presStyleLbl="parChTrans1D3" presStyleIdx="1" presStyleCnt="3"/>
      <dgm:spPr/>
      <dgm:t>
        <a:bodyPr/>
        <a:lstStyle/>
        <a:p>
          <a:endParaRPr lang="zh-CN" altLang="en-US"/>
        </a:p>
      </dgm:t>
    </dgm:pt>
    <dgm:pt modelId="{589DDF59-2B2D-0E4E-9BD4-432A92F4EBF0}" type="pres">
      <dgm:prSet presAssocID="{8E3F8721-1923-2440-9F06-B5BE979B5D4E}" presName="connTx" presStyleLbl="parChTrans1D3" presStyleIdx="1" presStyleCnt="3"/>
      <dgm:spPr/>
      <dgm:t>
        <a:bodyPr/>
        <a:lstStyle/>
        <a:p>
          <a:endParaRPr lang="zh-CN" altLang="en-US"/>
        </a:p>
      </dgm:t>
    </dgm:pt>
    <dgm:pt modelId="{1848ACC6-466B-7245-8D13-4BB674A1A955}" type="pres">
      <dgm:prSet presAssocID="{3B87D46E-F963-C84C-8563-487F427D8700}" presName="root2" presStyleCnt="0"/>
      <dgm:spPr/>
    </dgm:pt>
    <dgm:pt modelId="{4211350B-12B3-6E43-8725-1AF82068F9DC}" type="pres">
      <dgm:prSet presAssocID="{3B87D46E-F963-C84C-8563-487F427D8700}" presName="LevelTwoTextNode" presStyleLbl="node3" presStyleIdx="1" presStyleCnt="3">
        <dgm:presLayoutVars>
          <dgm:chPref val="3"/>
        </dgm:presLayoutVars>
      </dgm:prSet>
      <dgm:spPr/>
      <dgm:t>
        <a:bodyPr/>
        <a:lstStyle/>
        <a:p>
          <a:endParaRPr lang="zh-CN" altLang="en-US"/>
        </a:p>
      </dgm:t>
    </dgm:pt>
    <dgm:pt modelId="{7A7CFDBF-BCBA-F246-919F-C02F490E88F7}" type="pres">
      <dgm:prSet presAssocID="{3B87D46E-F963-C84C-8563-487F427D8700}" presName="level3hierChild" presStyleCnt="0"/>
      <dgm:spPr/>
    </dgm:pt>
    <dgm:pt modelId="{AE310975-1EAE-0342-B54D-723F45FA2C5C}" type="pres">
      <dgm:prSet presAssocID="{31DCC3C9-D40D-3142-9F36-1BDDD46C1029}" presName="conn2-1" presStyleLbl="parChTrans1D2" presStyleIdx="1" presStyleCnt="2"/>
      <dgm:spPr/>
      <dgm:t>
        <a:bodyPr/>
        <a:lstStyle/>
        <a:p>
          <a:endParaRPr lang="zh-CN" altLang="en-US"/>
        </a:p>
      </dgm:t>
    </dgm:pt>
    <dgm:pt modelId="{AD3E6A7C-9434-4F4A-A92C-4E824A23813B}" type="pres">
      <dgm:prSet presAssocID="{31DCC3C9-D40D-3142-9F36-1BDDD46C1029}" presName="connTx" presStyleLbl="parChTrans1D2" presStyleIdx="1" presStyleCnt="2"/>
      <dgm:spPr/>
      <dgm:t>
        <a:bodyPr/>
        <a:lstStyle/>
        <a:p>
          <a:endParaRPr lang="zh-CN" altLang="en-US"/>
        </a:p>
      </dgm:t>
    </dgm:pt>
    <dgm:pt modelId="{7707BA88-70F5-E548-A5E5-3B36164CBE47}" type="pres">
      <dgm:prSet presAssocID="{A47E2440-4DE6-7E4C-A769-0A460166201C}" presName="root2" presStyleCnt="0"/>
      <dgm:spPr/>
    </dgm:pt>
    <dgm:pt modelId="{69E4AC8B-5E68-264E-8CF3-22FA2ECB121A}" type="pres">
      <dgm:prSet presAssocID="{A47E2440-4DE6-7E4C-A769-0A460166201C}" presName="LevelTwoTextNode" presStyleLbl="node2" presStyleIdx="1" presStyleCnt="2">
        <dgm:presLayoutVars>
          <dgm:chPref val="3"/>
        </dgm:presLayoutVars>
      </dgm:prSet>
      <dgm:spPr/>
      <dgm:t>
        <a:bodyPr/>
        <a:lstStyle/>
        <a:p>
          <a:endParaRPr lang="zh-CN" altLang="en-US"/>
        </a:p>
      </dgm:t>
    </dgm:pt>
    <dgm:pt modelId="{6221E2C9-E3D1-CE48-B101-96D6D3168C77}" type="pres">
      <dgm:prSet presAssocID="{A47E2440-4DE6-7E4C-A769-0A460166201C}" presName="level3hierChild" presStyleCnt="0"/>
      <dgm:spPr/>
    </dgm:pt>
    <dgm:pt modelId="{B9D50EE2-1D2A-4B49-A87A-1B1B2B805BEC}" type="pres">
      <dgm:prSet presAssocID="{3B68AAFE-15CA-804C-9CA0-6B4D10E1D5DB}" presName="conn2-1" presStyleLbl="parChTrans1D3" presStyleIdx="2" presStyleCnt="3"/>
      <dgm:spPr/>
      <dgm:t>
        <a:bodyPr/>
        <a:lstStyle/>
        <a:p>
          <a:endParaRPr lang="zh-CN" altLang="en-US"/>
        </a:p>
      </dgm:t>
    </dgm:pt>
    <dgm:pt modelId="{EEE55BB6-8440-1F46-9203-4FEF3249B316}" type="pres">
      <dgm:prSet presAssocID="{3B68AAFE-15CA-804C-9CA0-6B4D10E1D5DB}" presName="connTx" presStyleLbl="parChTrans1D3" presStyleIdx="2" presStyleCnt="3"/>
      <dgm:spPr/>
      <dgm:t>
        <a:bodyPr/>
        <a:lstStyle/>
        <a:p>
          <a:endParaRPr lang="zh-CN" altLang="en-US"/>
        </a:p>
      </dgm:t>
    </dgm:pt>
    <dgm:pt modelId="{DAEAB76E-F670-D145-A7D9-92C40346B8DB}" type="pres">
      <dgm:prSet presAssocID="{D669011A-5343-CB4D-864B-1C9A4EAE254A}" presName="root2" presStyleCnt="0"/>
      <dgm:spPr/>
    </dgm:pt>
    <dgm:pt modelId="{99BDFFCB-5C75-D84A-8177-9B2895E35754}" type="pres">
      <dgm:prSet presAssocID="{D669011A-5343-CB4D-864B-1C9A4EAE254A}" presName="LevelTwoTextNode" presStyleLbl="node3" presStyleIdx="2" presStyleCnt="3">
        <dgm:presLayoutVars>
          <dgm:chPref val="3"/>
        </dgm:presLayoutVars>
      </dgm:prSet>
      <dgm:spPr/>
      <dgm:t>
        <a:bodyPr/>
        <a:lstStyle/>
        <a:p>
          <a:endParaRPr lang="zh-CN" altLang="en-US"/>
        </a:p>
      </dgm:t>
    </dgm:pt>
    <dgm:pt modelId="{CA01B454-6B32-5743-BF5A-89E7CD395F39}" type="pres">
      <dgm:prSet presAssocID="{D669011A-5343-CB4D-864B-1C9A4EAE254A}" presName="level3hierChild" presStyleCnt="0"/>
      <dgm:spPr/>
    </dgm:pt>
  </dgm:ptLst>
  <dgm:cxnLst>
    <dgm:cxn modelId="{40814409-2C92-7B43-8D6E-9916E7D84C99}" type="presOf" srcId="{31DCC3C9-D40D-3142-9F36-1BDDD46C1029}" destId="{AD3E6A7C-9434-4F4A-A92C-4E824A23813B}" srcOrd="1" destOrd="0" presId="urn:microsoft.com/office/officeart/2005/8/layout/hierarchy2"/>
    <dgm:cxn modelId="{94C55ED0-F957-1344-A559-DCA98E3226FB}" type="presOf" srcId="{13B61326-D170-2643-A353-D3386F767504}" destId="{59599250-3AC1-E34D-9674-6D784FC5A7DE}" srcOrd="0" destOrd="0" presId="urn:microsoft.com/office/officeart/2005/8/layout/hierarchy2"/>
    <dgm:cxn modelId="{5BE32F7A-5242-0A4E-BA94-5B4E21A6D46B}" type="presOf" srcId="{8E3F8721-1923-2440-9F06-B5BE979B5D4E}" destId="{56F0BB8B-2CA6-7B47-942A-E97FCA3A4F5E}" srcOrd="0" destOrd="0" presId="urn:microsoft.com/office/officeart/2005/8/layout/hierarchy2"/>
    <dgm:cxn modelId="{B8AA0C61-A21C-024D-B339-0E962E23737A}" type="presOf" srcId="{3B68AAFE-15CA-804C-9CA0-6B4D10E1D5DB}" destId="{B9D50EE2-1D2A-4B49-A87A-1B1B2B805BEC}" srcOrd="0" destOrd="0" presId="urn:microsoft.com/office/officeart/2005/8/layout/hierarchy2"/>
    <dgm:cxn modelId="{468AB25D-0EE1-A847-9D0E-079B21A267BE}" type="presOf" srcId="{9F845B26-E898-6C41-831B-1ADED06D2884}" destId="{93B80796-E9C0-9747-AC8B-2F143B284899}" srcOrd="0" destOrd="0" presId="urn:microsoft.com/office/officeart/2005/8/layout/hierarchy2"/>
    <dgm:cxn modelId="{D3BB8B79-6648-E84A-9F95-1924D0E6A39B}" type="presOf" srcId="{9F845B26-E898-6C41-831B-1ADED06D2884}" destId="{4963C35A-04FB-8948-B1CA-411E2122C4B3}" srcOrd="1" destOrd="0" presId="urn:microsoft.com/office/officeart/2005/8/layout/hierarchy2"/>
    <dgm:cxn modelId="{A6037E0A-91A4-244B-BFFD-4C8294C86495}" type="presOf" srcId="{3B68AAFE-15CA-804C-9CA0-6B4D10E1D5DB}" destId="{EEE55BB6-8440-1F46-9203-4FEF3249B316}" srcOrd="1" destOrd="0" presId="urn:microsoft.com/office/officeart/2005/8/layout/hierarchy2"/>
    <dgm:cxn modelId="{87A1B523-83D2-E64C-AC0B-8D49F6377A41}" type="presOf" srcId="{D9F81080-DC62-6241-BF3C-B95F12D0ADA7}" destId="{47975D70-9A69-034A-90BC-BB1BC8030729}" srcOrd="0" destOrd="0" presId="urn:microsoft.com/office/officeart/2005/8/layout/hierarchy2"/>
    <dgm:cxn modelId="{D6D9284A-9C17-2042-AA98-362318732C76}" type="presOf" srcId="{31DCC3C9-D40D-3142-9F36-1BDDD46C1029}" destId="{AE310975-1EAE-0342-B54D-723F45FA2C5C}" srcOrd="0" destOrd="0" presId="urn:microsoft.com/office/officeart/2005/8/layout/hierarchy2"/>
    <dgm:cxn modelId="{273EEC44-7F8B-F546-BD75-CFEA73D4DB05}" type="presOf" srcId="{D669011A-5343-CB4D-864B-1C9A4EAE254A}" destId="{99BDFFCB-5C75-D84A-8177-9B2895E35754}" srcOrd="0" destOrd="0" presId="urn:microsoft.com/office/officeart/2005/8/layout/hierarchy2"/>
    <dgm:cxn modelId="{41BB9E31-B74B-3049-835E-7AEB0F727CC1}" type="presOf" srcId="{3B87D46E-F963-C84C-8563-487F427D8700}" destId="{4211350B-12B3-6E43-8725-1AF82068F9DC}" srcOrd="0" destOrd="0" presId="urn:microsoft.com/office/officeart/2005/8/layout/hierarchy2"/>
    <dgm:cxn modelId="{60459899-DBFC-0A45-B26F-24515C0AAC21}" srcId="{A47E2440-4DE6-7E4C-A769-0A460166201C}" destId="{D669011A-5343-CB4D-864B-1C9A4EAE254A}" srcOrd="0" destOrd="0" parTransId="{3B68AAFE-15CA-804C-9CA0-6B4D10E1D5DB}" sibTransId="{73566266-EAB5-094E-9185-7EE67CC52E81}"/>
    <dgm:cxn modelId="{B46D0BA0-F21D-164D-B5D4-DC1454B5DE4D}" type="presOf" srcId="{A47E2440-4DE6-7E4C-A769-0A460166201C}" destId="{69E4AC8B-5E68-264E-8CF3-22FA2ECB121A}" srcOrd="0" destOrd="0" presId="urn:microsoft.com/office/officeart/2005/8/layout/hierarchy2"/>
    <dgm:cxn modelId="{EC09DC0D-D9D6-5A42-BF19-86483CCB514F}" srcId="{6B227566-7FD0-D74D-8F37-12E85077E380}" destId="{A47E2440-4DE6-7E4C-A769-0A460166201C}" srcOrd="1" destOrd="0" parTransId="{31DCC3C9-D40D-3142-9F36-1BDDD46C1029}" sibTransId="{F6DA4349-FA08-334F-B420-20CE6A8653E2}"/>
    <dgm:cxn modelId="{94F994FE-C98B-1E4C-89EC-72C8627593DE}" srcId="{7D580402-04C7-C745-9C1B-CD91305B5630}" destId="{6B227566-7FD0-D74D-8F37-12E85077E380}" srcOrd="0" destOrd="0" parTransId="{E69D5E28-6CFA-2E46-A7E5-5F5DF5F7C87B}" sibTransId="{20EFDAF0-4B3A-0343-A947-09FB43D89510}"/>
    <dgm:cxn modelId="{69C8414C-3CB7-2948-820A-802B55A6AFBF}" type="presOf" srcId="{6B227566-7FD0-D74D-8F37-12E85077E380}" destId="{A09A9108-445B-0943-B14C-76334F0BB593}" srcOrd="0" destOrd="0" presId="urn:microsoft.com/office/officeart/2005/8/layout/hierarchy2"/>
    <dgm:cxn modelId="{6E84B95A-C636-254F-BD26-14F552F31CDB}" type="presOf" srcId="{28795907-B27A-BC47-BDA9-8F8D3E36FDD0}" destId="{0514F14E-34DC-9946-B58F-8D59E1B1B4C0}" srcOrd="0" destOrd="0" presId="urn:microsoft.com/office/officeart/2005/8/layout/hierarchy2"/>
    <dgm:cxn modelId="{66353D5A-1E39-0240-83F5-76522FDCC013}" type="presOf" srcId="{8E3F8721-1923-2440-9F06-B5BE979B5D4E}" destId="{589DDF59-2B2D-0E4E-9BD4-432A92F4EBF0}" srcOrd="1" destOrd="0" presId="urn:microsoft.com/office/officeart/2005/8/layout/hierarchy2"/>
    <dgm:cxn modelId="{163A872D-FE99-2D47-BA98-02C0FA5F42B9}" srcId="{6B227566-7FD0-D74D-8F37-12E85077E380}" destId="{28795907-B27A-BC47-BDA9-8F8D3E36FDD0}" srcOrd="0" destOrd="0" parTransId="{9F845B26-E898-6C41-831B-1ADED06D2884}" sibTransId="{FE6CC05F-C3B9-964D-925A-16E5E6A0DC8E}"/>
    <dgm:cxn modelId="{61D87530-21BD-604B-9560-8480CC6DA860}" type="presOf" srcId="{13B61326-D170-2643-A353-D3386F767504}" destId="{92C3B785-DCC3-7146-BFB8-659299C2EE40}" srcOrd="1" destOrd="0" presId="urn:microsoft.com/office/officeart/2005/8/layout/hierarchy2"/>
    <dgm:cxn modelId="{61FA129D-77F2-7249-B077-954A0D815B2D}" srcId="{28795907-B27A-BC47-BDA9-8F8D3E36FDD0}" destId="{3B87D46E-F963-C84C-8563-487F427D8700}" srcOrd="1" destOrd="0" parTransId="{8E3F8721-1923-2440-9F06-B5BE979B5D4E}" sibTransId="{449840F8-90B6-D842-B558-81EA964A9082}"/>
    <dgm:cxn modelId="{9E2C01AA-93CC-954D-AEEE-FCE02F25E10C}" srcId="{28795907-B27A-BC47-BDA9-8F8D3E36FDD0}" destId="{D9F81080-DC62-6241-BF3C-B95F12D0ADA7}" srcOrd="0" destOrd="0" parTransId="{13B61326-D170-2643-A353-D3386F767504}" sibTransId="{6BB35BE7-DD98-3B45-BACB-35D870332093}"/>
    <dgm:cxn modelId="{352555BC-6EA4-EA4F-BF55-EF9EAFD136D7}" type="presOf" srcId="{7D580402-04C7-C745-9C1B-CD91305B5630}" destId="{22C73F43-3EF9-0844-B5E6-B9BD047C0FD4}" srcOrd="0" destOrd="0" presId="urn:microsoft.com/office/officeart/2005/8/layout/hierarchy2"/>
    <dgm:cxn modelId="{5060D7E6-C2F3-DE42-B525-9DDDD2A97F0E}" type="presParOf" srcId="{22C73F43-3EF9-0844-B5E6-B9BD047C0FD4}" destId="{D9280D83-CAB1-9E42-A595-DE6AFD9DA07B}" srcOrd="0" destOrd="0" presId="urn:microsoft.com/office/officeart/2005/8/layout/hierarchy2"/>
    <dgm:cxn modelId="{6AD60208-7D24-994D-A6E7-D16CA6CDBBCB}" type="presParOf" srcId="{D9280D83-CAB1-9E42-A595-DE6AFD9DA07B}" destId="{A09A9108-445B-0943-B14C-76334F0BB593}" srcOrd="0" destOrd="0" presId="urn:microsoft.com/office/officeart/2005/8/layout/hierarchy2"/>
    <dgm:cxn modelId="{0BE054EE-F8B6-3F4F-A659-2288679A80AD}" type="presParOf" srcId="{D9280D83-CAB1-9E42-A595-DE6AFD9DA07B}" destId="{6B898DB1-F504-6E44-9B5B-EE0EDBEEEDFD}" srcOrd="1" destOrd="0" presId="urn:microsoft.com/office/officeart/2005/8/layout/hierarchy2"/>
    <dgm:cxn modelId="{1CF440E9-553C-5D4B-B885-EA541CE6FD1A}" type="presParOf" srcId="{6B898DB1-F504-6E44-9B5B-EE0EDBEEEDFD}" destId="{93B80796-E9C0-9747-AC8B-2F143B284899}" srcOrd="0" destOrd="0" presId="urn:microsoft.com/office/officeart/2005/8/layout/hierarchy2"/>
    <dgm:cxn modelId="{3CE0487C-726E-9643-B1E2-F93CDA5A232B}" type="presParOf" srcId="{93B80796-E9C0-9747-AC8B-2F143B284899}" destId="{4963C35A-04FB-8948-B1CA-411E2122C4B3}" srcOrd="0" destOrd="0" presId="urn:microsoft.com/office/officeart/2005/8/layout/hierarchy2"/>
    <dgm:cxn modelId="{57A0990C-6DF4-1041-B630-26A57A2E1546}" type="presParOf" srcId="{6B898DB1-F504-6E44-9B5B-EE0EDBEEEDFD}" destId="{9BF5F01D-4AFD-0547-9D1A-2B2FA611F08A}" srcOrd="1" destOrd="0" presId="urn:microsoft.com/office/officeart/2005/8/layout/hierarchy2"/>
    <dgm:cxn modelId="{BF5F3F2B-04FC-6349-A2B2-3BB9DC729C19}" type="presParOf" srcId="{9BF5F01D-4AFD-0547-9D1A-2B2FA611F08A}" destId="{0514F14E-34DC-9946-B58F-8D59E1B1B4C0}" srcOrd="0" destOrd="0" presId="urn:microsoft.com/office/officeart/2005/8/layout/hierarchy2"/>
    <dgm:cxn modelId="{91BBC77E-DE76-0E43-841B-70CF683FFAD2}" type="presParOf" srcId="{9BF5F01D-4AFD-0547-9D1A-2B2FA611F08A}" destId="{B355CABA-88EF-E745-83E5-B1EF4BEA43F2}" srcOrd="1" destOrd="0" presId="urn:microsoft.com/office/officeart/2005/8/layout/hierarchy2"/>
    <dgm:cxn modelId="{8DF06258-C2DA-D542-9887-992812C51388}" type="presParOf" srcId="{B355CABA-88EF-E745-83E5-B1EF4BEA43F2}" destId="{59599250-3AC1-E34D-9674-6D784FC5A7DE}" srcOrd="0" destOrd="0" presId="urn:microsoft.com/office/officeart/2005/8/layout/hierarchy2"/>
    <dgm:cxn modelId="{D4AEBEBC-9A3C-B549-AC6A-1B6BE503FD3B}" type="presParOf" srcId="{59599250-3AC1-E34D-9674-6D784FC5A7DE}" destId="{92C3B785-DCC3-7146-BFB8-659299C2EE40}" srcOrd="0" destOrd="0" presId="urn:microsoft.com/office/officeart/2005/8/layout/hierarchy2"/>
    <dgm:cxn modelId="{C8471C0F-8C5B-D64F-9745-F39F51822F4A}" type="presParOf" srcId="{B355CABA-88EF-E745-83E5-B1EF4BEA43F2}" destId="{8F77ADC9-7F79-A04A-8B92-34AABEA8A7EB}" srcOrd="1" destOrd="0" presId="urn:microsoft.com/office/officeart/2005/8/layout/hierarchy2"/>
    <dgm:cxn modelId="{1ACD2BD9-D917-9943-8E5A-B4B6079AF55D}" type="presParOf" srcId="{8F77ADC9-7F79-A04A-8B92-34AABEA8A7EB}" destId="{47975D70-9A69-034A-90BC-BB1BC8030729}" srcOrd="0" destOrd="0" presId="urn:microsoft.com/office/officeart/2005/8/layout/hierarchy2"/>
    <dgm:cxn modelId="{C789F9CB-299A-5C47-80FF-1E1F97C53A5D}" type="presParOf" srcId="{8F77ADC9-7F79-A04A-8B92-34AABEA8A7EB}" destId="{80FB3344-004D-E147-A4B5-8EA439FD7CFB}" srcOrd="1" destOrd="0" presId="urn:microsoft.com/office/officeart/2005/8/layout/hierarchy2"/>
    <dgm:cxn modelId="{A7D28707-0CA3-2C42-AF8A-9F2E73C7A1D0}" type="presParOf" srcId="{B355CABA-88EF-E745-83E5-B1EF4BEA43F2}" destId="{56F0BB8B-2CA6-7B47-942A-E97FCA3A4F5E}" srcOrd="2" destOrd="0" presId="urn:microsoft.com/office/officeart/2005/8/layout/hierarchy2"/>
    <dgm:cxn modelId="{505ACF7E-475E-DA41-A9F7-3437BAF6A4E7}" type="presParOf" srcId="{56F0BB8B-2CA6-7B47-942A-E97FCA3A4F5E}" destId="{589DDF59-2B2D-0E4E-9BD4-432A92F4EBF0}" srcOrd="0" destOrd="0" presId="urn:microsoft.com/office/officeart/2005/8/layout/hierarchy2"/>
    <dgm:cxn modelId="{F13C316F-DC1E-854E-89BA-7A6ABFAE1497}" type="presParOf" srcId="{B355CABA-88EF-E745-83E5-B1EF4BEA43F2}" destId="{1848ACC6-466B-7245-8D13-4BB674A1A955}" srcOrd="3" destOrd="0" presId="urn:microsoft.com/office/officeart/2005/8/layout/hierarchy2"/>
    <dgm:cxn modelId="{821434A3-BDF9-B749-ACFD-5D1913FE4CB0}" type="presParOf" srcId="{1848ACC6-466B-7245-8D13-4BB674A1A955}" destId="{4211350B-12B3-6E43-8725-1AF82068F9DC}" srcOrd="0" destOrd="0" presId="urn:microsoft.com/office/officeart/2005/8/layout/hierarchy2"/>
    <dgm:cxn modelId="{14DC7296-D571-1142-8113-BD70DB0DD69A}" type="presParOf" srcId="{1848ACC6-466B-7245-8D13-4BB674A1A955}" destId="{7A7CFDBF-BCBA-F246-919F-C02F490E88F7}" srcOrd="1" destOrd="0" presId="urn:microsoft.com/office/officeart/2005/8/layout/hierarchy2"/>
    <dgm:cxn modelId="{02B32CC9-E601-1C43-A4F4-1694556BB913}" type="presParOf" srcId="{6B898DB1-F504-6E44-9B5B-EE0EDBEEEDFD}" destId="{AE310975-1EAE-0342-B54D-723F45FA2C5C}" srcOrd="2" destOrd="0" presId="urn:microsoft.com/office/officeart/2005/8/layout/hierarchy2"/>
    <dgm:cxn modelId="{6EB74C76-6CC7-144D-B6B4-D3E89D760E12}" type="presParOf" srcId="{AE310975-1EAE-0342-B54D-723F45FA2C5C}" destId="{AD3E6A7C-9434-4F4A-A92C-4E824A23813B}" srcOrd="0" destOrd="0" presId="urn:microsoft.com/office/officeart/2005/8/layout/hierarchy2"/>
    <dgm:cxn modelId="{04E2F037-7602-E44C-9802-3838E71E401A}" type="presParOf" srcId="{6B898DB1-F504-6E44-9B5B-EE0EDBEEEDFD}" destId="{7707BA88-70F5-E548-A5E5-3B36164CBE47}" srcOrd="3" destOrd="0" presId="urn:microsoft.com/office/officeart/2005/8/layout/hierarchy2"/>
    <dgm:cxn modelId="{63A0106E-7581-0C4C-9AC7-F4260B8E2784}" type="presParOf" srcId="{7707BA88-70F5-E548-A5E5-3B36164CBE47}" destId="{69E4AC8B-5E68-264E-8CF3-22FA2ECB121A}" srcOrd="0" destOrd="0" presId="urn:microsoft.com/office/officeart/2005/8/layout/hierarchy2"/>
    <dgm:cxn modelId="{F5C147E2-3390-5E4A-9076-4EE20A8C595D}" type="presParOf" srcId="{7707BA88-70F5-E548-A5E5-3B36164CBE47}" destId="{6221E2C9-E3D1-CE48-B101-96D6D3168C77}" srcOrd="1" destOrd="0" presId="urn:microsoft.com/office/officeart/2005/8/layout/hierarchy2"/>
    <dgm:cxn modelId="{034606E2-8216-4648-A530-63EDAC29BDD6}" type="presParOf" srcId="{6221E2C9-E3D1-CE48-B101-96D6D3168C77}" destId="{B9D50EE2-1D2A-4B49-A87A-1B1B2B805BEC}" srcOrd="0" destOrd="0" presId="urn:microsoft.com/office/officeart/2005/8/layout/hierarchy2"/>
    <dgm:cxn modelId="{ADC8C9CE-209C-4844-8218-2F73810C9537}" type="presParOf" srcId="{B9D50EE2-1D2A-4B49-A87A-1B1B2B805BEC}" destId="{EEE55BB6-8440-1F46-9203-4FEF3249B316}" srcOrd="0" destOrd="0" presId="urn:microsoft.com/office/officeart/2005/8/layout/hierarchy2"/>
    <dgm:cxn modelId="{516C86F2-6E4A-6F43-879B-FE454454CE53}" type="presParOf" srcId="{6221E2C9-E3D1-CE48-B101-96D6D3168C77}" destId="{DAEAB76E-F670-D145-A7D9-92C40346B8DB}" srcOrd="1" destOrd="0" presId="urn:microsoft.com/office/officeart/2005/8/layout/hierarchy2"/>
    <dgm:cxn modelId="{9F17A243-908A-574D-975E-1C154C26F951}" type="presParOf" srcId="{DAEAB76E-F670-D145-A7D9-92C40346B8DB}" destId="{99BDFFCB-5C75-D84A-8177-9B2895E35754}" srcOrd="0" destOrd="0" presId="urn:microsoft.com/office/officeart/2005/8/layout/hierarchy2"/>
    <dgm:cxn modelId="{683DC708-74AB-114D-A32D-15256C92CC2A}" type="presParOf" srcId="{DAEAB76E-F670-D145-A7D9-92C40346B8DB}" destId="{CA01B454-6B32-5743-BF5A-89E7CD395F39}" srcOrd="1" destOrd="0" presId="urn:microsoft.com/office/officeart/2005/8/layout/hierarchy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2EECAFA-B66E-8148-8F63-59E4A54CF990}" type="doc">
      <dgm:prSet loTypeId="urn:microsoft.com/office/officeart/2005/8/layout/vList5" loCatId="" qsTypeId="urn:microsoft.com/office/officeart/2005/8/quickstyle/simple4" qsCatId="simple" csTypeId="urn:microsoft.com/office/officeart/2005/8/colors/accent1_2" csCatId="accent1" phldr="1"/>
      <dgm:spPr/>
      <dgm:t>
        <a:bodyPr/>
        <a:lstStyle/>
        <a:p>
          <a:endParaRPr lang="zh-CN" altLang="en-US"/>
        </a:p>
      </dgm:t>
    </dgm:pt>
    <dgm:pt modelId="{B6C2717C-CAD6-1146-B975-AFB029618C8D}">
      <dgm:prSet phldrT="[文本]"/>
      <dgm:spPr/>
      <dgm:t>
        <a:bodyPr/>
        <a:lstStyle/>
        <a:p>
          <a:r>
            <a:rPr lang="zh-CN" altLang="en-US" dirty="0" smtClean="0"/>
            <a:t>含义</a:t>
          </a:r>
          <a:endParaRPr lang="zh-CN" altLang="en-US" dirty="0"/>
        </a:p>
      </dgm:t>
    </dgm:pt>
    <dgm:pt modelId="{46CA4C96-8FC1-DC4A-B47D-5486234FA787}" cxnId="{54F21AD9-69D4-2646-84E9-70970861892D}" type="parTrans">
      <dgm:prSet/>
      <dgm:spPr/>
      <dgm:t>
        <a:bodyPr/>
        <a:lstStyle/>
        <a:p>
          <a:endParaRPr lang="zh-CN" altLang="en-US"/>
        </a:p>
      </dgm:t>
    </dgm:pt>
    <dgm:pt modelId="{ED9BF3FD-DFB6-0144-9EB5-F6BF9319F776}" cxnId="{54F21AD9-69D4-2646-84E9-70970861892D}" type="sibTrans">
      <dgm:prSet/>
      <dgm:spPr/>
      <dgm:t>
        <a:bodyPr/>
        <a:lstStyle/>
        <a:p>
          <a:endParaRPr lang="zh-CN" altLang="en-US"/>
        </a:p>
      </dgm:t>
    </dgm:pt>
    <dgm:pt modelId="{AEE06684-5024-B744-953C-C85302A342C8}">
      <dgm:prSet phldrT="[文本]"/>
      <dgm:spPr/>
      <dgm:t>
        <a:bodyPr/>
        <a:lstStyle/>
        <a:p>
          <a:r>
            <a:rPr lang="zh-CN" altLang="en-US" b="0" i="0" u="none" strike="noStrike" dirty="0" smtClean="0">
              <a:solidFill>
                <a:schemeClr val="tx1"/>
              </a:solidFill>
              <a:effectLst/>
              <a:latin typeface="+mn-lt"/>
              <a:ea typeface="+mn-ea"/>
              <a:cs typeface="+mn-cs"/>
            </a:rPr>
            <a:t>派生定密，是指机关、单位对执行或者办理已定密事项所产生的国家秘密，依法确定、变更和解除的活动。</a:t>
          </a:r>
          <a:endParaRPr lang="zh-CN" altLang="en-US" dirty="0"/>
        </a:p>
      </dgm:t>
    </dgm:pt>
    <dgm:pt modelId="{385FEDCD-01D9-6540-B901-9BCA4EC44EC4}" cxnId="{2E6B23A0-FB15-AA49-B78E-8C015AF26DDE}" type="parTrans">
      <dgm:prSet/>
      <dgm:spPr/>
      <dgm:t>
        <a:bodyPr/>
        <a:lstStyle/>
        <a:p>
          <a:endParaRPr lang="zh-CN" altLang="en-US"/>
        </a:p>
      </dgm:t>
    </dgm:pt>
    <dgm:pt modelId="{DA84E580-67DC-DF49-9D44-BFB0AF2C7D8E}" cxnId="{2E6B23A0-FB15-AA49-B78E-8C015AF26DDE}" type="sibTrans">
      <dgm:prSet/>
      <dgm:spPr/>
      <dgm:t>
        <a:bodyPr/>
        <a:lstStyle/>
        <a:p>
          <a:endParaRPr lang="zh-CN" altLang="en-US"/>
        </a:p>
      </dgm:t>
    </dgm:pt>
    <dgm:pt modelId="{52C90356-CAAA-4C41-8344-C80A4D52F930}">
      <dgm:prSet phldrT="[文本]"/>
      <dgm:spPr/>
      <dgm:t>
        <a:bodyPr/>
        <a:lstStyle/>
        <a:p>
          <a:r>
            <a:rPr lang="zh-CN" altLang="en-US" dirty="0" smtClean="0"/>
            <a:t>权限</a:t>
          </a:r>
          <a:endParaRPr lang="zh-CN" altLang="en-US" dirty="0"/>
        </a:p>
      </dgm:t>
    </dgm:pt>
    <dgm:pt modelId="{F3AA6388-11CC-B647-AD0D-F28F7FB57183}" cxnId="{FDD4D587-5E58-544A-8A39-FBE368006976}" type="parTrans">
      <dgm:prSet/>
      <dgm:spPr/>
      <dgm:t>
        <a:bodyPr/>
        <a:lstStyle/>
        <a:p>
          <a:endParaRPr lang="zh-CN" altLang="en-US"/>
        </a:p>
      </dgm:t>
    </dgm:pt>
    <dgm:pt modelId="{DB660659-803D-AC47-956B-4A233FBA9D01}" cxnId="{FDD4D587-5E58-544A-8A39-FBE368006976}" type="sibTrans">
      <dgm:prSet/>
      <dgm:spPr/>
      <dgm:t>
        <a:bodyPr/>
        <a:lstStyle/>
        <a:p>
          <a:endParaRPr lang="zh-CN" altLang="en-US"/>
        </a:p>
      </dgm:t>
    </dgm:pt>
    <dgm:pt modelId="{1C5EC28C-7F21-1D4C-B684-D83BC77EABA5}">
      <dgm:prSet phldrT="[文本]"/>
      <dgm:spPr/>
      <dgm:t>
        <a:bodyPr/>
        <a:lstStyle/>
        <a:p>
          <a:r>
            <a:rPr lang="zh-CN" altLang="en-US" dirty="0" smtClean="0"/>
            <a:t>不受定密权限限制</a:t>
          </a:r>
          <a:endParaRPr lang="zh-CN" altLang="en-US" dirty="0"/>
        </a:p>
      </dgm:t>
    </dgm:pt>
    <dgm:pt modelId="{FDC16F1D-01F0-E943-96A7-8CEE00A2953A}" cxnId="{B00B9B23-1ECE-954B-89B4-2994689CA04A}" type="parTrans">
      <dgm:prSet/>
      <dgm:spPr/>
      <dgm:t>
        <a:bodyPr/>
        <a:lstStyle/>
        <a:p>
          <a:endParaRPr lang="zh-CN" altLang="en-US"/>
        </a:p>
      </dgm:t>
    </dgm:pt>
    <dgm:pt modelId="{5C7E4604-359D-794C-A5FE-513A28870745}" cxnId="{B00B9B23-1ECE-954B-89B4-2994689CA04A}" type="sibTrans">
      <dgm:prSet/>
      <dgm:spPr/>
      <dgm:t>
        <a:bodyPr/>
        <a:lstStyle/>
        <a:p>
          <a:endParaRPr lang="zh-CN" altLang="en-US"/>
        </a:p>
      </dgm:t>
    </dgm:pt>
    <dgm:pt modelId="{B7E40D81-4AF1-6442-87C1-F165C58EB990}">
      <dgm:prSet phldrT="[文本]"/>
      <dgm:spPr/>
      <dgm:t>
        <a:bodyPr/>
        <a:lstStyle/>
        <a:p>
          <a:r>
            <a:rPr lang="zh-CN" altLang="en-US" dirty="0" smtClean="0"/>
            <a:t>只要是国家秘密事项知悉范围或执行范围内的机关、单位</a:t>
          </a:r>
          <a:endParaRPr lang="zh-CN" altLang="en-US" dirty="0"/>
        </a:p>
      </dgm:t>
    </dgm:pt>
    <dgm:pt modelId="{6F74DE1E-5B55-D54A-84F1-848889E5273C}" cxnId="{387926F8-9B8F-8247-BE6B-5A3020E8FBE5}" type="parTrans">
      <dgm:prSet/>
      <dgm:spPr/>
      <dgm:t>
        <a:bodyPr/>
        <a:lstStyle/>
        <a:p>
          <a:endParaRPr lang="zh-CN" altLang="en-US"/>
        </a:p>
      </dgm:t>
    </dgm:pt>
    <dgm:pt modelId="{5BABFFAC-D900-6A41-9B9E-F4773650F035}" cxnId="{387926F8-9B8F-8247-BE6B-5A3020E8FBE5}" type="sibTrans">
      <dgm:prSet/>
      <dgm:spPr/>
      <dgm:t>
        <a:bodyPr/>
        <a:lstStyle/>
        <a:p>
          <a:endParaRPr lang="zh-CN" altLang="en-US"/>
        </a:p>
      </dgm:t>
    </dgm:pt>
    <dgm:pt modelId="{0E9E22E7-0F98-2C47-83A2-D6082FC49DAA}">
      <dgm:prSet phldrT="[文本]"/>
      <dgm:spPr/>
      <dgm:t>
        <a:bodyPr/>
        <a:lstStyle/>
        <a:p>
          <a:r>
            <a:rPr lang="zh-CN" altLang="en-US" dirty="0" smtClean="0"/>
            <a:t>依据</a:t>
          </a:r>
          <a:endParaRPr lang="zh-CN" altLang="en-US" dirty="0"/>
        </a:p>
      </dgm:t>
    </dgm:pt>
    <dgm:pt modelId="{63C03DB1-2304-B24A-871F-E14AE55A3E5B}" cxnId="{9C879E19-75D6-0A49-9B19-E03C8F9E98A1}" type="parTrans">
      <dgm:prSet/>
      <dgm:spPr/>
      <dgm:t>
        <a:bodyPr/>
        <a:lstStyle/>
        <a:p>
          <a:endParaRPr lang="zh-CN" altLang="en-US"/>
        </a:p>
      </dgm:t>
    </dgm:pt>
    <dgm:pt modelId="{C838B62A-4D36-344A-9B6B-44CB25D08B31}" cxnId="{9C879E19-75D6-0A49-9B19-E03C8F9E98A1}" type="sibTrans">
      <dgm:prSet/>
      <dgm:spPr/>
      <dgm:t>
        <a:bodyPr/>
        <a:lstStyle/>
        <a:p>
          <a:endParaRPr lang="zh-CN" altLang="en-US"/>
        </a:p>
      </dgm:t>
    </dgm:pt>
    <dgm:pt modelId="{BE78A49A-24D1-2F45-818D-F8945C98B845}">
      <dgm:prSet phldrT="[文本]"/>
      <dgm:spPr/>
      <dgm:t>
        <a:bodyPr/>
        <a:lstStyle/>
        <a:p>
          <a:r>
            <a:rPr lang="zh-CN" altLang="en-US" dirty="0" smtClean="0"/>
            <a:t>不需要依据保密事项范围</a:t>
          </a:r>
          <a:endParaRPr lang="zh-CN" altLang="en-US" dirty="0"/>
        </a:p>
      </dgm:t>
    </dgm:pt>
    <dgm:pt modelId="{3ABD9465-7EBB-1140-BD8E-CAFA3BA19A83}" cxnId="{4DC81D54-4C57-AC44-93AD-0F489961BACC}" type="parTrans">
      <dgm:prSet/>
      <dgm:spPr/>
      <dgm:t>
        <a:bodyPr/>
        <a:lstStyle/>
        <a:p>
          <a:endParaRPr lang="zh-CN" altLang="en-US"/>
        </a:p>
      </dgm:t>
    </dgm:pt>
    <dgm:pt modelId="{B5197B7C-77F1-2142-9609-32E047B3314A}" cxnId="{4DC81D54-4C57-AC44-93AD-0F489961BACC}" type="sibTrans">
      <dgm:prSet/>
      <dgm:spPr/>
      <dgm:t>
        <a:bodyPr/>
        <a:lstStyle/>
        <a:p>
          <a:endParaRPr lang="zh-CN" altLang="en-US"/>
        </a:p>
      </dgm:t>
    </dgm:pt>
    <dgm:pt modelId="{7A182ADA-1579-E743-BFC5-2A23C437ECDF}">
      <dgm:prSet phldrT="[文本]"/>
      <dgm:spPr/>
      <dgm:t>
        <a:bodyPr/>
        <a:lstStyle/>
        <a:p>
          <a:r>
            <a:rPr lang="zh-CN" altLang="en-US" dirty="0" smtClean="0"/>
            <a:t>所执行、使用和办理的国家秘密事项的定密结果</a:t>
          </a:r>
          <a:endParaRPr lang="zh-CN" altLang="en-US" dirty="0"/>
        </a:p>
      </dgm:t>
    </dgm:pt>
    <dgm:pt modelId="{F21BA62E-3C58-E841-8957-63CB1969A6BD}" cxnId="{DF843545-DECF-E647-BAB5-6168D091B3C3}" type="parTrans">
      <dgm:prSet/>
      <dgm:spPr/>
      <dgm:t>
        <a:bodyPr/>
        <a:lstStyle/>
        <a:p>
          <a:endParaRPr lang="zh-CN" altLang="en-US"/>
        </a:p>
      </dgm:t>
    </dgm:pt>
    <dgm:pt modelId="{0FACC873-3A12-1B42-BD70-2D2CC32D6275}" cxnId="{DF843545-DECF-E647-BAB5-6168D091B3C3}" type="sibTrans">
      <dgm:prSet/>
      <dgm:spPr/>
      <dgm:t>
        <a:bodyPr/>
        <a:lstStyle/>
        <a:p>
          <a:endParaRPr lang="zh-CN" altLang="en-US"/>
        </a:p>
      </dgm:t>
    </dgm:pt>
    <dgm:pt modelId="{B27A7566-8415-9348-90D1-7BA3A52DFD5E}">
      <dgm:prSet/>
      <dgm:spPr/>
      <dgm:t>
        <a:bodyPr/>
        <a:lstStyle/>
        <a:p>
          <a:r>
            <a:rPr lang="zh-CN" altLang="en-US" dirty="0" smtClean="0"/>
            <a:t>程序</a:t>
          </a:r>
          <a:endParaRPr lang="zh-CN" altLang="en-US" dirty="0"/>
        </a:p>
      </dgm:t>
    </dgm:pt>
    <dgm:pt modelId="{D9089444-E6C2-BE42-A567-B3103D0A1B1F}" cxnId="{FEBB4770-A21A-DC4D-A966-6F257252E471}" type="parTrans">
      <dgm:prSet/>
      <dgm:spPr/>
      <dgm:t>
        <a:bodyPr/>
        <a:lstStyle/>
        <a:p>
          <a:endParaRPr lang="zh-CN" altLang="en-US"/>
        </a:p>
      </dgm:t>
    </dgm:pt>
    <dgm:pt modelId="{1AE9D2A0-8C60-7B43-AD51-467E9FE6EBDE}" cxnId="{FEBB4770-A21A-DC4D-A966-6F257252E471}" type="sibTrans">
      <dgm:prSet/>
      <dgm:spPr/>
      <dgm:t>
        <a:bodyPr/>
        <a:lstStyle/>
        <a:p>
          <a:endParaRPr lang="zh-CN" altLang="en-US"/>
        </a:p>
      </dgm:t>
    </dgm:pt>
    <dgm:pt modelId="{905B7A91-932D-8740-B6E0-28A3CA7C3E4B}">
      <dgm:prSet/>
      <dgm:spPr/>
      <dgm:t>
        <a:bodyPr/>
        <a:lstStyle/>
        <a:p>
          <a:r>
            <a:rPr lang="zh-CN" altLang="en-US" dirty="0" smtClean="0"/>
            <a:t>与原始定密程序基本相同</a:t>
          </a:r>
          <a:endParaRPr lang="zh-CN" altLang="en-US" dirty="0"/>
        </a:p>
      </dgm:t>
    </dgm:pt>
    <dgm:pt modelId="{DFA079C5-9519-874C-8B86-462B64EA75DA}" cxnId="{A0009FE0-6646-9743-AEE9-BC3E95700E72}" type="parTrans">
      <dgm:prSet/>
      <dgm:spPr/>
      <dgm:t>
        <a:bodyPr/>
        <a:lstStyle/>
        <a:p>
          <a:endParaRPr lang="zh-CN" altLang="en-US"/>
        </a:p>
      </dgm:t>
    </dgm:pt>
    <dgm:pt modelId="{E487A9C3-FC41-FD4E-A7E7-8262BDDEB2F3}" cxnId="{A0009FE0-6646-9743-AEE9-BC3E95700E72}" type="sibTrans">
      <dgm:prSet/>
      <dgm:spPr/>
      <dgm:t>
        <a:bodyPr/>
        <a:lstStyle/>
        <a:p>
          <a:endParaRPr lang="zh-CN" altLang="en-US"/>
        </a:p>
      </dgm:t>
    </dgm:pt>
    <dgm:pt modelId="{F54884ED-BDE5-1346-A785-9BC43B9BFC0A}">
      <dgm:prSet/>
      <dgm:spPr/>
      <dgm:t>
        <a:bodyPr/>
        <a:lstStyle/>
        <a:p>
          <a:r>
            <a:rPr lang="zh-CN" altLang="en-US" dirty="0" smtClean="0"/>
            <a:t>除了定密依据不同</a:t>
          </a:r>
          <a:endParaRPr lang="zh-CN" altLang="en-US" dirty="0"/>
        </a:p>
      </dgm:t>
    </dgm:pt>
    <dgm:pt modelId="{5FA4CEE0-C673-9A47-8036-0335C4B1EA9B}" cxnId="{A7426305-97D8-0F42-9BE4-329C562DD017}" type="parTrans">
      <dgm:prSet/>
      <dgm:spPr/>
    </dgm:pt>
    <dgm:pt modelId="{8235C868-BE45-B545-A29B-C52E2F7E00E4}" cxnId="{A7426305-97D8-0F42-9BE4-329C562DD017}" type="sibTrans">
      <dgm:prSet/>
      <dgm:spPr/>
    </dgm:pt>
    <dgm:pt modelId="{ABDF7B42-D546-574E-BFFD-2C56F970248A}" type="pres">
      <dgm:prSet presAssocID="{22EECAFA-B66E-8148-8F63-59E4A54CF990}" presName="Name0" presStyleCnt="0">
        <dgm:presLayoutVars>
          <dgm:dir/>
          <dgm:animLvl val="lvl"/>
          <dgm:resizeHandles val="exact"/>
        </dgm:presLayoutVars>
      </dgm:prSet>
      <dgm:spPr/>
      <dgm:t>
        <a:bodyPr/>
        <a:lstStyle/>
        <a:p>
          <a:endParaRPr lang="zh-CN" altLang="en-US"/>
        </a:p>
      </dgm:t>
    </dgm:pt>
    <dgm:pt modelId="{8FF0E68E-723E-3849-802A-B8756700E7B2}" type="pres">
      <dgm:prSet presAssocID="{B6C2717C-CAD6-1146-B975-AFB029618C8D}" presName="linNode" presStyleCnt="0"/>
      <dgm:spPr/>
    </dgm:pt>
    <dgm:pt modelId="{416E291C-1DB7-6C43-9FDB-37C00AECACD6}" type="pres">
      <dgm:prSet presAssocID="{B6C2717C-CAD6-1146-B975-AFB029618C8D}" presName="parentText" presStyleLbl="node1" presStyleIdx="0" presStyleCnt="4">
        <dgm:presLayoutVars>
          <dgm:chMax val="1"/>
          <dgm:bulletEnabled val="1"/>
        </dgm:presLayoutVars>
      </dgm:prSet>
      <dgm:spPr/>
      <dgm:t>
        <a:bodyPr/>
        <a:lstStyle/>
        <a:p>
          <a:endParaRPr lang="zh-CN" altLang="en-US"/>
        </a:p>
      </dgm:t>
    </dgm:pt>
    <dgm:pt modelId="{1AB5BE4E-8980-3C47-AF68-4FF72C281332}" type="pres">
      <dgm:prSet presAssocID="{B6C2717C-CAD6-1146-B975-AFB029618C8D}" presName="descendantText" presStyleLbl="alignAccFollowNode1" presStyleIdx="0" presStyleCnt="4">
        <dgm:presLayoutVars>
          <dgm:bulletEnabled val="1"/>
        </dgm:presLayoutVars>
      </dgm:prSet>
      <dgm:spPr/>
      <dgm:t>
        <a:bodyPr/>
        <a:lstStyle/>
        <a:p>
          <a:endParaRPr lang="zh-CN" altLang="en-US"/>
        </a:p>
      </dgm:t>
    </dgm:pt>
    <dgm:pt modelId="{331ED0A2-1333-614D-8FE7-62B4FB8E1094}" type="pres">
      <dgm:prSet presAssocID="{ED9BF3FD-DFB6-0144-9EB5-F6BF9319F776}" presName="sp" presStyleCnt="0"/>
      <dgm:spPr/>
    </dgm:pt>
    <dgm:pt modelId="{A56C9339-3E5F-764E-B700-401C5FA3E924}" type="pres">
      <dgm:prSet presAssocID="{52C90356-CAAA-4C41-8344-C80A4D52F930}" presName="linNode" presStyleCnt="0"/>
      <dgm:spPr/>
    </dgm:pt>
    <dgm:pt modelId="{10A4B4C4-9524-9F49-95BE-E0E99036031F}" type="pres">
      <dgm:prSet presAssocID="{52C90356-CAAA-4C41-8344-C80A4D52F930}" presName="parentText" presStyleLbl="node1" presStyleIdx="1" presStyleCnt="4">
        <dgm:presLayoutVars>
          <dgm:chMax val="1"/>
          <dgm:bulletEnabled val="1"/>
        </dgm:presLayoutVars>
      </dgm:prSet>
      <dgm:spPr/>
      <dgm:t>
        <a:bodyPr/>
        <a:lstStyle/>
        <a:p>
          <a:endParaRPr lang="zh-CN" altLang="en-US"/>
        </a:p>
      </dgm:t>
    </dgm:pt>
    <dgm:pt modelId="{93ED61A2-7D4A-A642-A51F-1EB03658FA07}" type="pres">
      <dgm:prSet presAssocID="{52C90356-CAAA-4C41-8344-C80A4D52F930}" presName="descendantText" presStyleLbl="alignAccFollowNode1" presStyleIdx="1" presStyleCnt="4">
        <dgm:presLayoutVars>
          <dgm:bulletEnabled val="1"/>
        </dgm:presLayoutVars>
      </dgm:prSet>
      <dgm:spPr/>
      <dgm:t>
        <a:bodyPr/>
        <a:lstStyle/>
        <a:p>
          <a:endParaRPr lang="zh-CN" altLang="en-US"/>
        </a:p>
      </dgm:t>
    </dgm:pt>
    <dgm:pt modelId="{0C7F5B8D-98D0-F04B-83FD-269D66E99EB0}" type="pres">
      <dgm:prSet presAssocID="{DB660659-803D-AC47-956B-4A233FBA9D01}" presName="sp" presStyleCnt="0"/>
      <dgm:spPr/>
    </dgm:pt>
    <dgm:pt modelId="{680B34F3-0C58-3848-BA04-C9A13CD76960}" type="pres">
      <dgm:prSet presAssocID="{0E9E22E7-0F98-2C47-83A2-D6082FC49DAA}" presName="linNode" presStyleCnt="0"/>
      <dgm:spPr/>
    </dgm:pt>
    <dgm:pt modelId="{80C897F9-5C13-3B45-AB42-67DA1C2ED755}" type="pres">
      <dgm:prSet presAssocID="{0E9E22E7-0F98-2C47-83A2-D6082FC49DAA}" presName="parentText" presStyleLbl="node1" presStyleIdx="2" presStyleCnt="4">
        <dgm:presLayoutVars>
          <dgm:chMax val="1"/>
          <dgm:bulletEnabled val="1"/>
        </dgm:presLayoutVars>
      </dgm:prSet>
      <dgm:spPr/>
      <dgm:t>
        <a:bodyPr/>
        <a:lstStyle/>
        <a:p>
          <a:endParaRPr lang="zh-CN" altLang="en-US"/>
        </a:p>
      </dgm:t>
    </dgm:pt>
    <dgm:pt modelId="{78673B60-EADF-A44F-8EA1-6C7B50A13E91}" type="pres">
      <dgm:prSet presAssocID="{0E9E22E7-0F98-2C47-83A2-D6082FC49DAA}" presName="descendantText" presStyleLbl="alignAccFollowNode1" presStyleIdx="2" presStyleCnt="4">
        <dgm:presLayoutVars>
          <dgm:bulletEnabled val="1"/>
        </dgm:presLayoutVars>
      </dgm:prSet>
      <dgm:spPr/>
      <dgm:t>
        <a:bodyPr/>
        <a:lstStyle/>
        <a:p>
          <a:endParaRPr lang="zh-CN" altLang="en-US"/>
        </a:p>
      </dgm:t>
    </dgm:pt>
    <dgm:pt modelId="{5AB7032E-3C09-124B-B6BB-8F85EFD5CCF1}" type="pres">
      <dgm:prSet presAssocID="{C838B62A-4D36-344A-9B6B-44CB25D08B31}" presName="sp" presStyleCnt="0"/>
      <dgm:spPr/>
    </dgm:pt>
    <dgm:pt modelId="{F94C9664-8BB7-9241-815D-2C51D6BFAB9A}" type="pres">
      <dgm:prSet presAssocID="{B27A7566-8415-9348-90D1-7BA3A52DFD5E}" presName="linNode" presStyleCnt="0"/>
      <dgm:spPr/>
    </dgm:pt>
    <dgm:pt modelId="{F033DC80-DA20-974A-B450-5247C07EC4AE}" type="pres">
      <dgm:prSet presAssocID="{B27A7566-8415-9348-90D1-7BA3A52DFD5E}" presName="parentText" presStyleLbl="node1" presStyleIdx="3" presStyleCnt="4">
        <dgm:presLayoutVars>
          <dgm:chMax val="1"/>
          <dgm:bulletEnabled val="1"/>
        </dgm:presLayoutVars>
      </dgm:prSet>
      <dgm:spPr/>
      <dgm:t>
        <a:bodyPr/>
        <a:lstStyle/>
        <a:p>
          <a:endParaRPr lang="zh-CN" altLang="en-US"/>
        </a:p>
      </dgm:t>
    </dgm:pt>
    <dgm:pt modelId="{C300FD2C-3D20-A645-B959-A90C01061E60}" type="pres">
      <dgm:prSet presAssocID="{B27A7566-8415-9348-90D1-7BA3A52DFD5E}" presName="descendantText" presStyleLbl="alignAccFollowNode1" presStyleIdx="3" presStyleCnt="4">
        <dgm:presLayoutVars>
          <dgm:bulletEnabled val="1"/>
        </dgm:presLayoutVars>
      </dgm:prSet>
      <dgm:spPr/>
      <dgm:t>
        <a:bodyPr/>
        <a:lstStyle/>
        <a:p>
          <a:endParaRPr lang="zh-CN" altLang="en-US"/>
        </a:p>
      </dgm:t>
    </dgm:pt>
  </dgm:ptLst>
  <dgm:cxnLst>
    <dgm:cxn modelId="{975BFD3C-8774-8A45-AF88-0082D622BC64}" type="presOf" srcId="{22EECAFA-B66E-8148-8F63-59E4A54CF990}" destId="{ABDF7B42-D546-574E-BFFD-2C56F970248A}" srcOrd="0" destOrd="0" presId="urn:microsoft.com/office/officeart/2005/8/layout/vList5"/>
    <dgm:cxn modelId="{554CA08B-4479-E649-B54A-2F3F4DD1A618}" type="presOf" srcId="{0E9E22E7-0F98-2C47-83A2-D6082FC49DAA}" destId="{80C897F9-5C13-3B45-AB42-67DA1C2ED755}" srcOrd="0" destOrd="0" presId="urn:microsoft.com/office/officeart/2005/8/layout/vList5"/>
    <dgm:cxn modelId="{32CFC9BF-4523-1E41-95A0-C5BB27948AF2}" type="presOf" srcId="{1C5EC28C-7F21-1D4C-B684-D83BC77EABA5}" destId="{93ED61A2-7D4A-A642-A51F-1EB03658FA07}" srcOrd="0" destOrd="0" presId="urn:microsoft.com/office/officeart/2005/8/layout/vList5"/>
    <dgm:cxn modelId="{A0009FE0-6646-9743-AEE9-BC3E95700E72}" srcId="{B27A7566-8415-9348-90D1-7BA3A52DFD5E}" destId="{905B7A91-932D-8740-B6E0-28A3CA7C3E4B}" srcOrd="0" destOrd="0" parTransId="{DFA079C5-9519-874C-8B86-462B64EA75DA}" sibTransId="{E487A9C3-FC41-FD4E-A7E7-8262BDDEB2F3}"/>
    <dgm:cxn modelId="{F25B638E-E823-2A4D-9D44-5B71211526A9}" type="presOf" srcId="{B6C2717C-CAD6-1146-B975-AFB029618C8D}" destId="{416E291C-1DB7-6C43-9FDB-37C00AECACD6}" srcOrd="0" destOrd="0" presId="urn:microsoft.com/office/officeart/2005/8/layout/vList5"/>
    <dgm:cxn modelId="{B2EE4CCC-BD7C-BA4C-A46D-983C3C33CAAF}" type="presOf" srcId="{AEE06684-5024-B744-953C-C85302A342C8}" destId="{1AB5BE4E-8980-3C47-AF68-4FF72C281332}" srcOrd="0" destOrd="0" presId="urn:microsoft.com/office/officeart/2005/8/layout/vList5"/>
    <dgm:cxn modelId="{485EF059-BB68-6143-A36F-585C1492A0FB}" type="presOf" srcId="{BE78A49A-24D1-2F45-818D-F8945C98B845}" destId="{78673B60-EADF-A44F-8EA1-6C7B50A13E91}" srcOrd="0" destOrd="0" presId="urn:microsoft.com/office/officeart/2005/8/layout/vList5"/>
    <dgm:cxn modelId="{1150BA22-38A4-E645-8D36-59DB16E4B5DC}" type="presOf" srcId="{B7E40D81-4AF1-6442-87C1-F165C58EB990}" destId="{93ED61A2-7D4A-A642-A51F-1EB03658FA07}" srcOrd="0" destOrd="1" presId="urn:microsoft.com/office/officeart/2005/8/layout/vList5"/>
    <dgm:cxn modelId="{FEBB4770-A21A-DC4D-A966-6F257252E471}" srcId="{22EECAFA-B66E-8148-8F63-59E4A54CF990}" destId="{B27A7566-8415-9348-90D1-7BA3A52DFD5E}" srcOrd="3" destOrd="0" parTransId="{D9089444-E6C2-BE42-A567-B3103D0A1B1F}" sibTransId="{1AE9D2A0-8C60-7B43-AD51-467E9FE6EBDE}"/>
    <dgm:cxn modelId="{F8DE203F-01DB-BB45-9492-E0D192C30427}" type="presOf" srcId="{F54884ED-BDE5-1346-A785-9BC43B9BFC0A}" destId="{C300FD2C-3D20-A645-B959-A90C01061E60}" srcOrd="0" destOrd="1" presId="urn:microsoft.com/office/officeart/2005/8/layout/vList5"/>
    <dgm:cxn modelId="{2E6B23A0-FB15-AA49-B78E-8C015AF26DDE}" srcId="{B6C2717C-CAD6-1146-B975-AFB029618C8D}" destId="{AEE06684-5024-B744-953C-C85302A342C8}" srcOrd="0" destOrd="0" parTransId="{385FEDCD-01D9-6540-B901-9BCA4EC44EC4}" sibTransId="{DA84E580-67DC-DF49-9D44-BFB0AF2C7D8E}"/>
    <dgm:cxn modelId="{C43AA562-C5D0-8D40-A79C-16CC4B5AC80F}" type="presOf" srcId="{905B7A91-932D-8740-B6E0-28A3CA7C3E4B}" destId="{C300FD2C-3D20-A645-B959-A90C01061E60}" srcOrd="0" destOrd="0" presId="urn:microsoft.com/office/officeart/2005/8/layout/vList5"/>
    <dgm:cxn modelId="{A7426305-97D8-0F42-9BE4-329C562DD017}" srcId="{B27A7566-8415-9348-90D1-7BA3A52DFD5E}" destId="{F54884ED-BDE5-1346-A785-9BC43B9BFC0A}" srcOrd="1" destOrd="0" parTransId="{5FA4CEE0-C673-9A47-8036-0335C4B1EA9B}" sibTransId="{8235C868-BE45-B545-A29B-C52E2F7E00E4}"/>
    <dgm:cxn modelId="{3229A7D2-B28A-164B-A1CC-D59C253097C8}" type="presOf" srcId="{52C90356-CAAA-4C41-8344-C80A4D52F930}" destId="{10A4B4C4-9524-9F49-95BE-E0E99036031F}" srcOrd="0" destOrd="0" presId="urn:microsoft.com/office/officeart/2005/8/layout/vList5"/>
    <dgm:cxn modelId="{54F21AD9-69D4-2646-84E9-70970861892D}" srcId="{22EECAFA-B66E-8148-8F63-59E4A54CF990}" destId="{B6C2717C-CAD6-1146-B975-AFB029618C8D}" srcOrd="0" destOrd="0" parTransId="{46CA4C96-8FC1-DC4A-B47D-5486234FA787}" sibTransId="{ED9BF3FD-DFB6-0144-9EB5-F6BF9319F776}"/>
    <dgm:cxn modelId="{9C879E19-75D6-0A49-9B19-E03C8F9E98A1}" srcId="{22EECAFA-B66E-8148-8F63-59E4A54CF990}" destId="{0E9E22E7-0F98-2C47-83A2-D6082FC49DAA}" srcOrd="2" destOrd="0" parTransId="{63C03DB1-2304-B24A-871F-E14AE55A3E5B}" sibTransId="{C838B62A-4D36-344A-9B6B-44CB25D08B31}"/>
    <dgm:cxn modelId="{147FFF99-6CF6-3040-BE64-9FB42D25CD7D}" type="presOf" srcId="{7A182ADA-1579-E743-BFC5-2A23C437ECDF}" destId="{78673B60-EADF-A44F-8EA1-6C7B50A13E91}" srcOrd="0" destOrd="1" presId="urn:microsoft.com/office/officeart/2005/8/layout/vList5"/>
    <dgm:cxn modelId="{387926F8-9B8F-8247-BE6B-5A3020E8FBE5}" srcId="{52C90356-CAAA-4C41-8344-C80A4D52F930}" destId="{B7E40D81-4AF1-6442-87C1-F165C58EB990}" srcOrd="1" destOrd="0" parTransId="{6F74DE1E-5B55-D54A-84F1-848889E5273C}" sibTransId="{5BABFFAC-D900-6A41-9B9E-F4773650F035}"/>
    <dgm:cxn modelId="{4DC81D54-4C57-AC44-93AD-0F489961BACC}" srcId="{0E9E22E7-0F98-2C47-83A2-D6082FC49DAA}" destId="{BE78A49A-24D1-2F45-818D-F8945C98B845}" srcOrd="0" destOrd="0" parTransId="{3ABD9465-7EBB-1140-BD8E-CAFA3BA19A83}" sibTransId="{B5197B7C-77F1-2142-9609-32E047B3314A}"/>
    <dgm:cxn modelId="{B00B9B23-1ECE-954B-89B4-2994689CA04A}" srcId="{52C90356-CAAA-4C41-8344-C80A4D52F930}" destId="{1C5EC28C-7F21-1D4C-B684-D83BC77EABA5}" srcOrd="0" destOrd="0" parTransId="{FDC16F1D-01F0-E943-96A7-8CEE00A2953A}" sibTransId="{5C7E4604-359D-794C-A5FE-513A28870745}"/>
    <dgm:cxn modelId="{FDD4D587-5E58-544A-8A39-FBE368006976}" srcId="{22EECAFA-B66E-8148-8F63-59E4A54CF990}" destId="{52C90356-CAAA-4C41-8344-C80A4D52F930}" srcOrd="1" destOrd="0" parTransId="{F3AA6388-11CC-B647-AD0D-F28F7FB57183}" sibTransId="{DB660659-803D-AC47-956B-4A233FBA9D01}"/>
    <dgm:cxn modelId="{DF843545-DECF-E647-BAB5-6168D091B3C3}" srcId="{0E9E22E7-0F98-2C47-83A2-D6082FC49DAA}" destId="{7A182ADA-1579-E743-BFC5-2A23C437ECDF}" srcOrd="1" destOrd="0" parTransId="{F21BA62E-3C58-E841-8957-63CB1969A6BD}" sibTransId="{0FACC873-3A12-1B42-BD70-2D2CC32D6275}"/>
    <dgm:cxn modelId="{C3E1A077-615E-234E-90DA-4568C028B260}" type="presOf" srcId="{B27A7566-8415-9348-90D1-7BA3A52DFD5E}" destId="{F033DC80-DA20-974A-B450-5247C07EC4AE}" srcOrd="0" destOrd="0" presId="urn:microsoft.com/office/officeart/2005/8/layout/vList5"/>
    <dgm:cxn modelId="{525F53C0-D037-254A-A577-325F2F76138E}" type="presParOf" srcId="{ABDF7B42-D546-574E-BFFD-2C56F970248A}" destId="{8FF0E68E-723E-3849-802A-B8756700E7B2}" srcOrd="0" destOrd="0" presId="urn:microsoft.com/office/officeart/2005/8/layout/vList5"/>
    <dgm:cxn modelId="{80702D1C-9BDA-3547-B9E2-63B8E949A753}" type="presParOf" srcId="{8FF0E68E-723E-3849-802A-B8756700E7B2}" destId="{416E291C-1DB7-6C43-9FDB-37C00AECACD6}" srcOrd="0" destOrd="0" presId="urn:microsoft.com/office/officeart/2005/8/layout/vList5"/>
    <dgm:cxn modelId="{37314468-154A-0745-BA3D-1162965806AD}" type="presParOf" srcId="{8FF0E68E-723E-3849-802A-B8756700E7B2}" destId="{1AB5BE4E-8980-3C47-AF68-4FF72C281332}" srcOrd="1" destOrd="0" presId="urn:microsoft.com/office/officeart/2005/8/layout/vList5"/>
    <dgm:cxn modelId="{0C09E30B-1D37-BD4C-9037-7553302E3BBF}" type="presParOf" srcId="{ABDF7B42-D546-574E-BFFD-2C56F970248A}" destId="{331ED0A2-1333-614D-8FE7-62B4FB8E1094}" srcOrd="1" destOrd="0" presId="urn:microsoft.com/office/officeart/2005/8/layout/vList5"/>
    <dgm:cxn modelId="{805F415D-3EB4-9C40-B4D3-AA1A5D0D0D07}" type="presParOf" srcId="{ABDF7B42-D546-574E-BFFD-2C56F970248A}" destId="{A56C9339-3E5F-764E-B700-401C5FA3E924}" srcOrd="2" destOrd="0" presId="urn:microsoft.com/office/officeart/2005/8/layout/vList5"/>
    <dgm:cxn modelId="{FD3917F1-40B3-7445-83CA-6C92E91A6ABF}" type="presParOf" srcId="{A56C9339-3E5F-764E-B700-401C5FA3E924}" destId="{10A4B4C4-9524-9F49-95BE-E0E99036031F}" srcOrd="0" destOrd="0" presId="urn:microsoft.com/office/officeart/2005/8/layout/vList5"/>
    <dgm:cxn modelId="{FEF3565C-F085-234A-A093-E2B70A6B9234}" type="presParOf" srcId="{A56C9339-3E5F-764E-B700-401C5FA3E924}" destId="{93ED61A2-7D4A-A642-A51F-1EB03658FA07}" srcOrd="1" destOrd="0" presId="urn:microsoft.com/office/officeart/2005/8/layout/vList5"/>
    <dgm:cxn modelId="{F0A5AC85-1231-314B-8344-CF9315BB521F}" type="presParOf" srcId="{ABDF7B42-D546-574E-BFFD-2C56F970248A}" destId="{0C7F5B8D-98D0-F04B-83FD-269D66E99EB0}" srcOrd="3" destOrd="0" presId="urn:microsoft.com/office/officeart/2005/8/layout/vList5"/>
    <dgm:cxn modelId="{FE9CD054-DC33-BC48-920D-59E2314497DE}" type="presParOf" srcId="{ABDF7B42-D546-574E-BFFD-2C56F970248A}" destId="{680B34F3-0C58-3848-BA04-C9A13CD76960}" srcOrd="4" destOrd="0" presId="urn:microsoft.com/office/officeart/2005/8/layout/vList5"/>
    <dgm:cxn modelId="{EA0BEAAD-91F1-E648-BBD6-C4B3815F4462}" type="presParOf" srcId="{680B34F3-0C58-3848-BA04-C9A13CD76960}" destId="{80C897F9-5C13-3B45-AB42-67DA1C2ED755}" srcOrd="0" destOrd="0" presId="urn:microsoft.com/office/officeart/2005/8/layout/vList5"/>
    <dgm:cxn modelId="{1C2D3733-E6C7-9F44-A54B-0449E934061C}" type="presParOf" srcId="{680B34F3-0C58-3848-BA04-C9A13CD76960}" destId="{78673B60-EADF-A44F-8EA1-6C7B50A13E91}" srcOrd="1" destOrd="0" presId="urn:microsoft.com/office/officeart/2005/8/layout/vList5"/>
    <dgm:cxn modelId="{380F4958-6541-B84D-8101-8583F5D0972A}" type="presParOf" srcId="{ABDF7B42-D546-574E-BFFD-2C56F970248A}" destId="{5AB7032E-3C09-124B-B6BB-8F85EFD5CCF1}" srcOrd="5" destOrd="0" presId="urn:microsoft.com/office/officeart/2005/8/layout/vList5"/>
    <dgm:cxn modelId="{907A6A0D-FCEF-F54E-ACE5-54ED93B91540}" type="presParOf" srcId="{ABDF7B42-D546-574E-BFFD-2C56F970248A}" destId="{F94C9664-8BB7-9241-815D-2C51D6BFAB9A}" srcOrd="6" destOrd="0" presId="urn:microsoft.com/office/officeart/2005/8/layout/vList5"/>
    <dgm:cxn modelId="{37955716-E72F-7B4B-B950-A2FF2B4B902E}" type="presParOf" srcId="{F94C9664-8BB7-9241-815D-2C51D6BFAB9A}" destId="{F033DC80-DA20-974A-B450-5247C07EC4AE}" srcOrd="0" destOrd="0" presId="urn:microsoft.com/office/officeart/2005/8/layout/vList5"/>
    <dgm:cxn modelId="{4AC895D3-FC96-8241-B7F1-229220008DFE}" type="presParOf" srcId="{F94C9664-8BB7-9241-815D-2C51D6BFAB9A}" destId="{C300FD2C-3D20-A645-B959-A90C01061E60}" srcOrd="1" destOrd="0" presId="urn:microsoft.com/office/officeart/2005/8/layout/vList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1F2688E-8CD1-1940-869F-D7C9F3315961}" type="doc">
      <dgm:prSet loTypeId="urn:microsoft.com/office/officeart/2005/8/layout/StepDownProcess" loCatId="" qsTypeId="urn:microsoft.com/office/officeart/2005/8/quickstyle/simple4" qsCatId="simple" csTypeId="urn:microsoft.com/office/officeart/2005/8/colors/accent1_2" csCatId="accent1" phldr="1"/>
      <dgm:spPr/>
      <dgm:t>
        <a:bodyPr/>
        <a:lstStyle/>
        <a:p>
          <a:endParaRPr lang="zh-CN" altLang="en-US"/>
        </a:p>
      </dgm:t>
    </dgm:pt>
    <dgm:pt modelId="{366EC94E-8ED2-A74A-AA9D-A44A89FC2277}">
      <dgm:prSet phldrT="[文本]"/>
      <dgm:spPr/>
      <dgm:t>
        <a:bodyPr/>
        <a:lstStyle/>
        <a:p>
          <a:r>
            <a:rPr lang="zh-CN" altLang="en-US" dirty="0" smtClean="0"/>
            <a:t>找到排号</a:t>
          </a:r>
          <a:endParaRPr lang="zh-CN" altLang="en-US" dirty="0"/>
        </a:p>
      </dgm:t>
    </dgm:pt>
    <dgm:pt modelId="{953877EF-A094-C746-B59C-0B4BBE27EE3C}" cxnId="{4CE53FBA-D104-7244-A35D-2C1AC3BCDBD1}" type="parTrans">
      <dgm:prSet/>
      <dgm:spPr/>
      <dgm:t>
        <a:bodyPr/>
        <a:lstStyle/>
        <a:p>
          <a:endParaRPr lang="zh-CN" altLang="en-US"/>
        </a:p>
      </dgm:t>
    </dgm:pt>
    <dgm:pt modelId="{95D67B83-C422-F943-8CFC-AE4D58731FA4}" cxnId="{4CE53FBA-D104-7244-A35D-2C1AC3BCDBD1}" type="sibTrans">
      <dgm:prSet/>
      <dgm:spPr/>
      <dgm:t>
        <a:bodyPr/>
        <a:lstStyle/>
        <a:p>
          <a:endParaRPr lang="zh-CN" altLang="en-US"/>
        </a:p>
      </dgm:t>
    </dgm:pt>
    <dgm:pt modelId="{FDCE4E5C-4611-2F4A-99FF-F0AB2133B46F}">
      <dgm:prSet phldrT="[文本]"/>
      <dgm:spPr/>
      <dgm:t>
        <a:bodyPr/>
        <a:lstStyle/>
        <a:p>
          <a:r>
            <a:rPr lang="zh-CN" altLang="en-US" dirty="0" smtClean="0"/>
            <a:t>根据所产生事项的业务性质，对应找出有关该项业务工作的保密事项范围和与该业务事项有相关关系的保密事项范围</a:t>
          </a:r>
          <a:endParaRPr lang="zh-CN" altLang="en-US" dirty="0"/>
        </a:p>
      </dgm:t>
    </dgm:pt>
    <dgm:pt modelId="{2267309C-1455-7149-869F-6C607BC02CF3}" cxnId="{D34A8470-3AAC-6F4A-84D9-1704C0188F17}" type="parTrans">
      <dgm:prSet/>
      <dgm:spPr/>
      <dgm:t>
        <a:bodyPr/>
        <a:lstStyle/>
        <a:p>
          <a:endParaRPr lang="zh-CN" altLang="en-US"/>
        </a:p>
      </dgm:t>
    </dgm:pt>
    <dgm:pt modelId="{B407EC3E-3661-F047-81A4-4D8C73F3372D}" cxnId="{D34A8470-3AAC-6F4A-84D9-1704C0188F17}" type="sibTrans">
      <dgm:prSet/>
      <dgm:spPr/>
      <dgm:t>
        <a:bodyPr/>
        <a:lstStyle/>
        <a:p>
          <a:endParaRPr lang="zh-CN" altLang="en-US"/>
        </a:p>
      </dgm:t>
    </dgm:pt>
    <dgm:pt modelId="{A92084AF-0541-0B4F-A2A1-FFA44DBC57CA}">
      <dgm:prSet phldrT="[文本]"/>
      <dgm:spPr/>
      <dgm:t>
        <a:bodyPr/>
        <a:lstStyle/>
        <a:p>
          <a:r>
            <a:rPr lang="zh-CN" altLang="en-US" dirty="0" smtClean="0"/>
            <a:t>找到座号</a:t>
          </a:r>
          <a:endParaRPr lang="zh-CN" altLang="en-US" dirty="0"/>
        </a:p>
      </dgm:t>
    </dgm:pt>
    <dgm:pt modelId="{2FCF7F0A-D04D-7644-9E33-737CC5205303}" cxnId="{21F51B07-EA75-3345-B423-931C04170E39}" type="parTrans">
      <dgm:prSet/>
      <dgm:spPr/>
      <dgm:t>
        <a:bodyPr/>
        <a:lstStyle/>
        <a:p>
          <a:endParaRPr lang="zh-CN" altLang="en-US"/>
        </a:p>
      </dgm:t>
    </dgm:pt>
    <dgm:pt modelId="{BDF68BD9-59FB-0945-93DD-01A093B2247D}" cxnId="{21F51B07-EA75-3345-B423-931C04170E39}" type="sibTrans">
      <dgm:prSet/>
      <dgm:spPr/>
      <dgm:t>
        <a:bodyPr/>
        <a:lstStyle/>
        <a:p>
          <a:endParaRPr lang="zh-CN" altLang="en-US"/>
        </a:p>
      </dgm:t>
    </dgm:pt>
    <dgm:pt modelId="{BA0591D5-5830-5540-B38F-B5988D6D9CC4}">
      <dgm:prSet phldrT="[文本]"/>
      <dgm:spPr/>
      <dgm:t>
        <a:bodyPr/>
        <a:lstStyle/>
        <a:p>
          <a:r>
            <a:rPr lang="zh-CN" altLang="en-US" dirty="0" smtClean="0"/>
            <a:t>在有关保密事项范围中找到该类事项具体密级的规定，就可以准确对号入座确定密级</a:t>
          </a:r>
          <a:endParaRPr lang="zh-CN" altLang="en-US" dirty="0"/>
        </a:p>
      </dgm:t>
    </dgm:pt>
    <dgm:pt modelId="{D02A1043-F2A1-D242-87E7-53807DD02758}" cxnId="{B5BF681E-F46D-C845-899A-3E3D362575AA}" type="parTrans">
      <dgm:prSet/>
      <dgm:spPr/>
      <dgm:t>
        <a:bodyPr/>
        <a:lstStyle/>
        <a:p>
          <a:endParaRPr lang="zh-CN" altLang="en-US"/>
        </a:p>
      </dgm:t>
    </dgm:pt>
    <dgm:pt modelId="{A0978D92-CB2E-BE4C-9E0D-3B246C0887B5}" cxnId="{B5BF681E-F46D-C845-899A-3E3D362575AA}" type="sibTrans">
      <dgm:prSet/>
      <dgm:spPr/>
      <dgm:t>
        <a:bodyPr/>
        <a:lstStyle/>
        <a:p>
          <a:endParaRPr lang="zh-CN" altLang="en-US"/>
        </a:p>
      </dgm:t>
    </dgm:pt>
    <dgm:pt modelId="{C0F6BC71-E01F-254C-B1AF-5879DFD9D748}" type="pres">
      <dgm:prSet presAssocID="{71F2688E-8CD1-1940-869F-D7C9F3315961}" presName="rootnode" presStyleCnt="0">
        <dgm:presLayoutVars>
          <dgm:chMax/>
          <dgm:chPref/>
          <dgm:dir/>
          <dgm:animLvl val="lvl"/>
        </dgm:presLayoutVars>
      </dgm:prSet>
      <dgm:spPr/>
      <dgm:t>
        <a:bodyPr/>
        <a:lstStyle/>
        <a:p>
          <a:endParaRPr lang="zh-CN" altLang="en-US"/>
        </a:p>
      </dgm:t>
    </dgm:pt>
    <dgm:pt modelId="{C8900DF7-CC28-4A48-8A30-8128BF5311E4}" type="pres">
      <dgm:prSet presAssocID="{366EC94E-8ED2-A74A-AA9D-A44A89FC2277}" presName="composite" presStyleCnt="0"/>
      <dgm:spPr/>
    </dgm:pt>
    <dgm:pt modelId="{1ABD9324-EA7C-4142-B1B0-8DD8CF280367}" type="pres">
      <dgm:prSet presAssocID="{366EC94E-8ED2-A74A-AA9D-A44A89FC2277}" presName="bentUpArrow1" presStyleLbl="alignImgPlace1" presStyleIdx="0" presStyleCnt="1"/>
      <dgm:spPr/>
    </dgm:pt>
    <dgm:pt modelId="{44DBE2D6-C9A4-824E-B0B9-73F502A7BCEE}" type="pres">
      <dgm:prSet presAssocID="{366EC94E-8ED2-A74A-AA9D-A44A89FC2277}" presName="ParentText" presStyleLbl="node1" presStyleIdx="0" presStyleCnt="2">
        <dgm:presLayoutVars>
          <dgm:chMax val="1"/>
          <dgm:chPref val="1"/>
          <dgm:bulletEnabled val="1"/>
        </dgm:presLayoutVars>
      </dgm:prSet>
      <dgm:spPr/>
      <dgm:t>
        <a:bodyPr/>
        <a:lstStyle/>
        <a:p>
          <a:endParaRPr lang="zh-CN" altLang="en-US"/>
        </a:p>
      </dgm:t>
    </dgm:pt>
    <dgm:pt modelId="{069AE8B3-50AD-8F42-9443-48A1EA21C763}" type="pres">
      <dgm:prSet presAssocID="{366EC94E-8ED2-A74A-AA9D-A44A89FC2277}" presName="ChildText" presStyleLbl="revTx" presStyleIdx="0" presStyleCnt="2" custScaleX="179636" custLinFactNeighborX="61972">
        <dgm:presLayoutVars>
          <dgm:chMax val="0"/>
          <dgm:chPref val="0"/>
          <dgm:bulletEnabled val="1"/>
        </dgm:presLayoutVars>
      </dgm:prSet>
      <dgm:spPr/>
      <dgm:t>
        <a:bodyPr/>
        <a:lstStyle/>
        <a:p>
          <a:endParaRPr lang="zh-CN" altLang="en-US"/>
        </a:p>
      </dgm:t>
    </dgm:pt>
    <dgm:pt modelId="{782E350D-05DC-EE4C-9CAE-D763F1F7381B}" type="pres">
      <dgm:prSet presAssocID="{95D67B83-C422-F943-8CFC-AE4D58731FA4}" presName="sibTrans" presStyleCnt="0"/>
      <dgm:spPr/>
    </dgm:pt>
    <dgm:pt modelId="{00F3C982-0A9A-0340-B04D-077441DE42A7}" type="pres">
      <dgm:prSet presAssocID="{A92084AF-0541-0B4F-A2A1-FFA44DBC57CA}" presName="composite" presStyleCnt="0"/>
      <dgm:spPr/>
    </dgm:pt>
    <dgm:pt modelId="{BC2CEFFB-AC57-9C47-8331-7802EE2579CF}" type="pres">
      <dgm:prSet presAssocID="{A92084AF-0541-0B4F-A2A1-FFA44DBC57CA}" presName="ParentText" presStyleLbl="node1" presStyleIdx="1" presStyleCnt="2">
        <dgm:presLayoutVars>
          <dgm:chMax val="1"/>
          <dgm:chPref val="1"/>
          <dgm:bulletEnabled val="1"/>
        </dgm:presLayoutVars>
      </dgm:prSet>
      <dgm:spPr/>
      <dgm:t>
        <a:bodyPr/>
        <a:lstStyle/>
        <a:p>
          <a:endParaRPr lang="zh-CN" altLang="en-US"/>
        </a:p>
      </dgm:t>
    </dgm:pt>
    <dgm:pt modelId="{85F1CBA7-51B9-B243-83A0-D81B1DFCA736}" type="pres">
      <dgm:prSet presAssocID="{A92084AF-0541-0B4F-A2A1-FFA44DBC57CA}" presName="FinalChildText" presStyleLbl="revTx" presStyleIdx="1" presStyleCnt="2">
        <dgm:presLayoutVars>
          <dgm:chMax val="0"/>
          <dgm:chPref val="0"/>
          <dgm:bulletEnabled val="1"/>
        </dgm:presLayoutVars>
      </dgm:prSet>
      <dgm:spPr/>
      <dgm:t>
        <a:bodyPr/>
        <a:lstStyle/>
        <a:p>
          <a:endParaRPr lang="zh-CN" altLang="en-US"/>
        </a:p>
      </dgm:t>
    </dgm:pt>
  </dgm:ptLst>
  <dgm:cxnLst>
    <dgm:cxn modelId="{401585A7-0BA0-6F4B-9B2A-E15C75EDCBDD}" type="presOf" srcId="{71F2688E-8CD1-1940-869F-D7C9F3315961}" destId="{C0F6BC71-E01F-254C-B1AF-5879DFD9D748}" srcOrd="0" destOrd="0" presId="urn:microsoft.com/office/officeart/2005/8/layout/StepDownProcess"/>
    <dgm:cxn modelId="{6C0C81A5-521E-0D4F-A1CA-E498D729839B}" type="presOf" srcId="{BA0591D5-5830-5540-B38F-B5988D6D9CC4}" destId="{85F1CBA7-51B9-B243-83A0-D81B1DFCA736}" srcOrd="0" destOrd="0" presId="urn:microsoft.com/office/officeart/2005/8/layout/StepDownProcess"/>
    <dgm:cxn modelId="{EEF81CD2-9C4A-834A-BD86-267B94705AB5}" type="presOf" srcId="{A92084AF-0541-0B4F-A2A1-FFA44DBC57CA}" destId="{BC2CEFFB-AC57-9C47-8331-7802EE2579CF}" srcOrd="0" destOrd="0" presId="urn:microsoft.com/office/officeart/2005/8/layout/StepDownProcess"/>
    <dgm:cxn modelId="{4CE53FBA-D104-7244-A35D-2C1AC3BCDBD1}" srcId="{71F2688E-8CD1-1940-869F-D7C9F3315961}" destId="{366EC94E-8ED2-A74A-AA9D-A44A89FC2277}" srcOrd="0" destOrd="0" parTransId="{953877EF-A094-C746-B59C-0B4BBE27EE3C}" sibTransId="{95D67B83-C422-F943-8CFC-AE4D58731FA4}"/>
    <dgm:cxn modelId="{D34A8470-3AAC-6F4A-84D9-1704C0188F17}" srcId="{366EC94E-8ED2-A74A-AA9D-A44A89FC2277}" destId="{FDCE4E5C-4611-2F4A-99FF-F0AB2133B46F}" srcOrd="0" destOrd="0" parTransId="{2267309C-1455-7149-869F-6C607BC02CF3}" sibTransId="{B407EC3E-3661-F047-81A4-4D8C73F3372D}"/>
    <dgm:cxn modelId="{A0897541-0CBD-804E-AECD-49387DE5FD31}" type="presOf" srcId="{FDCE4E5C-4611-2F4A-99FF-F0AB2133B46F}" destId="{069AE8B3-50AD-8F42-9443-48A1EA21C763}" srcOrd="0" destOrd="0" presId="urn:microsoft.com/office/officeart/2005/8/layout/StepDownProcess"/>
    <dgm:cxn modelId="{21F51B07-EA75-3345-B423-931C04170E39}" srcId="{71F2688E-8CD1-1940-869F-D7C9F3315961}" destId="{A92084AF-0541-0B4F-A2A1-FFA44DBC57CA}" srcOrd="1" destOrd="0" parTransId="{2FCF7F0A-D04D-7644-9E33-737CC5205303}" sibTransId="{BDF68BD9-59FB-0945-93DD-01A093B2247D}"/>
    <dgm:cxn modelId="{2244970F-C1FF-5045-BA38-29F12602747F}" type="presOf" srcId="{366EC94E-8ED2-A74A-AA9D-A44A89FC2277}" destId="{44DBE2D6-C9A4-824E-B0B9-73F502A7BCEE}" srcOrd="0" destOrd="0" presId="urn:microsoft.com/office/officeart/2005/8/layout/StepDownProcess"/>
    <dgm:cxn modelId="{B5BF681E-F46D-C845-899A-3E3D362575AA}" srcId="{A92084AF-0541-0B4F-A2A1-FFA44DBC57CA}" destId="{BA0591D5-5830-5540-B38F-B5988D6D9CC4}" srcOrd="0" destOrd="0" parTransId="{D02A1043-F2A1-D242-87E7-53807DD02758}" sibTransId="{A0978D92-CB2E-BE4C-9E0D-3B246C0887B5}"/>
    <dgm:cxn modelId="{39539F47-945E-CA41-B5A1-B962548B6E22}" type="presParOf" srcId="{C0F6BC71-E01F-254C-B1AF-5879DFD9D748}" destId="{C8900DF7-CC28-4A48-8A30-8128BF5311E4}" srcOrd="0" destOrd="0" presId="urn:microsoft.com/office/officeart/2005/8/layout/StepDownProcess"/>
    <dgm:cxn modelId="{149CE727-F792-DB45-8306-0498CA50D3AC}" type="presParOf" srcId="{C8900DF7-CC28-4A48-8A30-8128BF5311E4}" destId="{1ABD9324-EA7C-4142-B1B0-8DD8CF280367}" srcOrd="0" destOrd="0" presId="urn:microsoft.com/office/officeart/2005/8/layout/StepDownProcess"/>
    <dgm:cxn modelId="{0C7ABE26-FCF8-3B4D-A66C-10B6D9778088}" type="presParOf" srcId="{C8900DF7-CC28-4A48-8A30-8128BF5311E4}" destId="{44DBE2D6-C9A4-824E-B0B9-73F502A7BCEE}" srcOrd="1" destOrd="0" presId="urn:microsoft.com/office/officeart/2005/8/layout/StepDownProcess"/>
    <dgm:cxn modelId="{473F7B92-8FA0-BB47-999B-3852433467F6}" type="presParOf" srcId="{C8900DF7-CC28-4A48-8A30-8128BF5311E4}" destId="{069AE8B3-50AD-8F42-9443-48A1EA21C763}" srcOrd="2" destOrd="0" presId="urn:microsoft.com/office/officeart/2005/8/layout/StepDownProcess"/>
    <dgm:cxn modelId="{BCD0B433-B79A-7347-92FA-655796DFAB85}" type="presParOf" srcId="{C0F6BC71-E01F-254C-B1AF-5879DFD9D748}" destId="{782E350D-05DC-EE4C-9CAE-D763F1F7381B}" srcOrd="1" destOrd="0" presId="urn:microsoft.com/office/officeart/2005/8/layout/StepDownProcess"/>
    <dgm:cxn modelId="{2E9B2E05-B5C6-8D4F-8DC2-91950D62D530}" type="presParOf" srcId="{C0F6BC71-E01F-254C-B1AF-5879DFD9D748}" destId="{00F3C982-0A9A-0340-B04D-077441DE42A7}" srcOrd="2" destOrd="0" presId="urn:microsoft.com/office/officeart/2005/8/layout/StepDownProcess"/>
    <dgm:cxn modelId="{7A8EA801-168E-8C43-93A6-4EE99C7444B2}" type="presParOf" srcId="{00F3C982-0A9A-0340-B04D-077441DE42A7}" destId="{BC2CEFFB-AC57-9C47-8331-7802EE2579CF}" srcOrd="0" destOrd="0" presId="urn:microsoft.com/office/officeart/2005/8/layout/StepDownProcess"/>
    <dgm:cxn modelId="{3D120781-91BD-4F47-8BE4-3044BC6C8F24}" type="presParOf" srcId="{00F3C982-0A9A-0340-B04D-077441DE42A7}" destId="{85F1CBA7-51B9-B243-83A0-D81B1DFCA736}" srcOrd="1" destOrd="0" presId="urn:microsoft.com/office/officeart/2005/8/layout/StepDown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BE2586A-2149-EC45-A304-604182DD1216}" type="doc">
      <dgm:prSet loTypeId="urn:microsoft.com/office/officeart/2005/8/layout/arrow3" loCatId="" qsTypeId="urn:microsoft.com/office/officeart/2005/8/quickstyle/simple4" qsCatId="simple" csTypeId="urn:microsoft.com/office/officeart/2005/8/colors/accent1_2" csCatId="accent1" phldr="1"/>
      <dgm:spPr/>
      <dgm:t>
        <a:bodyPr/>
        <a:lstStyle/>
        <a:p>
          <a:endParaRPr lang="zh-CN" altLang="en-US"/>
        </a:p>
      </dgm:t>
    </dgm:pt>
    <dgm:pt modelId="{B282B316-E17B-9B46-863E-43EF2BAC162F}">
      <dgm:prSet phldrT="[文本]"/>
      <dgm:spPr/>
      <dgm:t>
        <a:bodyPr/>
        <a:lstStyle/>
        <a:p>
          <a:r>
            <a:rPr lang="zh-CN" altLang="en-US" dirty="0" smtClean="0"/>
            <a:t>充分的理由证明该事项符合保密法规定，泄漏后对国家安全和利益造成损害</a:t>
          </a:r>
          <a:endParaRPr lang="zh-CN" altLang="en-US" dirty="0"/>
        </a:p>
      </dgm:t>
    </dgm:pt>
    <dgm:pt modelId="{6260F5B5-F121-A943-A668-4A67AB280094}" cxnId="{93417A86-98BC-574C-AE85-4C0F65B1F87A}" type="parTrans">
      <dgm:prSet/>
      <dgm:spPr/>
      <dgm:t>
        <a:bodyPr/>
        <a:lstStyle/>
        <a:p>
          <a:endParaRPr lang="zh-CN" altLang="en-US"/>
        </a:p>
      </dgm:t>
    </dgm:pt>
    <dgm:pt modelId="{44E3DE41-DBC0-9243-90A8-75A58D7E089A}" cxnId="{93417A86-98BC-574C-AE85-4C0F65B1F87A}" type="sibTrans">
      <dgm:prSet/>
      <dgm:spPr/>
      <dgm:t>
        <a:bodyPr/>
        <a:lstStyle/>
        <a:p>
          <a:endParaRPr lang="zh-CN" altLang="en-US"/>
        </a:p>
      </dgm:t>
    </dgm:pt>
    <dgm:pt modelId="{42729737-0EC5-AD45-8C4C-D65A13F6FBDB}">
      <dgm:prSet phldrT="[文本]"/>
      <dgm:spPr/>
      <dgm:t>
        <a:bodyPr/>
        <a:lstStyle/>
        <a:p>
          <a:r>
            <a:rPr lang="zh-CN" altLang="en-US" dirty="0" smtClean="0"/>
            <a:t>充分理由证明该事项符合保密法关于相关密级的衡量标准</a:t>
          </a:r>
          <a:endParaRPr lang="zh-CN" altLang="en-US" dirty="0"/>
        </a:p>
      </dgm:t>
    </dgm:pt>
    <dgm:pt modelId="{D7499AF7-11E4-A840-A4C8-37DE2A07E553}" cxnId="{8F1387B2-679C-AC4C-80D4-23FEF6A7B32C}" type="parTrans">
      <dgm:prSet/>
      <dgm:spPr/>
      <dgm:t>
        <a:bodyPr/>
        <a:lstStyle/>
        <a:p>
          <a:endParaRPr lang="zh-CN" altLang="en-US"/>
        </a:p>
      </dgm:t>
    </dgm:pt>
    <dgm:pt modelId="{701A592D-BD1A-2448-90D5-B05CD5AA4DBB}" cxnId="{8F1387B2-679C-AC4C-80D4-23FEF6A7B32C}" type="sibTrans">
      <dgm:prSet/>
      <dgm:spPr/>
      <dgm:t>
        <a:bodyPr/>
        <a:lstStyle/>
        <a:p>
          <a:endParaRPr lang="zh-CN" altLang="en-US"/>
        </a:p>
      </dgm:t>
    </dgm:pt>
    <dgm:pt modelId="{C1784FB2-EA9D-DC4A-ADAC-D4E6D96CCC0E}" type="pres">
      <dgm:prSet presAssocID="{BBE2586A-2149-EC45-A304-604182DD1216}" presName="compositeShape" presStyleCnt="0">
        <dgm:presLayoutVars>
          <dgm:chMax val="2"/>
          <dgm:dir/>
          <dgm:resizeHandles val="exact"/>
        </dgm:presLayoutVars>
      </dgm:prSet>
      <dgm:spPr/>
      <dgm:t>
        <a:bodyPr/>
        <a:lstStyle/>
        <a:p>
          <a:endParaRPr lang="zh-CN" altLang="en-US"/>
        </a:p>
      </dgm:t>
    </dgm:pt>
    <dgm:pt modelId="{B388EC4B-8A60-CE45-BD98-2B63A898B1A2}" type="pres">
      <dgm:prSet presAssocID="{BBE2586A-2149-EC45-A304-604182DD1216}" presName="divider" presStyleLbl="fgShp" presStyleIdx="0" presStyleCnt="1"/>
      <dgm:spPr/>
    </dgm:pt>
    <dgm:pt modelId="{D3CB41CF-C113-6D41-938C-3F2DD88549C7}" type="pres">
      <dgm:prSet presAssocID="{B282B316-E17B-9B46-863E-43EF2BAC162F}" presName="downArrow" presStyleLbl="node1" presStyleIdx="0" presStyleCnt="2"/>
      <dgm:spPr/>
    </dgm:pt>
    <dgm:pt modelId="{0DAA55B9-D123-074E-AC3C-AD99502332AA}" type="pres">
      <dgm:prSet presAssocID="{B282B316-E17B-9B46-863E-43EF2BAC162F}" presName="downArrowText" presStyleLbl="revTx" presStyleIdx="0" presStyleCnt="2">
        <dgm:presLayoutVars>
          <dgm:bulletEnabled val="1"/>
        </dgm:presLayoutVars>
      </dgm:prSet>
      <dgm:spPr/>
      <dgm:t>
        <a:bodyPr/>
        <a:lstStyle/>
        <a:p>
          <a:endParaRPr lang="zh-CN" altLang="en-US"/>
        </a:p>
      </dgm:t>
    </dgm:pt>
    <dgm:pt modelId="{A696875A-0EC5-0640-8B30-15A862D34B1D}" type="pres">
      <dgm:prSet presAssocID="{42729737-0EC5-AD45-8C4C-D65A13F6FBDB}" presName="upArrow" presStyleLbl="node1" presStyleIdx="1" presStyleCnt="2"/>
      <dgm:spPr/>
    </dgm:pt>
    <dgm:pt modelId="{BD7A03F6-E09C-9C44-BBD7-99C05FC0B696}" type="pres">
      <dgm:prSet presAssocID="{42729737-0EC5-AD45-8C4C-D65A13F6FBDB}" presName="upArrowText" presStyleLbl="revTx" presStyleIdx="1" presStyleCnt="2">
        <dgm:presLayoutVars>
          <dgm:bulletEnabled val="1"/>
        </dgm:presLayoutVars>
      </dgm:prSet>
      <dgm:spPr/>
      <dgm:t>
        <a:bodyPr/>
        <a:lstStyle/>
        <a:p>
          <a:endParaRPr lang="zh-CN" altLang="en-US"/>
        </a:p>
      </dgm:t>
    </dgm:pt>
  </dgm:ptLst>
  <dgm:cxnLst>
    <dgm:cxn modelId="{EBF0E9E6-E58A-6544-AC8F-C08158268FD1}" type="presOf" srcId="{B282B316-E17B-9B46-863E-43EF2BAC162F}" destId="{0DAA55B9-D123-074E-AC3C-AD99502332AA}" srcOrd="0" destOrd="0" presId="urn:microsoft.com/office/officeart/2005/8/layout/arrow3"/>
    <dgm:cxn modelId="{93417A86-98BC-574C-AE85-4C0F65B1F87A}" srcId="{BBE2586A-2149-EC45-A304-604182DD1216}" destId="{B282B316-E17B-9B46-863E-43EF2BAC162F}" srcOrd="0" destOrd="0" parTransId="{6260F5B5-F121-A943-A668-4A67AB280094}" sibTransId="{44E3DE41-DBC0-9243-90A8-75A58D7E089A}"/>
    <dgm:cxn modelId="{8F1387B2-679C-AC4C-80D4-23FEF6A7B32C}" srcId="{BBE2586A-2149-EC45-A304-604182DD1216}" destId="{42729737-0EC5-AD45-8C4C-D65A13F6FBDB}" srcOrd="1" destOrd="0" parTransId="{D7499AF7-11E4-A840-A4C8-37DE2A07E553}" sibTransId="{701A592D-BD1A-2448-90D5-B05CD5AA4DBB}"/>
    <dgm:cxn modelId="{22C818E1-3E80-8C42-97BC-7DC11B777044}" type="presOf" srcId="{BBE2586A-2149-EC45-A304-604182DD1216}" destId="{C1784FB2-EA9D-DC4A-ADAC-D4E6D96CCC0E}" srcOrd="0" destOrd="0" presId="urn:microsoft.com/office/officeart/2005/8/layout/arrow3"/>
    <dgm:cxn modelId="{BF05842F-97D0-D943-991C-751843077A61}" type="presOf" srcId="{42729737-0EC5-AD45-8C4C-D65A13F6FBDB}" destId="{BD7A03F6-E09C-9C44-BBD7-99C05FC0B696}" srcOrd="0" destOrd="0" presId="urn:microsoft.com/office/officeart/2005/8/layout/arrow3"/>
    <dgm:cxn modelId="{4D84F8E5-2FB5-3A4B-B2FE-30EFE394692E}" type="presParOf" srcId="{C1784FB2-EA9D-DC4A-ADAC-D4E6D96CCC0E}" destId="{B388EC4B-8A60-CE45-BD98-2B63A898B1A2}" srcOrd="0" destOrd="0" presId="urn:microsoft.com/office/officeart/2005/8/layout/arrow3"/>
    <dgm:cxn modelId="{63D3B1A5-84F0-1F46-9DFE-B09F78CDA9DB}" type="presParOf" srcId="{C1784FB2-EA9D-DC4A-ADAC-D4E6D96CCC0E}" destId="{D3CB41CF-C113-6D41-938C-3F2DD88549C7}" srcOrd="1" destOrd="0" presId="urn:microsoft.com/office/officeart/2005/8/layout/arrow3"/>
    <dgm:cxn modelId="{2C70A051-10CA-0C4C-8FA9-5EED50DDACA9}" type="presParOf" srcId="{C1784FB2-EA9D-DC4A-ADAC-D4E6D96CCC0E}" destId="{0DAA55B9-D123-074E-AC3C-AD99502332AA}" srcOrd="2" destOrd="0" presId="urn:microsoft.com/office/officeart/2005/8/layout/arrow3"/>
    <dgm:cxn modelId="{DD6D1AF7-F5DF-6945-9D01-CE1B9DC4E636}" type="presParOf" srcId="{C1784FB2-EA9D-DC4A-ADAC-D4E6D96CCC0E}" destId="{A696875A-0EC5-0640-8B30-15A862D34B1D}" srcOrd="3" destOrd="0" presId="urn:microsoft.com/office/officeart/2005/8/layout/arrow3"/>
    <dgm:cxn modelId="{74E302BD-2B1A-494A-9E02-CC74F9D645A3}" type="presParOf" srcId="{C1784FB2-EA9D-DC4A-ADAC-D4E6D96CCC0E}" destId="{BD7A03F6-E09C-9C44-BBD7-99C05FC0B696}" srcOrd="4" destOrd="0" presId="urn:microsoft.com/office/officeart/2005/8/layout/arrow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1B4E8BA-3735-3D47-94A5-CDFD2B67A550}" type="doc">
      <dgm:prSet loTypeId="urn:microsoft.com/office/officeart/2005/8/layout/arrow6" loCatId="" qsTypeId="urn:microsoft.com/office/officeart/2005/8/quickstyle/simple4" qsCatId="simple" csTypeId="urn:microsoft.com/office/officeart/2005/8/colors/accent1_2" csCatId="accent1" phldr="1"/>
      <dgm:spPr/>
      <dgm:t>
        <a:bodyPr/>
        <a:lstStyle/>
        <a:p>
          <a:endParaRPr lang="zh-CN" altLang="en-US"/>
        </a:p>
      </dgm:t>
    </dgm:pt>
    <dgm:pt modelId="{14F88831-B5D0-314F-A190-CCF274611A45}">
      <dgm:prSet phldrT="[文本]"/>
      <dgm:spPr/>
      <dgm:t>
        <a:bodyPr/>
        <a:lstStyle/>
        <a:p>
          <a:r>
            <a:rPr lang="zh-CN" altLang="en-US" dirty="0" smtClean="0"/>
            <a:t>组织工作</a:t>
          </a:r>
          <a:endParaRPr lang="zh-CN" altLang="en-US" dirty="0"/>
        </a:p>
      </dgm:t>
    </dgm:pt>
    <dgm:pt modelId="{73B5D8C1-D792-E84C-8267-1B6DB1345FE7}" cxnId="{CFB451BB-766C-1E45-B55B-8C3A83494266}" type="parTrans">
      <dgm:prSet/>
      <dgm:spPr/>
      <dgm:t>
        <a:bodyPr/>
        <a:lstStyle/>
        <a:p>
          <a:endParaRPr lang="zh-CN" altLang="en-US"/>
        </a:p>
      </dgm:t>
    </dgm:pt>
    <dgm:pt modelId="{BB848724-3DEE-0F49-8C19-8EE107D93D34}" cxnId="{CFB451BB-766C-1E45-B55B-8C3A83494266}" type="sibTrans">
      <dgm:prSet/>
      <dgm:spPr/>
      <dgm:t>
        <a:bodyPr/>
        <a:lstStyle/>
        <a:p>
          <a:endParaRPr lang="zh-CN" altLang="en-US"/>
        </a:p>
      </dgm:t>
    </dgm:pt>
    <dgm:pt modelId="{3D829C57-2F43-CE4D-8952-6AD132382184}">
      <dgm:prSet phldrT="[文本]"/>
      <dgm:spPr/>
      <dgm:t>
        <a:bodyPr/>
        <a:lstStyle/>
        <a:p>
          <a:r>
            <a:rPr lang="zh-CN" altLang="en-US" dirty="0" smtClean="0"/>
            <a:t>人事工作</a:t>
          </a:r>
          <a:endParaRPr lang="zh-CN" altLang="en-US" dirty="0"/>
        </a:p>
      </dgm:t>
    </dgm:pt>
    <dgm:pt modelId="{F88D5914-821A-5047-BC14-B347561AE05E}" cxnId="{8B242509-8D9F-8147-90C4-DC79A46C2999}" type="parTrans">
      <dgm:prSet/>
      <dgm:spPr/>
      <dgm:t>
        <a:bodyPr/>
        <a:lstStyle/>
        <a:p>
          <a:endParaRPr lang="zh-CN" altLang="en-US"/>
        </a:p>
      </dgm:t>
    </dgm:pt>
    <dgm:pt modelId="{30AAFDFA-A3D7-2E41-A966-252DEE8ADD68}" cxnId="{8B242509-8D9F-8147-90C4-DC79A46C2999}" type="sibTrans">
      <dgm:prSet/>
      <dgm:spPr/>
      <dgm:t>
        <a:bodyPr/>
        <a:lstStyle/>
        <a:p>
          <a:endParaRPr lang="zh-CN" altLang="en-US"/>
        </a:p>
      </dgm:t>
    </dgm:pt>
    <dgm:pt modelId="{317BCCB6-DCC4-3A42-8F9D-7555F66515C1}" type="pres">
      <dgm:prSet presAssocID="{81B4E8BA-3735-3D47-94A5-CDFD2B67A550}" presName="compositeShape" presStyleCnt="0">
        <dgm:presLayoutVars>
          <dgm:chMax val="2"/>
          <dgm:dir/>
          <dgm:resizeHandles val="exact"/>
        </dgm:presLayoutVars>
      </dgm:prSet>
      <dgm:spPr/>
      <dgm:t>
        <a:bodyPr/>
        <a:lstStyle/>
        <a:p>
          <a:endParaRPr lang="zh-CN" altLang="en-US"/>
        </a:p>
      </dgm:t>
    </dgm:pt>
    <dgm:pt modelId="{015F68D6-2D13-4048-A59A-0BA4F014C88C}" type="pres">
      <dgm:prSet presAssocID="{81B4E8BA-3735-3D47-94A5-CDFD2B67A550}" presName="ribbon" presStyleLbl="node1" presStyleIdx="0" presStyleCnt="1"/>
      <dgm:spPr/>
    </dgm:pt>
    <dgm:pt modelId="{52B636E3-5B83-4D43-B405-0D01E2896E59}" type="pres">
      <dgm:prSet presAssocID="{81B4E8BA-3735-3D47-94A5-CDFD2B67A550}" presName="leftArrowText" presStyleLbl="node1" presStyleIdx="0" presStyleCnt="1">
        <dgm:presLayoutVars>
          <dgm:chMax val="0"/>
          <dgm:bulletEnabled val="1"/>
        </dgm:presLayoutVars>
      </dgm:prSet>
      <dgm:spPr/>
      <dgm:t>
        <a:bodyPr/>
        <a:lstStyle/>
        <a:p>
          <a:endParaRPr lang="zh-CN" altLang="en-US"/>
        </a:p>
      </dgm:t>
    </dgm:pt>
    <dgm:pt modelId="{B2048494-1F3B-3446-9C01-FD91EAED0D5E}" type="pres">
      <dgm:prSet presAssocID="{81B4E8BA-3735-3D47-94A5-CDFD2B67A550}" presName="rightArrowText" presStyleLbl="node1" presStyleIdx="0" presStyleCnt="1">
        <dgm:presLayoutVars>
          <dgm:chMax val="0"/>
          <dgm:bulletEnabled val="1"/>
        </dgm:presLayoutVars>
      </dgm:prSet>
      <dgm:spPr/>
      <dgm:t>
        <a:bodyPr/>
        <a:lstStyle/>
        <a:p>
          <a:endParaRPr lang="zh-CN" altLang="en-US"/>
        </a:p>
      </dgm:t>
    </dgm:pt>
  </dgm:ptLst>
  <dgm:cxnLst>
    <dgm:cxn modelId="{CFB451BB-766C-1E45-B55B-8C3A83494266}" srcId="{81B4E8BA-3735-3D47-94A5-CDFD2B67A550}" destId="{14F88831-B5D0-314F-A190-CCF274611A45}" srcOrd="0" destOrd="0" parTransId="{73B5D8C1-D792-E84C-8267-1B6DB1345FE7}" sibTransId="{BB848724-3DEE-0F49-8C19-8EE107D93D34}"/>
    <dgm:cxn modelId="{29DC5000-426F-AB40-BEC0-AC326C0F6B4E}" type="presOf" srcId="{3D829C57-2F43-CE4D-8952-6AD132382184}" destId="{B2048494-1F3B-3446-9C01-FD91EAED0D5E}" srcOrd="0" destOrd="0" presId="urn:microsoft.com/office/officeart/2005/8/layout/arrow6"/>
    <dgm:cxn modelId="{8B242509-8D9F-8147-90C4-DC79A46C2999}" srcId="{81B4E8BA-3735-3D47-94A5-CDFD2B67A550}" destId="{3D829C57-2F43-CE4D-8952-6AD132382184}" srcOrd="1" destOrd="0" parTransId="{F88D5914-821A-5047-BC14-B347561AE05E}" sibTransId="{30AAFDFA-A3D7-2E41-A966-252DEE8ADD68}"/>
    <dgm:cxn modelId="{8AF52949-3166-5143-B6DB-3D24123A7EF2}" type="presOf" srcId="{81B4E8BA-3735-3D47-94A5-CDFD2B67A550}" destId="{317BCCB6-DCC4-3A42-8F9D-7555F66515C1}" srcOrd="0" destOrd="0" presId="urn:microsoft.com/office/officeart/2005/8/layout/arrow6"/>
    <dgm:cxn modelId="{3372E63B-B759-A941-88CD-8CEA0D835619}" type="presOf" srcId="{14F88831-B5D0-314F-A190-CCF274611A45}" destId="{52B636E3-5B83-4D43-B405-0D01E2896E59}" srcOrd="0" destOrd="0" presId="urn:microsoft.com/office/officeart/2005/8/layout/arrow6"/>
    <dgm:cxn modelId="{7D15870D-C720-5042-B16A-0EFD36A13823}" type="presParOf" srcId="{317BCCB6-DCC4-3A42-8F9D-7555F66515C1}" destId="{015F68D6-2D13-4048-A59A-0BA4F014C88C}" srcOrd="0" destOrd="0" presId="urn:microsoft.com/office/officeart/2005/8/layout/arrow6"/>
    <dgm:cxn modelId="{F0C02744-33CC-AB45-BF50-C5617DBA2F02}" type="presParOf" srcId="{317BCCB6-DCC4-3A42-8F9D-7555F66515C1}" destId="{52B636E3-5B83-4D43-B405-0D01E2896E59}" srcOrd="1" destOrd="0" presId="urn:microsoft.com/office/officeart/2005/8/layout/arrow6"/>
    <dgm:cxn modelId="{9E54767E-7204-C84C-9E85-AE5E9CE7391B}" type="presParOf" srcId="{317BCCB6-DCC4-3A42-8F9D-7555F66515C1}" destId="{B2048494-1F3B-3446-9C01-FD91EAED0D5E}" srcOrd="2" destOrd="0" presId="urn:microsoft.com/office/officeart/2005/8/layout/arrow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49F32F9-9DCA-CC43-A59D-DBFD1F923670}" type="doc">
      <dgm:prSet loTypeId="urn:microsoft.com/office/officeart/2005/8/layout/cycle7" loCatId="" qsTypeId="urn:microsoft.com/office/officeart/2005/8/quickstyle/simple4" qsCatId="simple" csTypeId="urn:microsoft.com/office/officeart/2005/8/colors/accent1_2" csCatId="accent1" phldr="1"/>
      <dgm:spPr/>
      <dgm:t>
        <a:bodyPr/>
        <a:lstStyle/>
        <a:p>
          <a:endParaRPr lang="zh-CN" altLang="en-US"/>
        </a:p>
      </dgm:t>
    </dgm:pt>
    <dgm:pt modelId="{986734E5-B5B7-6440-96C1-E30620377128}">
      <dgm:prSet phldrT="[文本]"/>
      <dgm:spPr/>
      <dgm:t>
        <a:bodyPr/>
        <a:lstStyle/>
        <a:p>
          <a:r>
            <a:rPr lang="zh-CN" altLang="en-US" dirty="0" smtClean="0"/>
            <a:t>从新不从旧</a:t>
          </a:r>
          <a:endParaRPr lang="zh-CN" altLang="en-US" dirty="0"/>
        </a:p>
      </dgm:t>
    </dgm:pt>
    <dgm:pt modelId="{0068D208-A721-1D43-878C-16323BBED3AA}" cxnId="{E2E30AC8-2F0B-434E-A2AB-DF7A8602F092}" type="parTrans">
      <dgm:prSet/>
      <dgm:spPr/>
      <dgm:t>
        <a:bodyPr/>
        <a:lstStyle/>
        <a:p>
          <a:endParaRPr lang="zh-CN" altLang="en-US"/>
        </a:p>
      </dgm:t>
    </dgm:pt>
    <dgm:pt modelId="{7EF8F42A-2794-CE43-A2C3-8E13FF346174}" cxnId="{E2E30AC8-2F0B-434E-A2AB-DF7A8602F092}" type="sibTrans">
      <dgm:prSet/>
      <dgm:spPr/>
      <dgm:t>
        <a:bodyPr/>
        <a:lstStyle/>
        <a:p>
          <a:endParaRPr lang="zh-CN" altLang="en-US"/>
        </a:p>
      </dgm:t>
    </dgm:pt>
    <dgm:pt modelId="{8651B6C5-049F-1E48-A94E-02102CC6085A}">
      <dgm:prSet phldrT="[文本]"/>
      <dgm:spPr/>
      <dgm:t>
        <a:bodyPr/>
        <a:lstStyle/>
        <a:p>
          <a:r>
            <a:rPr lang="zh-CN" altLang="en-US" dirty="0" smtClean="0"/>
            <a:t>不属于有争议事项</a:t>
          </a:r>
        </a:p>
        <a:p>
          <a:r>
            <a:rPr lang="zh-CN" altLang="en-US" dirty="0" smtClean="0"/>
            <a:t>解释条款</a:t>
          </a:r>
          <a:endParaRPr lang="zh-CN" altLang="en-US" dirty="0"/>
        </a:p>
      </dgm:t>
    </dgm:pt>
    <dgm:pt modelId="{0E0F5D7B-E440-354B-86AB-E5ECD476010D}" cxnId="{E5CEC0A4-058F-8742-8002-3A0B5C878B8C}" type="parTrans">
      <dgm:prSet/>
      <dgm:spPr/>
      <dgm:t>
        <a:bodyPr/>
        <a:lstStyle/>
        <a:p>
          <a:endParaRPr lang="zh-CN" altLang="en-US"/>
        </a:p>
      </dgm:t>
    </dgm:pt>
    <dgm:pt modelId="{3D92C645-D3EB-2A48-93D3-26424C80A048}" cxnId="{E5CEC0A4-058F-8742-8002-3A0B5C878B8C}" type="sibTrans">
      <dgm:prSet/>
      <dgm:spPr/>
      <dgm:t>
        <a:bodyPr/>
        <a:lstStyle/>
        <a:p>
          <a:endParaRPr lang="zh-CN" altLang="en-US"/>
        </a:p>
      </dgm:t>
    </dgm:pt>
    <dgm:pt modelId="{DFCC59E8-0855-C543-A674-F8835188B9CE}">
      <dgm:prSet phldrT="[文本]"/>
      <dgm:spPr/>
      <dgm:t>
        <a:bodyPr/>
        <a:lstStyle/>
        <a:p>
          <a:r>
            <a:rPr lang="zh-CN" altLang="en-US" dirty="0" smtClean="0"/>
            <a:t>前排就座</a:t>
          </a:r>
          <a:endParaRPr lang="zh-CN" altLang="en-US" dirty="0"/>
        </a:p>
      </dgm:t>
    </dgm:pt>
    <dgm:pt modelId="{504635BC-05B4-864B-B203-1F660515A29F}" cxnId="{424C7F30-72A1-3445-A6D5-0088F7379132}" type="parTrans">
      <dgm:prSet/>
      <dgm:spPr/>
      <dgm:t>
        <a:bodyPr/>
        <a:lstStyle/>
        <a:p>
          <a:endParaRPr lang="zh-CN" altLang="en-US"/>
        </a:p>
      </dgm:t>
    </dgm:pt>
    <dgm:pt modelId="{9B828085-E5C1-D34F-83F6-72FFF67C1A47}" cxnId="{424C7F30-72A1-3445-A6D5-0088F7379132}" type="sibTrans">
      <dgm:prSet/>
      <dgm:spPr/>
      <dgm:t>
        <a:bodyPr/>
        <a:lstStyle/>
        <a:p>
          <a:endParaRPr lang="zh-CN" altLang="en-US"/>
        </a:p>
      </dgm:t>
    </dgm:pt>
    <dgm:pt modelId="{5036A597-E977-0043-94BE-F8A000F8065C}" type="pres">
      <dgm:prSet presAssocID="{149F32F9-9DCA-CC43-A59D-DBFD1F923670}" presName="Name0" presStyleCnt="0">
        <dgm:presLayoutVars>
          <dgm:dir/>
          <dgm:resizeHandles val="exact"/>
        </dgm:presLayoutVars>
      </dgm:prSet>
      <dgm:spPr/>
      <dgm:t>
        <a:bodyPr/>
        <a:lstStyle/>
        <a:p>
          <a:endParaRPr lang="zh-CN" altLang="en-US"/>
        </a:p>
      </dgm:t>
    </dgm:pt>
    <dgm:pt modelId="{0B713843-6D21-8743-8B7E-0E9976685DE6}" type="pres">
      <dgm:prSet presAssocID="{986734E5-B5B7-6440-96C1-E30620377128}" presName="node" presStyleLbl="node1" presStyleIdx="0" presStyleCnt="3">
        <dgm:presLayoutVars>
          <dgm:bulletEnabled val="1"/>
        </dgm:presLayoutVars>
      </dgm:prSet>
      <dgm:spPr/>
      <dgm:t>
        <a:bodyPr/>
        <a:lstStyle/>
        <a:p>
          <a:endParaRPr lang="zh-CN" altLang="en-US"/>
        </a:p>
      </dgm:t>
    </dgm:pt>
    <dgm:pt modelId="{E2AFE420-DA96-A646-9B66-3EB90262BC9E}" type="pres">
      <dgm:prSet presAssocID="{7EF8F42A-2794-CE43-A2C3-8E13FF346174}" presName="sibTrans" presStyleLbl="sibTrans2D1" presStyleIdx="0" presStyleCnt="3"/>
      <dgm:spPr/>
      <dgm:t>
        <a:bodyPr/>
        <a:lstStyle/>
        <a:p>
          <a:endParaRPr lang="zh-CN" altLang="en-US"/>
        </a:p>
      </dgm:t>
    </dgm:pt>
    <dgm:pt modelId="{DC878A9E-1CC0-2D40-8698-CEE499607434}" type="pres">
      <dgm:prSet presAssocID="{7EF8F42A-2794-CE43-A2C3-8E13FF346174}" presName="connectorText" presStyleLbl="sibTrans2D1" presStyleIdx="0" presStyleCnt="3"/>
      <dgm:spPr/>
      <dgm:t>
        <a:bodyPr/>
        <a:lstStyle/>
        <a:p>
          <a:endParaRPr lang="zh-CN" altLang="en-US"/>
        </a:p>
      </dgm:t>
    </dgm:pt>
    <dgm:pt modelId="{740D76A8-1B07-004D-A746-FF8D0A6DD2DC}" type="pres">
      <dgm:prSet presAssocID="{8651B6C5-049F-1E48-A94E-02102CC6085A}" presName="node" presStyleLbl="node1" presStyleIdx="1" presStyleCnt="3">
        <dgm:presLayoutVars>
          <dgm:bulletEnabled val="1"/>
        </dgm:presLayoutVars>
      </dgm:prSet>
      <dgm:spPr/>
      <dgm:t>
        <a:bodyPr/>
        <a:lstStyle/>
        <a:p>
          <a:endParaRPr lang="zh-CN" altLang="en-US"/>
        </a:p>
      </dgm:t>
    </dgm:pt>
    <dgm:pt modelId="{AF83C727-F3AD-CA40-A376-5124FBBDE9E3}" type="pres">
      <dgm:prSet presAssocID="{3D92C645-D3EB-2A48-93D3-26424C80A048}" presName="sibTrans" presStyleLbl="sibTrans2D1" presStyleIdx="1" presStyleCnt="3"/>
      <dgm:spPr/>
      <dgm:t>
        <a:bodyPr/>
        <a:lstStyle/>
        <a:p>
          <a:endParaRPr lang="zh-CN" altLang="en-US"/>
        </a:p>
      </dgm:t>
    </dgm:pt>
    <dgm:pt modelId="{3D9789C7-9A28-D340-8F20-5E0269053897}" type="pres">
      <dgm:prSet presAssocID="{3D92C645-D3EB-2A48-93D3-26424C80A048}" presName="connectorText" presStyleLbl="sibTrans2D1" presStyleIdx="1" presStyleCnt="3"/>
      <dgm:spPr/>
      <dgm:t>
        <a:bodyPr/>
        <a:lstStyle/>
        <a:p>
          <a:endParaRPr lang="zh-CN" altLang="en-US"/>
        </a:p>
      </dgm:t>
    </dgm:pt>
    <dgm:pt modelId="{B99BD6DA-A703-A34F-B63D-B8E9D7FC8073}" type="pres">
      <dgm:prSet presAssocID="{DFCC59E8-0855-C543-A674-F8835188B9CE}" presName="node" presStyleLbl="node1" presStyleIdx="2" presStyleCnt="3">
        <dgm:presLayoutVars>
          <dgm:bulletEnabled val="1"/>
        </dgm:presLayoutVars>
      </dgm:prSet>
      <dgm:spPr/>
      <dgm:t>
        <a:bodyPr/>
        <a:lstStyle/>
        <a:p>
          <a:endParaRPr lang="zh-CN" altLang="en-US"/>
        </a:p>
      </dgm:t>
    </dgm:pt>
    <dgm:pt modelId="{0C1FB961-A089-BA48-B63F-0E2D5952E7CD}" type="pres">
      <dgm:prSet presAssocID="{9B828085-E5C1-D34F-83F6-72FFF67C1A47}" presName="sibTrans" presStyleLbl="sibTrans2D1" presStyleIdx="2" presStyleCnt="3"/>
      <dgm:spPr/>
      <dgm:t>
        <a:bodyPr/>
        <a:lstStyle/>
        <a:p>
          <a:endParaRPr lang="zh-CN" altLang="en-US"/>
        </a:p>
      </dgm:t>
    </dgm:pt>
    <dgm:pt modelId="{E16F782F-ACE8-8D49-86C9-B406EB65337D}" type="pres">
      <dgm:prSet presAssocID="{9B828085-E5C1-D34F-83F6-72FFF67C1A47}" presName="connectorText" presStyleLbl="sibTrans2D1" presStyleIdx="2" presStyleCnt="3"/>
      <dgm:spPr/>
      <dgm:t>
        <a:bodyPr/>
        <a:lstStyle/>
        <a:p>
          <a:endParaRPr lang="zh-CN" altLang="en-US"/>
        </a:p>
      </dgm:t>
    </dgm:pt>
  </dgm:ptLst>
  <dgm:cxnLst>
    <dgm:cxn modelId="{E492DFE0-BBA3-604C-AEFC-2D05066904B3}" type="presOf" srcId="{7EF8F42A-2794-CE43-A2C3-8E13FF346174}" destId="{DC878A9E-1CC0-2D40-8698-CEE499607434}" srcOrd="1" destOrd="0" presId="urn:microsoft.com/office/officeart/2005/8/layout/cycle7"/>
    <dgm:cxn modelId="{23F251CD-65C2-4847-8294-6FE970EDD163}" type="presOf" srcId="{DFCC59E8-0855-C543-A674-F8835188B9CE}" destId="{B99BD6DA-A703-A34F-B63D-B8E9D7FC8073}" srcOrd="0" destOrd="0" presId="urn:microsoft.com/office/officeart/2005/8/layout/cycle7"/>
    <dgm:cxn modelId="{424C7F30-72A1-3445-A6D5-0088F7379132}" srcId="{149F32F9-9DCA-CC43-A59D-DBFD1F923670}" destId="{DFCC59E8-0855-C543-A674-F8835188B9CE}" srcOrd="2" destOrd="0" parTransId="{504635BC-05B4-864B-B203-1F660515A29F}" sibTransId="{9B828085-E5C1-D34F-83F6-72FFF67C1A47}"/>
    <dgm:cxn modelId="{E09F56FE-DDCA-6740-9231-0F36EECA03CD}" type="presOf" srcId="{8651B6C5-049F-1E48-A94E-02102CC6085A}" destId="{740D76A8-1B07-004D-A746-FF8D0A6DD2DC}" srcOrd="0" destOrd="0" presId="urn:microsoft.com/office/officeart/2005/8/layout/cycle7"/>
    <dgm:cxn modelId="{AEF2B43E-AB9D-8D43-BB81-B0C2F3368D36}" type="presOf" srcId="{9B828085-E5C1-D34F-83F6-72FFF67C1A47}" destId="{0C1FB961-A089-BA48-B63F-0E2D5952E7CD}" srcOrd="0" destOrd="0" presId="urn:microsoft.com/office/officeart/2005/8/layout/cycle7"/>
    <dgm:cxn modelId="{E2E30AC8-2F0B-434E-A2AB-DF7A8602F092}" srcId="{149F32F9-9DCA-CC43-A59D-DBFD1F923670}" destId="{986734E5-B5B7-6440-96C1-E30620377128}" srcOrd="0" destOrd="0" parTransId="{0068D208-A721-1D43-878C-16323BBED3AA}" sibTransId="{7EF8F42A-2794-CE43-A2C3-8E13FF346174}"/>
    <dgm:cxn modelId="{A7342CC5-EB18-2E48-A1E4-CB665FBDD83A}" type="presOf" srcId="{986734E5-B5B7-6440-96C1-E30620377128}" destId="{0B713843-6D21-8743-8B7E-0E9976685DE6}" srcOrd="0" destOrd="0" presId="urn:microsoft.com/office/officeart/2005/8/layout/cycle7"/>
    <dgm:cxn modelId="{9946E887-62E5-0941-8069-70ADB3CDEFAB}" type="presOf" srcId="{9B828085-E5C1-D34F-83F6-72FFF67C1A47}" destId="{E16F782F-ACE8-8D49-86C9-B406EB65337D}" srcOrd="1" destOrd="0" presId="urn:microsoft.com/office/officeart/2005/8/layout/cycle7"/>
    <dgm:cxn modelId="{E5CEC0A4-058F-8742-8002-3A0B5C878B8C}" srcId="{149F32F9-9DCA-CC43-A59D-DBFD1F923670}" destId="{8651B6C5-049F-1E48-A94E-02102CC6085A}" srcOrd="1" destOrd="0" parTransId="{0E0F5D7B-E440-354B-86AB-E5ECD476010D}" sibTransId="{3D92C645-D3EB-2A48-93D3-26424C80A048}"/>
    <dgm:cxn modelId="{73352C04-0A7E-EE4A-90A1-849E22AA6A06}" type="presOf" srcId="{3D92C645-D3EB-2A48-93D3-26424C80A048}" destId="{3D9789C7-9A28-D340-8F20-5E0269053897}" srcOrd="1" destOrd="0" presId="urn:microsoft.com/office/officeart/2005/8/layout/cycle7"/>
    <dgm:cxn modelId="{4B45BB56-3411-BB4C-88AA-792BBF6DDBA8}" type="presOf" srcId="{7EF8F42A-2794-CE43-A2C3-8E13FF346174}" destId="{E2AFE420-DA96-A646-9B66-3EB90262BC9E}" srcOrd="0" destOrd="0" presId="urn:microsoft.com/office/officeart/2005/8/layout/cycle7"/>
    <dgm:cxn modelId="{B1349A2E-194B-8941-8AFF-64F42A135692}" type="presOf" srcId="{149F32F9-9DCA-CC43-A59D-DBFD1F923670}" destId="{5036A597-E977-0043-94BE-F8A000F8065C}" srcOrd="0" destOrd="0" presId="urn:microsoft.com/office/officeart/2005/8/layout/cycle7"/>
    <dgm:cxn modelId="{D898F236-5A86-364D-99D8-9E1D5F1CCF60}" type="presOf" srcId="{3D92C645-D3EB-2A48-93D3-26424C80A048}" destId="{AF83C727-F3AD-CA40-A376-5124FBBDE9E3}" srcOrd="0" destOrd="0" presId="urn:microsoft.com/office/officeart/2005/8/layout/cycle7"/>
    <dgm:cxn modelId="{350FF7EC-1053-B243-A908-4FCAC92DA8BE}" type="presParOf" srcId="{5036A597-E977-0043-94BE-F8A000F8065C}" destId="{0B713843-6D21-8743-8B7E-0E9976685DE6}" srcOrd="0" destOrd="0" presId="urn:microsoft.com/office/officeart/2005/8/layout/cycle7"/>
    <dgm:cxn modelId="{9A1C2CF5-AF6D-774E-8D58-F88873DDE463}" type="presParOf" srcId="{5036A597-E977-0043-94BE-F8A000F8065C}" destId="{E2AFE420-DA96-A646-9B66-3EB90262BC9E}" srcOrd="1" destOrd="0" presId="urn:microsoft.com/office/officeart/2005/8/layout/cycle7"/>
    <dgm:cxn modelId="{B69C0E2D-F00B-CA4A-BD00-39FB1EBDEF90}" type="presParOf" srcId="{E2AFE420-DA96-A646-9B66-3EB90262BC9E}" destId="{DC878A9E-1CC0-2D40-8698-CEE499607434}" srcOrd="0" destOrd="0" presId="urn:microsoft.com/office/officeart/2005/8/layout/cycle7"/>
    <dgm:cxn modelId="{663D6E78-E7DF-CD4E-A642-E19A3AC7A3C7}" type="presParOf" srcId="{5036A597-E977-0043-94BE-F8A000F8065C}" destId="{740D76A8-1B07-004D-A746-FF8D0A6DD2DC}" srcOrd="2" destOrd="0" presId="urn:microsoft.com/office/officeart/2005/8/layout/cycle7"/>
    <dgm:cxn modelId="{5C33FDE1-30AA-F246-BDA3-E309614EE88C}" type="presParOf" srcId="{5036A597-E977-0043-94BE-F8A000F8065C}" destId="{AF83C727-F3AD-CA40-A376-5124FBBDE9E3}" srcOrd="3" destOrd="0" presId="urn:microsoft.com/office/officeart/2005/8/layout/cycle7"/>
    <dgm:cxn modelId="{6A2CEFC0-DE62-DF4A-94A1-CAF490E6ED9D}" type="presParOf" srcId="{AF83C727-F3AD-CA40-A376-5124FBBDE9E3}" destId="{3D9789C7-9A28-D340-8F20-5E0269053897}" srcOrd="0" destOrd="0" presId="urn:microsoft.com/office/officeart/2005/8/layout/cycle7"/>
    <dgm:cxn modelId="{1FC126E5-993F-AE47-84B1-681CE3FB80F1}" type="presParOf" srcId="{5036A597-E977-0043-94BE-F8A000F8065C}" destId="{B99BD6DA-A703-A34F-B63D-B8E9D7FC8073}" srcOrd="4" destOrd="0" presId="urn:microsoft.com/office/officeart/2005/8/layout/cycle7"/>
    <dgm:cxn modelId="{15871D9F-2E75-4E47-91B7-94B418D69CF5}" type="presParOf" srcId="{5036A597-E977-0043-94BE-F8A000F8065C}" destId="{0C1FB961-A089-BA48-B63F-0E2D5952E7CD}" srcOrd="5" destOrd="0" presId="urn:microsoft.com/office/officeart/2005/8/layout/cycle7"/>
    <dgm:cxn modelId="{160BBE36-9339-294A-AF7C-561B9198DEBB}" type="presParOf" srcId="{0C1FB961-A089-BA48-B63F-0E2D5952E7CD}" destId="{E16F782F-ACE8-8D49-86C9-B406EB65337D}" srcOrd="0" destOrd="0" presId="urn:microsoft.com/office/officeart/2005/8/layout/cycle7"/>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9E25D4C-2C18-D94F-AA0E-BFCFB06DD24A}" type="doc">
      <dgm:prSet loTypeId="urn:microsoft.com/office/officeart/2005/8/layout/arrow2" loCatId="" qsTypeId="urn:microsoft.com/office/officeart/2005/8/quickstyle/simple4" qsCatId="simple" csTypeId="urn:microsoft.com/office/officeart/2005/8/colors/accent1_2" csCatId="accent1" phldr="1"/>
      <dgm:spPr/>
    </dgm:pt>
    <dgm:pt modelId="{4F8A74BF-AAFF-EB45-8D31-287C5673276A}">
      <dgm:prSet phldrT="[文本]"/>
      <dgm:spPr/>
      <dgm:t>
        <a:bodyPr/>
        <a:lstStyle/>
        <a:p>
          <a:r>
            <a:rPr lang="zh-CN" altLang="en-US" dirty="0" smtClean="0"/>
            <a:t>根据该事项内容所涉及的业务，分别找出与之相对应的保密事项范围</a:t>
          </a:r>
          <a:endParaRPr lang="zh-CN" altLang="en-US" dirty="0"/>
        </a:p>
      </dgm:t>
    </dgm:pt>
    <dgm:pt modelId="{2657068F-661B-154C-8004-BD46F16522DD}" cxnId="{607CE8B2-569E-0F46-A44E-D3EC5851E4E7}" type="parTrans">
      <dgm:prSet/>
      <dgm:spPr/>
      <dgm:t>
        <a:bodyPr/>
        <a:lstStyle/>
        <a:p>
          <a:endParaRPr lang="zh-CN" altLang="en-US"/>
        </a:p>
      </dgm:t>
    </dgm:pt>
    <dgm:pt modelId="{EA5B05AE-A75D-BC45-B2A7-BDC1210AC879}" cxnId="{607CE8B2-569E-0F46-A44E-D3EC5851E4E7}" type="sibTrans">
      <dgm:prSet/>
      <dgm:spPr/>
      <dgm:t>
        <a:bodyPr/>
        <a:lstStyle/>
        <a:p>
          <a:endParaRPr lang="zh-CN" altLang="en-US"/>
        </a:p>
      </dgm:t>
    </dgm:pt>
    <dgm:pt modelId="{D0E573B5-BB38-FA41-8F97-86A169E449E0}">
      <dgm:prSet phldrT="[文本]"/>
      <dgm:spPr/>
      <dgm:t>
        <a:bodyPr/>
        <a:lstStyle/>
        <a:p>
          <a:r>
            <a:rPr lang="zh-CN" altLang="en-US" dirty="0" smtClean="0"/>
            <a:t>逐次在每个保密事项范围中找出与所涉及内容相对应的密级</a:t>
          </a:r>
          <a:endParaRPr lang="zh-CN" altLang="en-US" dirty="0"/>
        </a:p>
      </dgm:t>
    </dgm:pt>
    <dgm:pt modelId="{DBAD38AD-4E2F-5147-976C-47CE9EDDC3CA}" cxnId="{0B537D9F-5983-B547-A6BA-DFBBABBC1112}" type="parTrans">
      <dgm:prSet/>
      <dgm:spPr/>
      <dgm:t>
        <a:bodyPr/>
        <a:lstStyle/>
        <a:p>
          <a:endParaRPr lang="zh-CN" altLang="en-US"/>
        </a:p>
      </dgm:t>
    </dgm:pt>
    <dgm:pt modelId="{2D9A5BFD-882D-2E4D-85CC-33C38E5A5265}" cxnId="{0B537D9F-5983-B547-A6BA-DFBBABBC1112}" type="sibTrans">
      <dgm:prSet/>
      <dgm:spPr/>
      <dgm:t>
        <a:bodyPr/>
        <a:lstStyle/>
        <a:p>
          <a:endParaRPr lang="zh-CN" altLang="en-US"/>
        </a:p>
      </dgm:t>
    </dgm:pt>
    <dgm:pt modelId="{3CFB0455-BF94-8D40-A7DA-EBD0F934FC2F}">
      <dgm:prSet phldrT="[文本]"/>
      <dgm:spPr/>
      <dgm:t>
        <a:bodyPr/>
        <a:lstStyle/>
        <a:p>
          <a:r>
            <a:rPr lang="zh-CN" altLang="en-US" dirty="0" smtClean="0"/>
            <a:t>按照所涉及保密事项范围中对应的最高密级和最长保密期限共同确定该事项的密级和保密期限</a:t>
          </a:r>
          <a:endParaRPr lang="zh-CN" altLang="en-US" dirty="0"/>
        </a:p>
      </dgm:t>
    </dgm:pt>
    <dgm:pt modelId="{1FC38351-CE5E-1641-97E6-E9181FCE6E24}" cxnId="{9BD7E27F-CE9E-5C40-B66C-6EB125162B5F}" type="parTrans">
      <dgm:prSet/>
      <dgm:spPr/>
      <dgm:t>
        <a:bodyPr/>
        <a:lstStyle/>
        <a:p>
          <a:endParaRPr lang="zh-CN" altLang="en-US"/>
        </a:p>
      </dgm:t>
    </dgm:pt>
    <dgm:pt modelId="{FCC4ED25-EF77-CB4E-9A89-00F1987D3A82}" cxnId="{9BD7E27F-CE9E-5C40-B66C-6EB125162B5F}" type="sibTrans">
      <dgm:prSet/>
      <dgm:spPr/>
      <dgm:t>
        <a:bodyPr/>
        <a:lstStyle/>
        <a:p>
          <a:endParaRPr lang="zh-CN" altLang="en-US"/>
        </a:p>
      </dgm:t>
    </dgm:pt>
    <dgm:pt modelId="{784D4DF7-F313-8842-B67F-898DED1B8F38}" type="pres">
      <dgm:prSet presAssocID="{D9E25D4C-2C18-D94F-AA0E-BFCFB06DD24A}" presName="arrowDiagram" presStyleCnt="0">
        <dgm:presLayoutVars>
          <dgm:chMax val="5"/>
          <dgm:dir/>
          <dgm:resizeHandles val="exact"/>
        </dgm:presLayoutVars>
      </dgm:prSet>
      <dgm:spPr/>
    </dgm:pt>
    <dgm:pt modelId="{BC09A113-2721-5A48-AFAE-53BE79502375}" type="pres">
      <dgm:prSet presAssocID="{D9E25D4C-2C18-D94F-AA0E-BFCFB06DD24A}" presName="arrow" presStyleLbl="bgShp" presStyleIdx="0" presStyleCnt="1"/>
      <dgm:spPr/>
    </dgm:pt>
    <dgm:pt modelId="{B89F1C2D-7B4B-2549-BE01-7DC9A2B5EDAF}" type="pres">
      <dgm:prSet presAssocID="{D9E25D4C-2C18-D94F-AA0E-BFCFB06DD24A}" presName="arrowDiagram3" presStyleCnt="0"/>
      <dgm:spPr/>
    </dgm:pt>
    <dgm:pt modelId="{9128196C-CDA5-D749-ABFF-B5C0DAF2854A}" type="pres">
      <dgm:prSet presAssocID="{4F8A74BF-AAFF-EB45-8D31-287C5673276A}" presName="bullet3a" presStyleLbl="node1" presStyleIdx="0" presStyleCnt="3"/>
      <dgm:spPr/>
    </dgm:pt>
    <dgm:pt modelId="{722053E9-8091-4649-B194-3AE20668B0AB}" type="pres">
      <dgm:prSet presAssocID="{4F8A74BF-AAFF-EB45-8D31-287C5673276A}" presName="textBox3a" presStyleLbl="revTx" presStyleIdx="0" presStyleCnt="3" custScaleX="209012">
        <dgm:presLayoutVars>
          <dgm:bulletEnabled val="1"/>
        </dgm:presLayoutVars>
      </dgm:prSet>
      <dgm:spPr/>
      <dgm:t>
        <a:bodyPr/>
        <a:lstStyle/>
        <a:p>
          <a:endParaRPr lang="zh-CN" altLang="en-US"/>
        </a:p>
      </dgm:t>
    </dgm:pt>
    <dgm:pt modelId="{5A93C401-BA98-F44D-9E7B-B27FCABB216F}" type="pres">
      <dgm:prSet presAssocID="{D0E573B5-BB38-FA41-8F97-86A169E449E0}" presName="bullet3b" presStyleLbl="node1" presStyleIdx="1" presStyleCnt="3"/>
      <dgm:spPr/>
    </dgm:pt>
    <dgm:pt modelId="{04D92AB4-15DF-DE4F-B4F0-5FA96E38D03A}" type="pres">
      <dgm:prSet presAssocID="{D0E573B5-BB38-FA41-8F97-86A169E449E0}" presName="textBox3b" presStyleLbl="revTx" presStyleIdx="1" presStyleCnt="3" custScaleX="223734">
        <dgm:presLayoutVars>
          <dgm:bulletEnabled val="1"/>
        </dgm:presLayoutVars>
      </dgm:prSet>
      <dgm:spPr/>
      <dgm:t>
        <a:bodyPr/>
        <a:lstStyle/>
        <a:p>
          <a:endParaRPr lang="zh-CN" altLang="en-US"/>
        </a:p>
      </dgm:t>
    </dgm:pt>
    <dgm:pt modelId="{22D03D61-D249-014B-B044-BA93C3BB0378}" type="pres">
      <dgm:prSet presAssocID="{3CFB0455-BF94-8D40-A7DA-EBD0F934FC2F}" presName="bullet3c" presStyleLbl="node1" presStyleIdx="2" presStyleCnt="3"/>
      <dgm:spPr/>
    </dgm:pt>
    <dgm:pt modelId="{213834AC-F79D-5549-AE11-CE66B6B30CFC}" type="pres">
      <dgm:prSet presAssocID="{3CFB0455-BF94-8D40-A7DA-EBD0F934FC2F}" presName="textBox3c" presStyleLbl="revTx" presStyleIdx="2" presStyleCnt="3" custScaleX="201682" custScaleY="25435" custLinFactX="7872" custLinFactNeighborX="100000" custLinFactNeighborY="-67857">
        <dgm:presLayoutVars>
          <dgm:bulletEnabled val="1"/>
        </dgm:presLayoutVars>
      </dgm:prSet>
      <dgm:spPr/>
      <dgm:t>
        <a:bodyPr/>
        <a:lstStyle/>
        <a:p>
          <a:endParaRPr lang="zh-CN" altLang="en-US"/>
        </a:p>
      </dgm:t>
    </dgm:pt>
  </dgm:ptLst>
  <dgm:cxnLst>
    <dgm:cxn modelId="{A9BDC8B4-AE17-3843-8CB1-E8D32F17799A}" type="presOf" srcId="{D0E573B5-BB38-FA41-8F97-86A169E449E0}" destId="{04D92AB4-15DF-DE4F-B4F0-5FA96E38D03A}" srcOrd="0" destOrd="0" presId="urn:microsoft.com/office/officeart/2005/8/layout/arrow2"/>
    <dgm:cxn modelId="{607CE8B2-569E-0F46-A44E-D3EC5851E4E7}" srcId="{D9E25D4C-2C18-D94F-AA0E-BFCFB06DD24A}" destId="{4F8A74BF-AAFF-EB45-8D31-287C5673276A}" srcOrd="0" destOrd="0" parTransId="{2657068F-661B-154C-8004-BD46F16522DD}" sibTransId="{EA5B05AE-A75D-BC45-B2A7-BDC1210AC879}"/>
    <dgm:cxn modelId="{02CDE459-5118-5749-BD1E-B39E630C5556}" type="presOf" srcId="{3CFB0455-BF94-8D40-A7DA-EBD0F934FC2F}" destId="{213834AC-F79D-5549-AE11-CE66B6B30CFC}" srcOrd="0" destOrd="0" presId="urn:microsoft.com/office/officeart/2005/8/layout/arrow2"/>
    <dgm:cxn modelId="{995CE6FC-F282-B543-9F71-269E0CDFE468}" type="presOf" srcId="{4F8A74BF-AAFF-EB45-8D31-287C5673276A}" destId="{722053E9-8091-4649-B194-3AE20668B0AB}" srcOrd="0" destOrd="0" presId="urn:microsoft.com/office/officeart/2005/8/layout/arrow2"/>
    <dgm:cxn modelId="{71648C9A-B273-744A-8526-847C209449E6}" type="presOf" srcId="{D9E25D4C-2C18-D94F-AA0E-BFCFB06DD24A}" destId="{784D4DF7-F313-8842-B67F-898DED1B8F38}" srcOrd="0" destOrd="0" presId="urn:microsoft.com/office/officeart/2005/8/layout/arrow2"/>
    <dgm:cxn modelId="{0B537D9F-5983-B547-A6BA-DFBBABBC1112}" srcId="{D9E25D4C-2C18-D94F-AA0E-BFCFB06DD24A}" destId="{D0E573B5-BB38-FA41-8F97-86A169E449E0}" srcOrd="1" destOrd="0" parTransId="{DBAD38AD-4E2F-5147-976C-47CE9EDDC3CA}" sibTransId="{2D9A5BFD-882D-2E4D-85CC-33C38E5A5265}"/>
    <dgm:cxn modelId="{9BD7E27F-CE9E-5C40-B66C-6EB125162B5F}" srcId="{D9E25D4C-2C18-D94F-AA0E-BFCFB06DD24A}" destId="{3CFB0455-BF94-8D40-A7DA-EBD0F934FC2F}" srcOrd="2" destOrd="0" parTransId="{1FC38351-CE5E-1641-97E6-E9181FCE6E24}" sibTransId="{FCC4ED25-EF77-CB4E-9A89-00F1987D3A82}"/>
    <dgm:cxn modelId="{8519A12E-D0BF-0248-969E-836E83930432}" type="presParOf" srcId="{784D4DF7-F313-8842-B67F-898DED1B8F38}" destId="{BC09A113-2721-5A48-AFAE-53BE79502375}" srcOrd="0" destOrd="0" presId="urn:microsoft.com/office/officeart/2005/8/layout/arrow2"/>
    <dgm:cxn modelId="{06577BF1-C0DF-F54B-A873-AAB135C1E7FE}" type="presParOf" srcId="{784D4DF7-F313-8842-B67F-898DED1B8F38}" destId="{B89F1C2D-7B4B-2549-BE01-7DC9A2B5EDAF}" srcOrd="1" destOrd="0" presId="urn:microsoft.com/office/officeart/2005/8/layout/arrow2"/>
    <dgm:cxn modelId="{ED9B2B4F-49F2-6B4D-AC9C-DE4B3009DD33}" type="presParOf" srcId="{B89F1C2D-7B4B-2549-BE01-7DC9A2B5EDAF}" destId="{9128196C-CDA5-D749-ABFF-B5C0DAF2854A}" srcOrd="0" destOrd="0" presId="urn:microsoft.com/office/officeart/2005/8/layout/arrow2"/>
    <dgm:cxn modelId="{BCBEEC91-EE1E-8F44-9400-F837AE24F538}" type="presParOf" srcId="{B89F1C2D-7B4B-2549-BE01-7DC9A2B5EDAF}" destId="{722053E9-8091-4649-B194-3AE20668B0AB}" srcOrd="1" destOrd="0" presId="urn:microsoft.com/office/officeart/2005/8/layout/arrow2"/>
    <dgm:cxn modelId="{2F3F9C8A-6734-1340-B7C0-5CC630715D78}" type="presParOf" srcId="{B89F1C2D-7B4B-2549-BE01-7DC9A2B5EDAF}" destId="{5A93C401-BA98-F44D-9E7B-B27FCABB216F}" srcOrd="2" destOrd="0" presId="urn:microsoft.com/office/officeart/2005/8/layout/arrow2"/>
    <dgm:cxn modelId="{456538A2-888C-024C-A98F-7ADE2ADFCA44}" type="presParOf" srcId="{B89F1C2D-7B4B-2549-BE01-7DC9A2B5EDAF}" destId="{04D92AB4-15DF-DE4F-B4F0-5FA96E38D03A}" srcOrd="3" destOrd="0" presId="urn:microsoft.com/office/officeart/2005/8/layout/arrow2"/>
    <dgm:cxn modelId="{CBD3269F-C237-A74F-BB24-B6C71CB87ECF}" type="presParOf" srcId="{B89F1C2D-7B4B-2549-BE01-7DC9A2B5EDAF}" destId="{22D03D61-D249-014B-B044-BA93C3BB0378}" srcOrd="4" destOrd="0" presId="urn:microsoft.com/office/officeart/2005/8/layout/arrow2"/>
    <dgm:cxn modelId="{3FEE5AD3-0133-5C4C-BF7F-DAF6B7580F59}" type="presParOf" srcId="{B89F1C2D-7B4B-2549-BE01-7DC9A2B5EDAF}" destId="{213834AC-F79D-5549-AE11-CE66B6B30CFC}" srcOrd="5" destOrd="0" presId="urn:microsoft.com/office/officeart/2005/8/layout/arrow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3408F0A-1C0E-744A-86DF-7BD05A62ACAD}" type="doc">
      <dgm:prSet loTypeId="urn:microsoft.com/office/officeart/2005/8/layout/vList5" loCatId="" qsTypeId="urn:microsoft.com/office/officeart/2005/8/quickstyle/simple4" qsCatId="simple" csTypeId="urn:microsoft.com/office/officeart/2005/8/colors/accent1_2" csCatId="accent1" phldr="1"/>
      <dgm:spPr/>
      <dgm:t>
        <a:bodyPr/>
        <a:lstStyle/>
        <a:p>
          <a:endParaRPr lang="zh-CN" altLang="en-US"/>
        </a:p>
      </dgm:t>
    </dgm:pt>
    <dgm:pt modelId="{FAFC5C34-6A9B-204F-B796-773494E9F395}">
      <dgm:prSet phldrT="[文本]"/>
      <dgm:spPr/>
      <dgm:t>
        <a:bodyPr/>
        <a:lstStyle/>
        <a:p>
          <a:r>
            <a:rPr lang="zh-CN" altLang="en-US" dirty="0" smtClean="0"/>
            <a:t>优化依法定密的内部环境</a:t>
          </a:r>
          <a:endParaRPr lang="zh-CN" altLang="en-US" dirty="0"/>
        </a:p>
      </dgm:t>
    </dgm:pt>
    <dgm:pt modelId="{D5BCB51F-6373-0541-AC5B-16C870374797}" cxnId="{B7FD41A6-903B-E94C-88C6-C7067A6D6314}" type="parTrans">
      <dgm:prSet/>
      <dgm:spPr/>
      <dgm:t>
        <a:bodyPr/>
        <a:lstStyle/>
        <a:p>
          <a:endParaRPr lang="zh-CN" altLang="en-US"/>
        </a:p>
      </dgm:t>
    </dgm:pt>
    <dgm:pt modelId="{77DC05B8-5AAE-E847-9BE4-ADADEF58487E}" cxnId="{B7FD41A6-903B-E94C-88C6-C7067A6D6314}" type="sibTrans">
      <dgm:prSet/>
      <dgm:spPr/>
      <dgm:t>
        <a:bodyPr/>
        <a:lstStyle/>
        <a:p>
          <a:endParaRPr lang="zh-CN" altLang="en-US"/>
        </a:p>
      </dgm:t>
    </dgm:pt>
    <dgm:pt modelId="{DEBE66CB-9768-0C4E-83C9-B58CBA253D18}">
      <dgm:prSet phldrT="[文本]"/>
      <dgm:spPr/>
      <dgm:t>
        <a:bodyPr/>
        <a:lstStyle/>
        <a:p>
          <a:r>
            <a:rPr lang="zh-CN" altLang="en-US" dirty="0" smtClean="0"/>
            <a:t>观念认识到位</a:t>
          </a:r>
          <a:endParaRPr lang="zh-CN" altLang="en-US" dirty="0"/>
        </a:p>
      </dgm:t>
    </dgm:pt>
    <dgm:pt modelId="{608AE303-53B4-4847-ADA3-CBEF731C3392}" cxnId="{4FD60A87-B90A-B34B-B5AD-616CA35B9ED1}" type="parTrans">
      <dgm:prSet/>
      <dgm:spPr/>
      <dgm:t>
        <a:bodyPr/>
        <a:lstStyle/>
        <a:p>
          <a:endParaRPr lang="zh-CN" altLang="en-US"/>
        </a:p>
      </dgm:t>
    </dgm:pt>
    <dgm:pt modelId="{512C0A7F-5690-964B-B980-F7127712197E}" cxnId="{4FD60A87-B90A-B34B-B5AD-616CA35B9ED1}" type="sibTrans">
      <dgm:prSet/>
      <dgm:spPr/>
      <dgm:t>
        <a:bodyPr/>
        <a:lstStyle/>
        <a:p>
          <a:endParaRPr lang="zh-CN" altLang="en-US"/>
        </a:p>
      </dgm:t>
    </dgm:pt>
    <dgm:pt modelId="{2CE279FC-48CC-E64C-BA01-878AD9AE6F12}">
      <dgm:prSet phldrT="[文本]"/>
      <dgm:spPr/>
      <dgm:t>
        <a:bodyPr/>
        <a:lstStyle/>
        <a:p>
          <a:r>
            <a:rPr lang="zh-CN" altLang="en-US" dirty="0" smtClean="0"/>
            <a:t>宣传教育、依法行政、增强定密意识</a:t>
          </a:r>
          <a:endParaRPr lang="zh-CN" altLang="en-US" dirty="0"/>
        </a:p>
      </dgm:t>
    </dgm:pt>
    <dgm:pt modelId="{7CFD63EA-1F39-1845-86C9-1DB99E2FF0D3}" cxnId="{210D9D93-5232-994D-942C-2A15800EB889}" type="parTrans">
      <dgm:prSet/>
      <dgm:spPr/>
      <dgm:t>
        <a:bodyPr/>
        <a:lstStyle/>
        <a:p>
          <a:endParaRPr lang="zh-CN" altLang="en-US"/>
        </a:p>
      </dgm:t>
    </dgm:pt>
    <dgm:pt modelId="{BBF7B879-2FBE-B244-B4D7-1E822A044478}" cxnId="{210D9D93-5232-994D-942C-2A15800EB889}" type="sibTrans">
      <dgm:prSet/>
      <dgm:spPr/>
      <dgm:t>
        <a:bodyPr/>
        <a:lstStyle/>
        <a:p>
          <a:endParaRPr lang="zh-CN" altLang="en-US"/>
        </a:p>
      </dgm:t>
    </dgm:pt>
    <dgm:pt modelId="{E0227967-CEC6-7C4F-ABAA-24ADEDC21939}">
      <dgm:prSet phldrT="[文本]"/>
      <dgm:spPr/>
      <dgm:t>
        <a:bodyPr/>
        <a:lstStyle/>
        <a:p>
          <a:r>
            <a:rPr lang="zh-CN" altLang="en-US" dirty="0" smtClean="0"/>
            <a:t>加强定密常识和技能的专业培训</a:t>
          </a:r>
          <a:endParaRPr lang="zh-CN" altLang="en-US" dirty="0"/>
        </a:p>
      </dgm:t>
    </dgm:pt>
    <dgm:pt modelId="{87E595D6-8680-134B-9B3D-658919B412EA}" cxnId="{8B0CFDCF-3C98-6D40-A061-1D5F324CDB1E}" type="parTrans">
      <dgm:prSet/>
      <dgm:spPr/>
      <dgm:t>
        <a:bodyPr/>
        <a:lstStyle/>
        <a:p>
          <a:endParaRPr lang="zh-CN" altLang="en-US"/>
        </a:p>
      </dgm:t>
    </dgm:pt>
    <dgm:pt modelId="{1CBF0FBF-DE45-1044-8327-7A3E58EACD67}" cxnId="{8B0CFDCF-3C98-6D40-A061-1D5F324CDB1E}" type="sibTrans">
      <dgm:prSet/>
      <dgm:spPr/>
      <dgm:t>
        <a:bodyPr/>
        <a:lstStyle/>
        <a:p>
          <a:endParaRPr lang="zh-CN" altLang="en-US"/>
        </a:p>
      </dgm:t>
    </dgm:pt>
    <dgm:pt modelId="{6DC03C7F-9CED-1946-849E-AD0A7CD40FCA}">
      <dgm:prSet phldrT="[文本]"/>
      <dgm:spPr/>
      <dgm:t>
        <a:bodyPr/>
        <a:lstStyle/>
        <a:p>
          <a:r>
            <a:rPr lang="zh-CN" altLang="en-US" dirty="0" smtClean="0"/>
            <a:t>熟知有关定密工作的法律法规和所涉及业务的保密事项范围</a:t>
          </a:r>
          <a:endParaRPr lang="zh-CN" altLang="en-US" dirty="0"/>
        </a:p>
      </dgm:t>
    </dgm:pt>
    <dgm:pt modelId="{5F3E14D3-9DB1-7148-BF34-63AB64C3CDE1}" cxnId="{4D55BBEC-012F-C443-A10E-F3DF24EC6326}" type="parTrans">
      <dgm:prSet/>
      <dgm:spPr/>
      <dgm:t>
        <a:bodyPr/>
        <a:lstStyle/>
        <a:p>
          <a:endParaRPr lang="zh-CN" altLang="en-US"/>
        </a:p>
      </dgm:t>
    </dgm:pt>
    <dgm:pt modelId="{6CD01975-F3CF-B544-B6EE-8784D13E83C5}" cxnId="{4D55BBEC-012F-C443-A10E-F3DF24EC6326}" type="sibTrans">
      <dgm:prSet/>
      <dgm:spPr/>
      <dgm:t>
        <a:bodyPr/>
        <a:lstStyle/>
        <a:p>
          <a:endParaRPr lang="zh-CN" altLang="en-US"/>
        </a:p>
      </dgm:t>
    </dgm:pt>
    <dgm:pt modelId="{9A549AEA-47E3-EF40-A25A-0E622E60A290}">
      <dgm:prSet phldrT="[文本]"/>
      <dgm:spPr/>
      <dgm:t>
        <a:bodyPr/>
        <a:lstStyle/>
        <a:p>
          <a:r>
            <a:rPr lang="zh-CN" altLang="en-US" dirty="0" smtClean="0"/>
            <a:t>工作中哪些是国家秘密，国家秘密集中在哪些方面，产生在哪些部门和岗位</a:t>
          </a:r>
          <a:endParaRPr lang="zh-CN" altLang="en-US" dirty="0"/>
        </a:p>
      </dgm:t>
    </dgm:pt>
    <dgm:pt modelId="{E16BAACE-D4E1-D441-9AC2-5F5BB019FF88}" cxnId="{E04FFA83-97EF-D041-AC1B-EDB62668E42C}" type="parTrans">
      <dgm:prSet/>
      <dgm:spPr/>
      <dgm:t>
        <a:bodyPr/>
        <a:lstStyle/>
        <a:p>
          <a:endParaRPr lang="zh-CN" altLang="en-US"/>
        </a:p>
      </dgm:t>
    </dgm:pt>
    <dgm:pt modelId="{BB6F274B-7845-E141-9EA3-D48EC447A5A8}" cxnId="{E04FFA83-97EF-D041-AC1B-EDB62668E42C}" type="sibTrans">
      <dgm:prSet/>
      <dgm:spPr/>
      <dgm:t>
        <a:bodyPr/>
        <a:lstStyle/>
        <a:p>
          <a:endParaRPr lang="zh-CN" altLang="en-US"/>
        </a:p>
      </dgm:t>
    </dgm:pt>
    <dgm:pt modelId="{945EEFBC-1CBC-9846-9582-21DC0D8A19ED}">
      <dgm:prSet phldrT="[文本]"/>
      <dgm:spPr/>
      <dgm:t>
        <a:bodyPr/>
        <a:lstStyle/>
        <a:p>
          <a:r>
            <a:rPr lang="zh-CN" altLang="en-US" dirty="0" smtClean="0"/>
            <a:t>建立完善各项定密制度</a:t>
          </a:r>
          <a:endParaRPr lang="zh-CN" altLang="en-US" dirty="0"/>
        </a:p>
      </dgm:t>
    </dgm:pt>
    <dgm:pt modelId="{38F2FF52-2279-1C4B-A63C-D118AE1D2B31}" cxnId="{22330E4B-CDAE-B04D-9638-B80F6F1BE8BC}" type="parTrans">
      <dgm:prSet/>
      <dgm:spPr/>
      <dgm:t>
        <a:bodyPr/>
        <a:lstStyle/>
        <a:p>
          <a:endParaRPr lang="zh-CN" altLang="en-US"/>
        </a:p>
      </dgm:t>
    </dgm:pt>
    <dgm:pt modelId="{4F4006DB-AC4A-D44D-B18A-F19634DBD918}" cxnId="{22330E4B-CDAE-B04D-9638-B80F6F1BE8BC}" type="sibTrans">
      <dgm:prSet/>
      <dgm:spPr/>
      <dgm:t>
        <a:bodyPr/>
        <a:lstStyle/>
        <a:p>
          <a:endParaRPr lang="zh-CN" altLang="en-US"/>
        </a:p>
      </dgm:t>
    </dgm:pt>
    <dgm:pt modelId="{B20B9B9F-6386-6A49-BE54-1863EBF80E1D}">
      <dgm:prSet phldrT="[文本]"/>
      <dgm:spPr/>
      <dgm:t>
        <a:bodyPr/>
        <a:lstStyle/>
        <a:p>
          <a:r>
            <a:rPr lang="zh-CN" altLang="en-US" dirty="0" smtClean="0"/>
            <a:t>定密责任制度、定密审核制度、监督检查制度、统计上报制度、奖惩制度</a:t>
          </a:r>
          <a:endParaRPr lang="zh-CN" altLang="en-US" dirty="0"/>
        </a:p>
      </dgm:t>
    </dgm:pt>
    <dgm:pt modelId="{5FF55987-BF41-3A40-8001-221F475F70AC}" cxnId="{227B444E-03E6-884F-A8F2-135B67A5885F}" type="parTrans">
      <dgm:prSet/>
      <dgm:spPr/>
      <dgm:t>
        <a:bodyPr/>
        <a:lstStyle/>
        <a:p>
          <a:endParaRPr lang="zh-CN" altLang="en-US"/>
        </a:p>
      </dgm:t>
    </dgm:pt>
    <dgm:pt modelId="{8CE422D9-D227-394D-AC5F-4EF0B07E7153}" cxnId="{227B444E-03E6-884F-A8F2-135B67A5885F}" type="sibTrans">
      <dgm:prSet/>
      <dgm:spPr/>
      <dgm:t>
        <a:bodyPr/>
        <a:lstStyle/>
        <a:p>
          <a:endParaRPr lang="zh-CN" altLang="en-US"/>
        </a:p>
      </dgm:t>
    </dgm:pt>
    <dgm:pt modelId="{4940712C-821A-554E-80D7-89FE92857A8A}">
      <dgm:prSet phldrT="[文本]"/>
      <dgm:spPr/>
      <dgm:t>
        <a:bodyPr/>
        <a:lstStyle/>
        <a:p>
          <a:r>
            <a:rPr lang="zh-CN" altLang="en-US" dirty="0" smtClean="0"/>
            <a:t>纠正定密随意，防止出现两个极端，纠正本位主义和实用主义，客服格式套用的错误做法</a:t>
          </a:r>
          <a:endParaRPr lang="zh-CN" altLang="en-US" dirty="0"/>
        </a:p>
      </dgm:t>
    </dgm:pt>
    <dgm:pt modelId="{B32B0C16-8332-AB46-A0A1-FB1D4BC6F590}" cxnId="{51217817-7FF0-9646-B850-69ADCFCACB8D}" type="parTrans">
      <dgm:prSet/>
      <dgm:spPr/>
      <dgm:t>
        <a:bodyPr/>
        <a:lstStyle/>
        <a:p>
          <a:endParaRPr lang="zh-CN" altLang="en-US"/>
        </a:p>
      </dgm:t>
    </dgm:pt>
    <dgm:pt modelId="{34481C8C-040A-2343-98EC-36CB42CD3B9B}" cxnId="{51217817-7FF0-9646-B850-69ADCFCACB8D}" type="sibTrans">
      <dgm:prSet/>
      <dgm:spPr/>
      <dgm:t>
        <a:bodyPr/>
        <a:lstStyle/>
        <a:p>
          <a:endParaRPr lang="zh-CN" altLang="en-US"/>
        </a:p>
      </dgm:t>
    </dgm:pt>
    <dgm:pt modelId="{3912E3CB-3D5D-8742-9517-1D5E1F6FF7BC}">
      <dgm:prSet phldrT="[文本]"/>
      <dgm:spPr/>
      <dgm:t>
        <a:bodyPr/>
        <a:lstStyle/>
        <a:p>
          <a:r>
            <a:rPr lang="zh-CN" altLang="en-US" dirty="0" smtClean="0"/>
            <a:t>制度执行情况的监督，建立异议复议纠错机制、奖罚分明的管理机制</a:t>
          </a:r>
          <a:endParaRPr lang="zh-CN" altLang="en-US" dirty="0"/>
        </a:p>
      </dgm:t>
    </dgm:pt>
    <dgm:pt modelId="{BA738D55-B734-1B40-BC3C-A3A5C73D989B}" cxnId="{AD9C127C-0874-9F4A-A89C-2986862D699A}" type="parTrans">
      <dgm:prSet/>
      <dgm:spPr/>
      <dgm:t>
        <a:bodyPr/>
        <a:lstStyle/>
        <a:p>
          <a:endParaRPr lang="zh-CN" altLang="en-US"/>
        </a:p>
      </dgm:t>
    </dgm:pt>
    <dgm:pt modelId="{1A0845B2-5EA1-D047-A612-DDF4677AF0D8}" cxnId="{AD9C127C-0874-9F4A-A89C-2986862D699A}" type="sibTrans">
      <dgm:prSet/>
      <dgm:spPr/>
      <dgm:t>
        <a:bodyPr/>
        <a:lstStyle/>
        <a:p>
          <a:endParaRPr lang="zh-CN" altLang="en-US"/>
        </a:p>
      </dgm:t>
    </dgm:pt>
    <dgm:pt modelId="{1DC28945-1C2C-E746-985C-C20FF9609446}" type="pres">
      <dgm:prSet presAssocID="{D3408F0A-1C0E-744A-86DF-7BD05A62ACAD}" presName="Name0" presStyleCnt="0">
        <dgm:presLayoutVars>
          <dgm:dir/>
          <dgm:animLvl val="lvl"/>
          <dgm:resizeHandles val="exact"/>
        </dgm:presLayoutVars>
      </dgm:prSet>
      <dgm:spPr/>
      <dgm:t>
        <a:bodyPr/>
        <a:lstStyle/>
        <a:p>
          <a:endParaRPr lang="zh-CN" altLang="en-US"/>
        </a:p>
      </dgm:t>
    </dgm:pt>
    <dgm:pt modelId="{03A4ED7B-8F80-8A42-9324-035AF888AD83}" type="pres">
      <dgm:prSet presAssocID="{FAFC5C34-6A9B-204F-B796-773494E9F395}" presName="linNode" presStyleCnt="0"/>
      <dgm:spPr/>
    </dgm:pt>
    <dgm:pt modelId="{45A7E1C8-F855-F64D-913F-2D18BDA6365A}" type="pres">
      <dgm:prSet presAssocID="{FAFC5C34-6A9B-204F-B796-773494E9F395}" presName="parentText" presStyleLbl="node1" presStyleIdx="0" presStyleCnt="3">
        <dgm:presLayoutVars>
          <dgm:chMax val="1"/>
          <dgm:bulletEnabled val="1"/>
        </dgm:presLayoutVars>
      </dgm:prSet>
      <dgm:spPr/>
      <dgm:t>
        <a:bodyPr/>
        <a:lstStyle/>
        <a:p>
          <a:endParaRPr lang="zh-CN" altLang="en-US"/>
        </a:p>
      </dgm:t>
    </dgm:pt>
    <dgm:pt modelId="{22124640-4F9A-1842-AF05-021CBBA8CC35}" type="pres">
      <dgm:prSet presAssocID="{FAFC5C34-6A9B-204F-B796-773494E9F395}" presName="descendantText" presStyleLbl="alignAccFollowNode1" presStyleIdx="0" presStyleCnt="3">
        <dgm:presLayoutVars>
          <dgm:bulletEnabled val="1"/>
        </dgm:presLayoutVars>
      </dgm:prSet>
      <dgm:spPr/>
      <dgm:t>
        <a:bodyPr/>
        <a:lstStyle/>
        <a:p>
          <a:endParaRPr lang="zh-CN" altLang="en-US"/>
        </a:p>
      </dgm:t>
    </dgm:pt>
    <dgm:pt modelId="{BE79AAA0-FEA0-4642-88CC-7FC28A8670E2}" type="pres">
      <dgm:prSet presAssocID="{77DC05B8-5AAE-E847-9BE4-ADADEF58487E}" presName="sp" presStyleCnt="0"/>
      <dgm:spPr/>
    </dgm:pt>
    <dgm:pt modelId="{3B5B3E1A-D4A2-1A4B-8D31-5684EF0C0032}" type="pres">
      <dgm:prSet presAssocID="{E0227967-CEC6-7C4F-ABAA-24ADEDC21939}" presName="linNode" presStyleCnt="0"/>
      <dgm:spPr/>
    </dgm:pt>
    <dgm:pt modelId="{559CDFC1-EF49-FB49-B4C8-FFA01D83FEF0}" type="pres">
      <dgm:prSet presAssocID="{E0227967-CEC6-7C4F-ABAA-24ADEDC21939}" presName="parentText" presStyleLbl="node1" presStyleIdx="1" presStyleCnt="3">
        <dgm:presLayoutVars>
          <dgm:chMax val="1"/>
          <dgm:bulletEnabled val="1"/>
        </dgm:presLayoutVars>
      </dgm:prSet>
      <dgm:spPr/>
      <dgm:t>
        <a:bodyPr/>
        <a:lstStyle/>
        <a:p>
          <a:endParaRPr lang="zh-CN" altLang="en-US"/>
        </a:p>
      </dgm:t>
    </dgm:pt>
    <dgm:pt modelId="{08EE55FE-54DB-2640-BFE8-85F37CBE7B9B}" type="pres">
      <dgm:prSet presAssocID="{E0227967-CEC6-7C4F-ABAA-24ADEDC21939}" presName="descendantText" presStyleLbl="alignAccFollowNode1" presStyleIdx="1" presStyleCnt="3">
        <dgm:presLayoutVars>
          <dgm:bulletEnabled val="1"/>
        </dgm:presLayoutVars>
      </dgm:prSet>
      <dgm:spPr/>
      <dgm:t>
        <a:bodyPr/>
        <a:lstStyle/>
        <a:p>
          <a:endParaRPr lang="zh-CN" altLang="en-US"/>
        </a:p>
      </dgm:t>
    </dgm:pt>
    <dgm:pt modelId="{9013D05E-AB2C-FF4C-BED0-B679B8A0DE23}" type="pres">
      <dgm:prSet presAssocID="{1CBF0FBF-DE45-1044-8327-7A3E58EACD67}" presName="sp" presStyleCnt="0"/>
      <dgm:spPr/>
    </dgm:pt>
    <dgm:pt modelId="{71513F91-47DC-9E45-9083-A796B0F7D95E}" type="pres">
      <dgm:prSet presAssocID="{945EEFBC-1CBC-9846-9582-21DC0D8A19ED}" presName="linNode" presStyleCnt="0"/>
      <dgm:spPr/>
    </dgm:pt>
    <dgm:pt modelId="{4EB002AA-192C-4142-89FE-0E1BD9344FCA}" type="pres">
      <dgm:prSet presAssocID="{945EEFBC-1CBC-9846-9582-21DC0D8A19ED}" presName="parentText" presStyleLbl="node1" presStyleIdx="2" presStyleCnt="3">
        <dgm:presLayoutVars>
          <dgm:chMax val="1"/>
          <dgm:bulletEnabled val="1"/>
        </dgm:presLayoutVars>
      </dgm:prSet>
      <dgm:spPr/>
      <dgm:t>
        <a:bodyPr/>
        <a:lstStyle/>
        <a:p>
          <a:endParaRPr lang="zh-CN" altLang="en-US"/>
        </a:p>
      </dgm:t>
    </dgm:pt>
    <dgm:pt modelId="{9B4B6904-0F58-9248-89CE-4BFACE0D48B1}" type="pres">
      <dgm:prSet presAssocID="{945EEFBC-1CBC-9846-9582-21DC0D8A19ED}" presName="descendantText" presStyleLbl="alignAccFollowNode1" presStyleIdx="2" presStyleCnt="3">
        <dgm:presLayoutVars>
          <dgm:bulletEnabled val="1"/>
        </dgm:presLayoutVars>
      </dgm:prSet>
      <dgm:spPr/>
      <dgm:t>
        <a:bodyPr/>
        <a:lstStyle/>
        <a:p>
          <a:endParaRPr lang="zh-CN" altLang="en-US"/>
        </a:p>
      </dgm:t>
    </dgm:pt>
  </dgm:ptLst>
  <dgm:cxnLst>
    <dgm:cxn modelId="{E04FFA83-97EF-D041-AC1B-EDB62668E42C}" srcId="{E0227967-CEC6-7C4F-ABAA-24ADEDC21939}" destId="{9A549AEA-47E3-EF40-A25A-0E622E60A290}" srcOrd="1" destOrd="0" parTransId="{E16BAACE-D4E1-D441-9AC2-5F5BB019FF88}" sibTransId="{BB6F274B-7845-E141-9EA3-D48EC447A5A8}"/>
    <dgm:cxn modelId="{14B21D1B-DF1C-FB48-9D1D-85A522318091}" type="presOf" srcId="{B20B9B9F-6386-6A49-BE54-1863EBF80E1D}" destId="{9B4B6904-0F58-9248-89CE-4BFACE0D48B1}" srcOrd="0" destOrd="0" presId="urn:microsoft.com/office/officeart/2005/8/layout/vList5"/>
    <dgm:cxn modelId="{CF88F087-2B6E-5D4D-9924-C8B46B4626D4}" type="presOf" srcId="{9A549AEA-47E3-EF40-A25A-0E622E60A290}" destId="{08EE55FE-54DB-2640-BFE8-85F37CBE7B9B}" srcOrd="0" destOrd="1" presId="urn:microsoft.com/office/officeart/2005/8/layout/vList5"/>
    <dgm:cxn modelId="{210D9D93-5232-994D-942C-2A15800EB889}" srcId="{FAFC5C34-6A9B-204F-B796-773494E9F395}" destId="{2CE279FC-48CC-E64C-BA01-878AD9AE6F12}" srcOrd="1" destOrd="0" parTransId="{7CFD63EA-1F39-1845-86C9-1DB99E2FF0D3}" sibTransId="{BBF7B879-2FBE-B244-B4D7-1E822A044478}"/>
    <dgm:cxn modelId="{4D31FF26-EEAF-8E47-A443-3AAFDAC88D94}" type="presOf" srcId="{FAFC5C34-6A9B-204F-B796-773494E9F395}" destId="{45A7E1C8-F855-F64D-913F-2D18BDA6365A}" srcOrd="0" destOrd="0" presId="urn:microsoft.com/office/officeart/2005/8/layout/vList5"/>
    <dgm:cxn modelId="{737F911A-F727-C64D-A9AF-5810042FA013}" type="presOf" srcId="{945EEFBC-1CBC-9846-9582-21DC0D8A19ED}" destId="{4EB002AA-192C-4142-89FE-0E1BD9344FCA}" srcOrd="0" destOrd="0" presId="urn:microsoft.com/office/officeart/2005/8/layout/vList5"/>
    <dgm:cxn modelId="{8B0CFDCF-3C98-6D40-A061-1D5F324CDB1E}" srcId="{D3408F0A-1C0E-744A-86DF-7BD05A62ACAD}" destId="{E0227967-CEC6-7C4F-ABAA-24ADEDC21939}" srcOrd="1" destOrd="0" parTransId="{87E595D6-8680-134B-9B3D-658919B412EA}" sibTransId="{1CBF0FBF-DE45-1044-8327-7A3E58EACD67}"/>
    <dgm:cxn modelId="{B7FD41A6-903B-E94C-88C6-C7067A6D6314}" srcId="{D3408F0A-1C0E-744A-86DF-7BD05A62ACAD}" destId="{FAFC5C34-6A9B-204F-B796-773494E9F395}" srcOrd="0" destOrd="0" parTransId="{D5BCB51F-6373-0541-AC5B-16C870374797}" sibTransId="{77DC05B8-5AAE-E847-9BE4-ADADEF58487E}"/>
    <dgm:cxn modelId="{C5456D46-122E-F443-A0AC-24447D56F48F}" type="presOf" srcId="{DEBE66CB-9768-0C4E-83C9-B58CBA253D18}" destId="{22124640-4F9A-1842-AF05-021CBBA8CC35}" srcOrd="0" destOrd="0" presId="urn:microsoft.com/office/officeart/2005/8/layout/vList5"/>
    <dgm:cxn modelId="{4D55BBEC-012F-C443-A10E-F3DF24EC6326}" srcId="{E0227967-CEC6-7C4F-ABAA-24ADEDC21939}" destId="{6DC03C7F-9CED-1946-849E-AD0A7CD40FCA}" srcOrd="0" destOrd="0" parTransId="{5F3E14D3-9DB1-7148-BF34-63AB64C3CDE1}" sibTransId="{6CD01975-F3CF-B544-B6EE-8784D13E83C5}"/>
    <dgm:cxn modelId="{AD9C127C-0874-9F4A-A89C-2986862D699A}" srcId="{945EEFBC-1CBC-9846-9582-21DC0D8A19ED}" destId="{3912E3CB-3D5D-8742-9517-1D5E1F6FF7BC}" srcOrd="1" destOrd="0" parTransId="{BA738D55-B734-1B40-BC3C-A3A5C73D989B}" sibTransId="{1A0845B2-5EA1-D047-A612-DDF4677AF0D8}"/>
    <dgm:cxn modelId="{42121936-77CD-6346-9F2F-960E7D23875D}" type="presOf" srcId="{3912E3CB-3D5D-8742-9517-1D5E1F6FF7BC}" destId="{9B4B6904-0F58-9248-89CE-4BFACE0D48B1}" srcOrd="0" destOrd="1" presId="urn:microsoft.com/office/officeart/2005/8/layout/vList5"/>
    <dgm:cxn modelId="{22330E4B-CDAE-B04D-9638-B80F6F1BE8BC}" srcId="{D3408F0A-1C0E-744A-86DF-7BD05A62ACAD}" destId="{945EEFBC-1CBC-9846-9582-21DC0D8A19ED}" srcOrd="2" destOrd="0" parTransId="{38F2FF52-2279-1C4B-A63C-D118AE1D2B31}" sibTransId="{4F4006DB-AC4A-D44D-B18A-F19634DBD918}"/>
    <dgm:cxn modelId="{61C14983-23E2-0646-ABA8-03B262AD4BF4}" type="presOf" srcId="{4940712C-821A-554E-80D7-89FE92857A8A}" destId="{9B4B6904-0F58-9248-89CE-4BFACE0D48B1}" srcOrd="0" destOrd="2" presId="urn:microsoft.com/office/officeart/2005/8/layout/vList5"/>
    <dgm:cxn modelId="{1B09906F-7C88-FA41-9FEA-5885FF5F156F}" type="presOf" srcId="{E0227967-CEC6-7C4F-ABAA-24ADEDC21939}" destId="{559CDFC1-EF49-FB49-B4C8-FFA01D83FEF0}" srcOrd="0" destOrd="0" presId="urn:microsoft.com/office/officeart/2005/8/layout/vList5"/>
    <dgm:cxn modelId="{227B444E-03E6-884F-A8F2-135B67A5885F}" srcId="{945EEFBC-1CBC-9846-9582-21DC0D8A19ED}" destId="{B20B9B9F-6386-6A49-BE54-1863EBF80E1D}" srcOrd="0" destOrd="0" parTransId="{5FF55987-BF41-3A40-8001-221F475F70AC}" sibTransId="{8CE422D9-D227-394D-AC5F-4EF0B07E7153}"/>
    <dgm:cxn modelId="{74293327-FB2E-D246-AC5D-5EB54AF1201C}" type="presOf" srcId="{2CE279FC-48CC-E64C-BA01-878AD9AE6F12}" destId="{22124640-4F9A-1842-AF05-021CBBA8CC35}" srcOrd="0" destOrd="1" presId="urn:microsoft.com/office/officeart/2005/8/layout/vList5"/>
    <dgm:cxn modelId="{106F003E-E4DB-514A-91E5-3110A53BAD12}" type="presOf" srcId="{6DC03C7F-9CED-1946-849E-AD0A7CD40FCA}" destId="{08EE55FE-54DB-2640-BFE8-85F37CBE7B9B}" srcOrd="0" destOrd="0" presId="urn:microsoft.com/office/officeart/2005/8/layout/vList5"/>
    <dgm:cxn modelId="{4FD60A87-B90A-B34B-B5AD-616CA35B9ED1}" srcId="{FAFC5C34-6A9B-204F-B796-773494E9F395}" destId="{DEBE66CB-9768-0C4E-83C9-B58CBA253D18}" srcOrd="0" destOrd="0" parTransId="{608AE303-53B4-4847-ADA3-CBEF731C3392}" sibTransId="{512C0A7F-5690-964B-B980-F7127712197E}"/>
    <dgm:cxn modelId="{E686A47A-422B-874B-BE7C-8FB8A0739B59}" type="presOf" srcId="{D3408F0A-1C0E-744A-86DF-7BD05A62ACAD}" destId="{1DC28945-1C2C-E746-985C-C20FF9609446}" srcOrd="0" destOrd="0" presId="urn:microsoft.com/office/officeart/2005/8/layout/vList5"/>
    <dgm:cxn modelId="{51217817-7FF0-9646-B850-69ADCFCACB8D}" srcId="{945EEFBC-1CBC-9846-9582-21DC0D8A19ED}" destId="{4940712C-821A-554E-80D7-89FE92857A8A}" srcOrd="2" destOrd="0" parTransId="{B32B0C16-8332-AB46-A0A1-FB1D4BC6F590}" sibTransId="{34481C8C-040A-2343-98EC-36CB42CD3B9B}"/>
    <dgm:cxn modelId="{8BF0465C-FDE3-484E-8520-A858336975E0}" type="presParOf" srcId="{1DC28945-1C2C-E746-985C-C20FF9609446}" destId="{03A4ED7B-8F80-8A42-9324-035AF888AD83}" srcOrd="0" destOrd="0" presId="urn:microsoft.com/office/officeart/2005/8/layout/vList5"/>
    <dgm:cxn modelId="{BD48ED56-DD08-0042-BD31-63993A1AACDC}" type="presParOf" srcId="{03A4ED7B-8F80-8A42-9324-035AF888AD83}" destId="{45A7E1C8-F855-F64D-913F-2D18BDA6365A}" srcOrd="0" destOrd="0" presId="urn:microsoft.com/office/officeart/2005/8/layout/vList5"/>
    <dgm:cxn modelId="{E539BFE4-9659-104D-94A6-595A032A65B2}" type="presParOf" srcId="{03A4ED7B-8F80-8A42-9324-035AF888AD83}" destId="{22124640-4F9A-1842-AF05-021CBBA8CC35}" srcOrd="1" destOrd="0" presId="urn:microsoft.com/office/officeart/2005/8/layout/vList5"/>
    <dgm:cxn modelId="{0F1FB9A3-DAF2-8A45-A108-3FEE61D83B5E}" type="presParOf" srcId="{1DC28945-1C2C-E746-985C-C20FF9609446}" destId="{BE79AAA0-FEA0-4642-88CC-7FC28A8670E2}" srcOrd="1" destOrd="0" presId="urn:microsoft.com/office/officeart/2005/8/layout/vList5"/>
    <dgm:cxn modelId="{9F0C44C4-E645-D141-B0F8-BD7B2DEF77E2}" type="presParOf" srcId="{1DC28945-1C2C-E746-985C-C20FF9609446}" destId="{3B5B3E1A-D4A2-1A4B-8D31-5684EF0C0032}" srcOrd="2" destOrd="0" presId="urn:microsoft.com/office/officeart/2005/8/layout/vList5"/>
    <dgm:cxn modelId="{73AC749C-B7A1-9F48-A6F7-5E20DC3AC1D4}" type="presParOf" srcId="{3B5B3E1A-D4A2-1A4B-8D31-5684EF0C0032}" destId="{559CDFC1-EF49-FB49-B4C8-FFA01D83FEF0}" srcOrd="0" destOrd="0" presId="urn:microsoft.com/office/officeart/2005/8/layout/vList5"/>
    <dgm:cxn modelId="{EAC2C2E2-3EC4-E245-A850-2773DB7FF45C}" type="presParOf" srcId="{3B5B3E1A-D4A2-1A4B-8D31-5684EF0C0032}" destId="{08EE55FE-54DB-2640-BFE8-85F37CBE7B9B}" srcOrd="1" destOrd="0" presId="urn:microsoft.com/office/officeart/2005/8/layout/vList5"/>
    <dgm:cxn modelId="{E50CCDDF-8C98-5B42-82EB-6F2DC5C0812D}" type="presParOf" srcId="{1DC28945-1C2C-E746-985C-C20FF9609446}" destId="{9013D05E-AB2C-FF4C-BED0-B679B8A0DE23}" srcOrd="3" destOrd="0" presId="urn:microsoft.com/office/officeart/2005/8/layout/vList5"/>
    <dgm:cxn modelId="{605F8662-3F55-9E49-B1A2-AE4C0AA038F0}" type="presParOf" srcId="{1DC28945-1C2C-E746-985C-C20FF9609446}" destId="{71513F91-47DC-9E45-9083-A796B0F7D95E}" srcOrd="4" destOrd="0" presId="urn:microsoft.com/office/officeart/2005/8/layout/vList5"/>
    <dgm:cxn modelId="{3652143A-9EE9-6743-829D-61D0A625632E}" type="presParOf" srcId="{71513F91-47DC-9E45-9083-A796B0F7D95E}" destId="{4EB002AA-192C-4142-89FE-0E1BD9344FCA}" srcOrd="0" destOrd="0" presId="urn:microsoft.com/office/officeart/2005/8/layout/vList5"/>
    <dgm:cxn modelId="{556347C4-E842-5743-B5A2-BCB0AAD110DC}" type="presParOf" srcId="{71513F91-47DC-9E45-9083-A796B0F7D95E}" destId="{9B4B6904-0F58-9248-89CE-4BFACE0D48B1}" srcOrd="1" destOrd="0" presId="urn:microsoft.com/office/officeart/2005/8/layout/vList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C962535-15BE-6E40-8E2C-892BF6586F33}" type="doc">
      <dgm:prSet loTypeId="urn:microsoft.com/office/officeart/2005/8/layout/vList5" loCatId="" qsTypeId="urn:microsoft.com/office/officeart/2005/8/quickstyle/simple4" qsCatId="simple" csTypeId="urn:microsoft.com/office/officeart/2005/8/colors/accent1_2" csCatId="accent1" phldr="1"/>
      <dgm:spPr/>
      <dgm:t>
        <a:bodyPr/>
        <a:lstStyle/>
        <a:p>
          <a:endParaRPr lang="zh-CN" altLang="en-US"/>
        </a:p>
      </dgm:t>
    </dgm:pt>
    <dgm:pt modelId="{5E368281-A6DA-2146-B8A8-04420BB13378}">
      <dgm:prSet phldrT="[文本]"/>
      <dgm:spPr/>
      <dgm:t>
        <a:bodyPr/>
        <a:lstStyle/>
        <a:p>
          <a:r>
            <a:rPr lang="zh-CN" altLang="en-US" dirty="0" smtClean="0"/>
            <a:t>基本保密期限</a:t>
          </a:r>
          <a:endParaRPr lang="zh-CN" altLang="en-US" dirty="0"/>
        </a:p>
      </dgm:t>
    </dgm:pt>
    <dgm:pt modelId="{4C4E0106-DABB-3848-A9AF-A6F85F64C346}" cxnId="{1DE3112F-4E0C-6944-BBF8-1760CA8F9732}" type="parTrans">
      <dgm:prSet/>
      <dgm:spPr/>
      <dgm:t>
        <a:bodyPr/>
        <a:lstStyle/>
        <a:p>
          <a:endParaRPr lang="zh-CN" altLang="en-US"/>
        </a:p>
      </dgm:t>
    </dgm:pt>
    <dgm:pt modelId="{E54901D2-9CDA-8C40-B970-19A6380499AE}" cxnId="{1DE3112F-4E0C-6944-BBF8-1760CA8F9732}" type="sibTrans">
      <dgm:prSet/>
      <dgm:spPr/>
      <dgm:t>
        <a:bodyPr/>
        <a:lstStyle/>
        <a:p>
          <a:endParaRPr lang="zh-CN" altLang="en-US"/>
        </a:p>
      </dgm:t>
    </dgm:pt>
    <dgm:pt modelId="{8A9E946F-5D1A-5E46-BA46-BCF316A57AED}">
      <dgm:prSet phldrT="[文本]"/>
      <dgm:spPr/>
      <dgm:t>
        <a:bodyPr/>
        <a:lstStyle/>
        <a:p>
          <a:r>
            <a:rPr lang="zh-CN" altLang="en-US" dirty="0" smtClean="0"/>
            <a:t>绝密</a:t>
          </a:r>
          <a:r>
            <a:rPr lang="en-US" altLang="zh-CN" dirty="0" smtClean="0"/>
            <a:t>30</a:t>
          </a:r>
          <a:r>
            <a:rPr lang="zh-CN" altLang="en-US" dirty="0" smtClean="0"/>
            <a:t>年，机密</a:t>
          </a:r>
          <a:r>
            <a:rPr lang="en-US" altLang="zh-CN" dirty="0" smtClean="0"/>
            <a:t>20</a:t>
          </a:r>
          <a:r>
            <a:rPr lang="zh-CN" altLang="en-US" dirty="0" smtClean="0"/>
            <a:t>年，秘密</a:t>
          </a:r>
          <a:r>
            <a:rPr lang="en-US" altLang="zh-CN" dirty="0" smtClean="0"/>
            <a:t>10</a:t>
          </a:r>
          <a:r>
            <a:rPr lang="zh-CN" altLang="en-US" dirty="0" smtClean="0"/>
            <a:t>年</a:t>
          </a:r>
          <a:endParaRPr lang="zh-CN" altLang="en-US" dirty="0"/>
        </a:p>
      </dgm:t>
    </dgm:pt>
    <dgm:pt modelId="{6139A1D9-8585-7C41-B6A9-ABD19A25EA25}" cxnId="{ACCF28FE-14CA-F748-88E1-584BB0F8249E}" type="parTrans">
      <dgm:prSet/>
      <dgm:spPr/>
      <dgm:t>
        <a:bodyPr/>
        <a:lstStyle/>
        <a:p>
          <a:endParaRPr lang="zh-CN" altLang="en-US"/>
        </a:p>
      </dgm:t>
    </dgm:pt>
    <dgm:pt modelId="{FDBBD082-33BD-5042-947D-07D7372598D0}" cxnId="{ACCF28FE-14CA-F748-88E1-584BB0F8249E}" type="sibTrans">
      <dgm:prSet/>
      <dgm:spPr/>
      <dgm:t>
        <a:bodyPr/>
        <a:lstStyle/>
        <a:p>
          <a:endParaRPr lang="zh-CN" altLang="en-US"/>
        </a:p>
      </dgm:t>
    </dgm:pt>
    <dgm:pt modelId="{C589A022-CBB4-FF4B-8BB7-0B31F42C3228}">
      <dgm:prSet phldrT="[文本]"/>
      <dgm:spPr/>
      <dgm:t>
        <a:bodyPr/>
        <a:lstStyle/>
        <a:p>
          <a:r>
            <a:rPr lang="zh-CN" altLang="en-US" dirty="0" smtClean="0"/>
            <a:t>保密期限为“长期”</a:t>
          </a:r>
          <a:endParaRPr lang="zh-CN" altLang="en-US" dirty="0"/>
        </a:p>
      </dgm:t>
    </dgm:pt>
    <dgm:pt modelId="{9DCAE97D-A99C-1A40-BC75-53BA3F0A8D9A}" cxnId="{942199BC-A0EE-DC4E-A9DC-CBDE73EF7010}" type="parTrans">
      <dgm:prSet/>
      <dgm:spPr/>
      <dgm:t>
        <a:bodyPr/>
        <a:lstStyle/>
        <a:p>
          <a:endParaRPr lang="zh-CN" altLang="en-US"/>
        </a:p>
      </dgm:t>
    </dgm:pt>
    <dgm:pt modelId="{90D97F29-7C7C-844E-BC34-8C5B5123CD5B}" cxnId="{942199BC-A0EE-DC4E-A9DC-CBDE73EF7010}" type="sibTrans">
      <dgm:prSet/>
      <dgm:spPr/>
      <dgm:t>
        <a:bodyPr/>
        <a:lstStyle/>
        <a:p>
          <a:endParaRPr lang="zh-CN" altLang="en-US"/>
        </a:p>
      </dgm:t>
    </dgm:pt>
    <dgm:pt modelId="{BA7D9445-9CAA-9E40-B9F4-184D019FA888}">
      <dgm:prSet phldrT="[文本]"/>
      <dgm:spPr/>
      <dgm:t>
        <a:bodyPr/>
        <a:lstStyle/>
        <a:p>
          <a:r>
            <a:rPr lang="zh-CN" altLang="en-US" dirty="0" smtClean="0"/>
            <a:t>稳定性强，长期关系国家安全利益、按照基本期限不能满足保密要求</a:t>
          </a:r>
          <a:endParaRPr lang="zh-CN" altLang="en-US" dirty="0"/>
        </a:p>
      </dgm:t>
    </dgm:pt>
    <dgm:pt modelId="{3215799D-6036-5540-AE54-7107DF603FD5}" cxnId="{641FB59E-B2EF-0346-A1A6-D3C2B8C3DF40}" type="parTrans">
      <dgm:prSet/>
      <dgm:spPr/>
      <dgm:t>
        <a:bodyPr/>
        <a:lstStyle/>
        <a:p>
          <a:endParaRPr lang="zh-CN" altLang="en-US"/>
        </a:p>
      </dgm:t>
    </dgm:pt>
    <dgm:pt modelId="{2D79902E-892B-764E-91A5-8EE37CFB3CE4}" cxnId="{641FB59E-B2EF-0346-A1A6-D3C2B8C3DF40}" type="sibTrans">
      <dgm:prSet/>
      <dgm:spPr/>
      <dgm:t>
        <a:bodyPr/>
        <a:lstStyle/>
        <a:p>
          <a:endParaRPr lang="zh-CN" altLang="en-US"/>
        </a:p>
      </dgm:t>
    </dgm:pt>
    <dgm:pt modelId="{97A8161A-4AFB-A044-8EAC-6086DDEE381C}">
      <dgm:prSet phldrT="[文本]"/>
      <dgm:spPr/>
      <dgm:t>
        <a:bodyPr/>
        <a:lstStyle/>
        <a:p>
          <a:r>
            <a:rPr lang="zh-CN" altLang="en-US" dirty="0" smtClean="0"/>
            <a:t>没有最长期限限制</a:t>
          </a:r>
          <a:endParaRPr lang="zh-CN" altLang="en-US" dirty="0"/>
        </a:p>
      </dgm:t>
    </dgm:pt>
    <dgm:pt modelId="{D0B2C9F6-193C-1F43-9DA0-0D5B6674B805}" cxnId="{ABFD8126-C051-FF46-8BF6-41E8D5E6C414}" type="parTrans">
      <dgm:prSet/>
      <dgm:spPr/>
      <dgm:t>
        <a:bodyPr/>
        <a:lstStyle/>
        <a:p>
          <a:endParaRPr lang="zh-CN" altLang="en-US"/>
        </a:p>
      </dgm:t>
    </dgm:pt>
    <dgm:pt modelId="{B51F5E8D-DB64-AA44-BE78-07F2F16993A2}" cxnId="{ABFD8126-C051-FF46-8BF6-41E8D5E6C414}" type="sibTrans">
      <dgm:prSet/>
      <dgm:spPr/>
      <dgm:t>
        <a:bodyPr/>
        <a:lstStyle/>
        <a:p>
          <a:endParaRPr lang="zh-CN" altLang="en-US"/>
        </a:p>
      </dgm:t>
    </dgm:pt>
    <dgm:pt modelId="{E23CDA73-5CEA-594B-94A7-7C27A226ECE5}">
      <dgm:prSet phldrT="[文本]"/>
      <dgm:spPr/>
      <dgm:t>
        <a:bodyPr/>
        <a:lstStyle/>
        <a:p>
          <a:r>
            <a:rPr lang="zh-CN" altLang="en-US" dirty="0" smtClean="0"/>
            <a:t>保密期限为“最长”</a:t>
          </a:r>
          <a:endParaRPr lang="zh-CN" altLang="en-US" dirty="0"/>
        </a:p>
      </dgm:t>
    </dgm:pt>
    <dgm:pt modelId="{5F9739CE-0A5C-B946-83C3-02C734CCF4DD}" cxnId="{95FCA3B8-4DA1-3C4E-AD7C-7E663F12F53B}" type="parTrans">
      <dgm:prSet/>
      <dgm:spPr/>
      <dgm:t>
        <a:bodyPr/>
        <a:lstStyle/>
        <a:p>
          <a:endParaRPr lang="zh-CN" altLang="en-US"/>
        </a:p>
      </dgm:t>
    </dgm:pt>
    <dgm:pt modelId="{70FA7E19-672D-9041-ABDF-7D7C1EEA92B6}" cxnId="{95FCA3B8-4DA1-3C4E-AD7C-7E663F12F53B}" type="sibTrans">
      <dgm:prSet/>
      <dgm:spPr/>
      <dgm:t>
        <a:bodyPr/>
        <a:lstStyle/>
        <a:p>
          <a:endParaRPr lang="zh-CN" altLang="en-US"/>
        </a:p>
      </dgm:t>
    </dgm:pt>
    <dgm:pt modelId="{42A45853-DC70-AE47-AB6A-7B0CFF0E2DC4}">
      <dgm:prSet phldrT="[文本]"/>
      <dgm:spPr/>
      <dgm:t>
        <a:bodyPr/>
        <a:lstStyle/>
        <a:p>
          <a:r>
            <a:rPr lang="zh-CN" altLang="en-US" dirty="0" smtClean="0"/>
            <a:t>保密事项范围规定的国家秘密事项的保密期限</a:t>
          </a:r>
          <a:endParaRPr lang="zh-CN" altLang="en-US" dirty="0"/>
        </a:p>
      </dgm:t>
    </dgm:pt>
    <dgm:pt modelId="{83B00E3C-E7F8-4B47-9A78-3A8C72A10A7A}" cxnId="{FEB7A1C9-42D6-EA47-975C-9C732AC15137}" type="parTrans">
      <dgm:prSet/>
      <dgm:spPr/>
      <dgm:t>
        <a:bodyPr/>
        <a:lstStyle/>
        <a:p>
          <a:endParaRPr lang="zh-CN" altLang="en-US"/>
        </a:p>
      </dgm:t>
    </dgm:pt>
    <dgm:pt modelId="{B4D68B04-449A-D640-939A-C4B93AFC42F4}" cxnId="{FEB7A1C9-42D6-EA47-975C-9C732AC15137}" type="sibTrans">
      <dgm:prSet/>
      <dgm:spPr/>
      <dgm:t>
        <a:bodyPr/>
        <a:lstStyle/>
        <a:p>
          <a:endParaRPr lang="zh-CN" altLang="en-US"/>
        </a:p>
      </dgm:t>
    </dgm:pt>
    <dgm:pt modelId="{D2833100-73FF-6942-8F55-9F5D9786EC12}">
      <dgm:prSet phldrT="[文本]"/>
      <dgm:spPr/>
      <dgm:t>
        <a:bodyPr/>
        <a:lstStyle/>
        <a:p>
          <a:r>
            <a:rPr lang="zh-CN" altLang="en-US" dirty="0" smtClean="0"/>
            <a:t>即使明显短于基本保密期限，也应以此为最长</a:t>
          </a:r>
          <a:endParaRPr lang="zh-CN" altLang="en-US" dirty="0"/>
        </a:p>
      </dgm:t>
    </dgm:pt>
    <dgm:pt modelId="{78919A18-DAE4-0D4A-B1F0-3DE45E101DED}" cxnId="{896F98DD-E388-564C-8FC2-62920EF32E5F}" type="parTrans">
      <dgm:prSet/>
      <dgm:spPr/>
      <dgm:t>
        <a:bodyPr/>
        <a:lstStyle/>
        <a:p>
          <a:endParaRPr lang="zh-CN" altLang="en-US"/>
        </a:p>
      </dgm:t>
    </dgm:pt>
    <dgm:pt modelId="{067688F6-BAA2-E94C-9ECC-271E5D4CAC15}" cxnId="{896F98DD-E388-564C-8FC2-62920EF32E5F}" type="sibTrans">
      <dgm:prSet/>
      <dgm:spPr/>
      <dgm:t>
        <a:bodyPr/>
        <a:lstStyle/>
        <a:p>
          <a:endParaRPr lang="zh-CN" altLang="en-US"/>
        </a:p>
      </dgm:t>
    </dgm:pt>
    <dgm:pt modelId="{6C9F37C8-EC12-4D4F-A22D-33DBADC8ED2F}">
      <dgm:prSet/>
      <dgm:spPr/>
      <dgm:t>
        <a:bodyPr/>
        <a:lstStyle/>
        <a:p>
          <a:r>
            <a:rPr lang="zh-CN" altLang="en-US" dirty="0" smtClean="0"/>
            <a:t>保密期限为“解密时间”</a:t>
          </a:r>
          <a:endParaRPr lang="zh-CN" altLang="en-US" dirty="0"/>
        </a:p>
      </dgm:t>
    </dgm:pt>
    <dgm:pt modelId="{215B52A1-A008-4747-8A57-C4DDAC754175}" cxnId="{42211E20-6F4C-204A-8296-48703B317925}" type="parTrans">
      <dgm:prSet/>
      <dgm:spPr/>
      <dgm:t>
        <a:bodyPr/>
        <a:lstStyle/>
        <a:p>
          <a:endParaRPr lang="zh-CN" altLang="en-US"/>
        </a:p>
      </dgm:t>
    </dgm:pt>
    <dgm:pt modelId="{31B429FA-429F-1040-8FA2-C345C02874FF}" cxnId="{42211E20-6F4C-204A-8296-48703B317925}" type="sibTrans">
      <dgm:prSet/>
      <dgm:spPr/>
      <dgm:t>
        <a:bodyPr/>
        <a:lstStyle/>
        <a:p>
          <a:endParaRPr lang="zh-CN" altLang="en-US"/>
        </a:p>
      </dgm:t>
    </dgm:pt>
    <dgm:pt modelId="{989E6679-715A-0148-BFCD-73AA1A43E75D}">
      <dgm:prSet/>
      <dgm:spPr/>
      <dgm:t>
        <a:bodyPr/>
        <a:lstStyle/>
        <a:p>
          <a:r>
            <a:rPr lang="zh-CN" altLang="en-US" dirty="0" smtClean="0"/>
            <a:t>保密期限为“某年某月某日”表示到此时间节点解密</a:t>
          </a:r>
          <a:endParaRPr lang="zh-CN" altLang="en-US" dirty="0"/>
        </a:p>
      </dgm:t>
    </dgm:pt>
    <dgm:pt modelId="{74AB5ED0-60C9-994D-983B-000F7981862E}" cxnId="{37C29127-CFE2-A54F-9DAD-92CD248EE882}" type="parTrans">
      <dgm:prSet/>
      <dgm:spPr/>
    </dgm:pt>
    <dgm:pt modelId="{8570C217-2BFE-284E-84B4-BBB110577CA3}" cxnId="{37C29127-CFE2-A54F-9DAD-92CD248EE882}" type="sibTrans">
      <dgm:prSet/>
      <dgm:spPr/>
    </dgm:pt>
    <dgm:pt modelId="{B65A7744-6610-174F-A287-DC470814C7CA}">
      <dgm:prSet/>
      <dgm:spPr/>
      <dgm:t>
        <a:bodyPr/>
        <a:lstStyle/>
        <a:p>
          <a:r>
            <a:rPr lang="zh-CN" altLang="en-US" dirty="0" smtClean="0"/>
            <a:t>保密期限为“解密条件”</a:t>
          </a:r>
          <a:endParaRPr lang="zh-CN" altLang="en-US" dirty="0"/>
        </a:p>
      </dgm:t>
    </dgm:pt>
    <dgm:pt modelId="{52029162-C727-6B49-98F8-DE5CB3DAE83B}" cxnId="{A33FAFA3-B666-8E49-AFAD-63D36ADA1E33}" type="parTrans">
      <dgm:prSet/>
      <dgm:spPr/>
    </dgm:pt>
    <dgm:pt modelId="{89452FAE-5DD1-4F49-B5AB-ED2B3A6399C0}" cxnId="{A33FAFA3-B666-8E49-AFAD-63D36ADA1E33}" type="sibTrans">
      <dgm:prSet/>
      <dgm:spPr/>
    </dgm:pt>
    <dgm:pt modelId="{5006C6F1-22B0-CE4D-ADE3-FB0D3182476F}">
      <dgm:prSet/>
      <dgm:spPr/>
      <dgm:t>
        <a:bodyPr/>
        <a:lstStyle/>
        <a:p>
          <a:r>
            <a:rPr lang="zh-CN" altLang="en-US" dirty="0" smtClean="0"/>
            <a:t>该事项的保密时间需要</a:t>
          </a:r>
          <a:endParaRPr lang="zh-CN" altLang="en-US" dirty="0"/>
        </a:p>
      </dgm:t>
    </dgm:pt>
    <dgm:pt modelId="{B03A80E1-8355-0E47-BAA7-93E4D080FA0B}" cxnId="{D8F5F17F-2D6C-5B4B-96F3-0EC0B375E494}" type="parTrans">
      <dgm:prSet/>
      <dgm:spPr/>
    </dgm:pt>
    <dgm:pt modelId="{A3F614E6-3F65-B747-98AD-F7DECBC8F07B}" cxnId="{D8F5F17F-2D6C-5B4B-96F3-0EC0B375E494}" type="sibTrans">
      <dgm:prSet/>
      <dgm:spPr/>
    </dgm:pt>
    <dgm:pt modelId="{F16B0FCD-BCB4-CE48-8199-3F5BE8FA3D6D}">
      <dgm:prSet/>
      <dgm:spPr/>
      <dgm:t>
        <a:bodyPr/>
        <a:lstStyle/>
        <a:p>
          <a:r>
            <a:rPr lang="zh-CN" altLang="en-US" dirty="0" smtClean="0"/>
            <a:t>促使该事项秘密性消失的条件</a:t>
          </a:r>
          <a:endParaRPr lang="zh-CN" altLang="en-US" dirty="0"/>
        </a:p>
      </dgm:t>
    </dgm:pt>
    <dgm:pt modelId="{7E7DAD30-F491-0248-BBFC-3F734FC0F190}" cxnId="{53382C92-BD7F-7245-818F-298D610E7E54}" type="parTrans">
      <dgm:prSet/>
      <dgm:spPr/>
    </dgm:pt>
    <dgm:pt modelId="{D2975EE3-8501-2540-86B6-46CDC0A90A85}" cxnId="{53382C92-BD7F-7245-818F-298D610E7E54}" type="sibTrans">
      <dgm:prSet/>
      <dgm:spPr/>
    </dgm:pt>
    <dgm:pt modelId="{8C1962C7-5F30-4342-8558-8F94F0A105F6}" type="pres">
      <dgm:prSet presAssocID="{CC962535-15BE-6E40-8E2C-892BF6586F33}" presName="Name0" presStyleCnt="0">
        <dgm:presLayoutVars>
          <dgm:dir/>
          <dgm:animLvl val="lvl"/>
          <dgm:resizeHandles val="exact"/>
        </dgm:presLayoutVars>
      </dgm:prSet>
      <dgm:spPr/>
      <dgm:t>
        <a:bodyPr/>
        <a:lstStyle/>
        <a:p>
          <a:endParaRPr lang="zh-CN" altLang="en-US"/>
        </a:p>
      </dgm:t>
    </dgm:pt>
    <dgm:pt modelId="{B59CF969-6886-444A-878F-997F4D725379}" type="pres">
      <dgm:prSet presAssocID="{5E368281-A6DA-2146-B8A8-04420BB13378}" presName="linNode" presStyleCnt="0"/>
      <dgm:spPr/>
    </dgm:pt>
    <dgm:pt modelId="{8FF5E0D6-118F-234F-83C5-5D85B3C49421}" type="pres">
      <dgm:prSet presAssocID="{5E368281-A6DA-2146-B8A8-04420BB13378}" presName="parentText" presStyleLbl="node1" presStyleIdx="0" presStyleCnt="5">
        <dgm:presLayoutVars>
          <dgm:chMax val="1"/>
          <dgm:bulletEnabled val="1"/>
        </dgm:presLayoutVars>
      </dgm:prSet>
      <dgm:spPr/>
      <dgm:t>
        <a:bodyPr/>
        <a:lstStyle/>
        <a:p>
          <a:endParaRPr lang="zh-CN" altLang="en-US"/>
        </a:p>
      </dgm:t>
    </dgm:pt>
    <dgm:pt modelId="{2D225584-0693-8542-AD28-F1EBDE596B36}" type="pres">
      <dgm:prSet presAssocID="{5E368281-A6DA-2146-B8A8-04420BB13378}" presName="descendantText" presStyleLbl="alignAccFollowNode1" presStyleIdx="0" presStyleCnt="5">
        <dgm:presLayoutVars>
          <dgm:bulletEnabled val="1"/>
        </dgm:presLayoutVars>
      </dgm:prSet>
      <dgm:spPr/>
      <dgm:t>
        <a:bodyPr/>
        <a:lstStyle/>
        <a:p>
          <a:endParaRPr lang="zh-CN" altLang="en-US"/>
        </a:p>
      </dgm:t>
    </dgm:pt>
    <dgm:pt modelId="{3EF00607-F358-A848-817A-F0B28E29211A}" type="pres">
      <dgm:prSet presAssocID="{E54901D2-9CDA-8C40-B970-19A6380499AE}" presName="sp" presStyleCnt="0"/>
      <dgm:spPr/>
    </dgm:pt>
    <dgm:pt modelId="{586BB098-C987-FC4D-8AD3-DCF71B99BE4B}" type="pres">
      <dgm:prSet presAssocID="{C589A022-CBB4-FF4B-8BB7-0B31F42C3228}" presName="linNode" presStyleCnt="0"/>
      <dgm:spPr/>
    </dgm:pt>
    <dgm:pt modelId="{2A74EA14-22B0-A94B-9745-78C6FF78BDE0}" type="pres">
      <dgm:prSet presAssocID="{C589A022-CBB4-FF4B-8BB7-0B31F42C3228}" presName="parentText" presStyleLbl="node1" presStyleIdx="1" presStyleCnt="5">
        <dgm:presLayoutVars>
          <dgm:chMax val="1"/>
          <dgm:bulletEnabled val="1"/>
        </dgm:presLayoutVars>
      </dgm:prSet>
      <dgm:spPr/>
      <dgm:t>
        <a:bodyPr/>
        <a:lstStyle/>
        <a:p>
          <a:endParaRPr lang="zh-CN" altLang="en-US"/>
        </a:p>
      </dgm:t>
    </dgm:pt>
    <dgm:pt modelId="{B71E901F-0085-C449-BED5-DB04B99034C0}" type="pres">
      <dgm:prSet presAssocID="{C589A022-CBB4-FF4B-8BB7-0B31F42C3228}" presName="descendantText" presStyleLbl="alignAccFollowNode1" presStyleIdx="1" presStyleCnt="5">
        <dgm:presLayoutVars>
          <dgm:bulletEnabled val="1"/>
        </dgm:presLayoutVars>
      </dgm:prSet>
      <dgm:spPr/>
      <dgm:t>
        <a:bodyPr/>
        <a:lstStyle/>
        <a:p>
          <a:endParaRPr lang="zh-CN" altLang="en-US"/>
        </a:p>
      </dgm:t>
    </dgm:pt>
    <dgm:pt modelId="{B170B387-83D9-7445-B249-E983627BA065}" type="pres">
      <dgm:prSet presAssocID="{90D97F29-7C7C-844E-BC34-8C5B5123CD5B}" presName="sp" presStyleCnt="0"/>
      <dgm:spPr/>
    </dgm:pt>
    <dgm:pt modelId="{0FA6F40F-A72C-F649-90ED-7130989297B7}" type="pres">
      <dgm:prSet presAssocID="{E23CDA73-5CEA-594B-94A7-7C27A226ECE5}" presName="linNode" presStyleCnt="0"/>
      <dgm:spPr/>
    </dgm:pt>
    <dgm:pt modelId="{DC1CE835-BC05-CB4B-99EA-320BFAD068BF}" type="pres">
      <dgm:prSet presAssocID="{E23CDA73-5CEA-594B-94A7-7C27A226ECE5}" presName="parentText" presStyleLbl="node1" presStyleIdx="2" presStyleCnt="5">
        <dgm:presLayoutVars>
          <dgm:chMax val="1"/>
          <dgm:bulletEnabled val="1"/>
        </dgm:presLayoutVars>
      </dgm:prSet>
      <dgm:spPr/>
      <dgm:t>
        <a:bodyPr/>
        <a:lstStyle/>
        <a:p>
          <a:endParaRPr lang="zh-CN" altLang="en-US"/>
        </a:p>
      </dgm:t>
    </dgm:pt>
    <dgm:pt modelId="{4D00BEA7-DAB2-9640-9637-10326714D789}" type="pres">
      <dgm:prSet presAssocID="{E23CDA73-5CEA-594B-94A7-7C27A226ECE5}" presName="descendantText" presStyleLbl="alignAccFollowNode1" presStyleIdx="2" presStyleCnt="5">
        <dgm:presLayoutVars>
          <dgm:bulletEnabled val="1"/>
        </dgm:presLayoutVars>
      </dgm:prSet>
      <dgm:spPr/>
      <dgm:t>
        <a:bodyPr/>
        <a:lstStyle/>
        <a:p>
          <a:endParaRPr lang="zh-CN" altLang="en-US"/>
        </a:p>
      </dgm:t>
    </dgm:pt>
    <dgm:pt modelId="{600A27B7-59E5-7642-ACFA-85318C6F1ABD}" type="pres">
      <dgm:prSet presAssocID="{70FA7E19-672D-9041-ABDF-7D7C1EEA92B6}" presName="sp" presStyleCnt="0"/>
      <dgm:spPr/>
    </dgm:pt>
    <dgm:pt modelId="{E6066F07-80F5-2C43-A786-B31FD1A29D6D}" type="pres">
      <dgm:prSet presAssocID="{6C9F37C8-EC12-4D4F-A22D-33DBADC8ED2F}" presName="linNode" presStyleCnt="0"/>
      <dgm:spPr/>
    </dgm:pt>
    <dgm:pt modelId="{96179812-302A-4648-AA8F-EC722260521F}" type="pres">
      <dgm:prSet presAssocID="{6C9F37C8-EC12-4D4F-A22D-33DBADC8ED2F}" presName="parentText" presStyleLbl="node1" presStyleIdx="3" presStyleCnt="5">
        <dgm:presLayoutVars>
          <dgm:chMax val="1"/>
          <dgm:bulletEnabled val="1"/>
        </dgm:presLayoutVars>
      </dgm:prSet>
      <dgm:spPr/>
      <dgm:t>
        <a:bodyPr/>
        <a:lstStyle/>
        <a:p>
          <a:endParaRPr lang="zh-CN" altLang="en-US"/>
        </a:p>
      </dgm:t>
    </dgm:pt>
    <dgm:pt modelId="{2B5DCD37-FFA7-2C44-9946-AF3F00BA3B73}" type="pres">
      <dgm:prSet presAssocID="{6C9F37C8-EC12-4D4F-A22D-33DBADC8ED2F}" presName="descendantText" presStyleLbl="alignAccFollowNode1" presStyleIdx="3" presStyleCnt="5">
        <dgm:presLayoutVars>
          <dgm:bulletEnabled val="1"/>
        </dgm:presLayoutVars>
      </dgm:prSet>
      <dgm:spPr/>
      <dgm:t>
        <a:bodyPr/>
        <a:lstStyle/>
        <a:p>
          <a:endParaRPr lang="zh-CN" altLang="en-US"/>
        </a:p>
      </dgm:t>
    </dgm:pt>
    <dgm:pt modelId="{62B57600-8653-634F-876B-0363BF0F7086}" type="pres">
      <dgm:prSet presAssocID="{31B429FA-429F-1040-8FA2-C345C02874FF}" presName="sp" presStyleCnt="0"/>
      <dgm:spPr/>
    </dgm:pt>
    <dgm:pt modelId="{0D7ABF7D-3D3F-D74A-A6FE-85A8F18516D6}" type="pres">
      <dgm:prSet presAssocID="{B65A7744-6610-174F-A287-DC470814C7CA}" presName="linNode" presStyleCnt="0"/>
      <dgm:spPr/>
    </dgm:pt>
    <dgm:pt modelId="{88CC977C-7366-FF49-8AF0-CE93E378AF4F}" type="pres">
      <dgm:prSet presAssocID="{B65A7744-6610-174F-A287-DC470814C7CA}" presName="parentText" presStyleLbl="node1" presStyleIdx="4" presStyleCnt="5">
        <dgm:presLayoutVars>
          <dgm:chMax val="1"/>
          <dgm:bulletEnabled val="1"/>
        </dgm:presLayoutVars>
      </dgm:prSet>
      <dgm:spPr/>
      <dgm:t>
        <a:bodyPr/>
        <a:lstStyle/>
        <a:p>
          <a:endParaRPr lang="zh-CN" altLang="en-US"/>
        </a:p>
      </dgm:t>
    </dgm:pt>
    <dgm:pt modelId="{52883275-E32F-5944-805B-47E482170207}" type="pres">
      <dgm:prSet presAssocID="{B65A7744-6610-174F-A287-DC470814C7CA}" presName="descendantText" presStyleLbl="alignAccFollowNode1" presStyleIdx="4" presStyleCnt="5">
        <dgm:presLayoutVars>
          <dgm:bulletEnabled val="1"/>
        </dgm:presLayoutVars>
      </dgm:prSet>
      <dgm:spPr/>
      <dgm:t>
        <a:bodyPr/>
        <a:lstStyle/>
        <a:p>
          <a:endParaRPr lang="zh-CN" altLang="en-US"/>
        </a:p>
      </dgm:t>
    </dgm:pt>
  </dgm:ptLst>
  <dgm:cxnLst>
    <dgm:cxn modelId="{1179669E-99DD-604F-8B48-A3BDB9EE140A}" type="presOf" srcId="{CC962535-15BE-6E40-8E2C-892BF6586F33}" destId="{8C1962C7-5F30-4342-8558-8F94F0A105F6}" srcOrd="0" destOrd="0" presId="urn:microsoft.com/office/officeart/2005/8/layout/vList5"/>
    <dgm:cxn modelId="{19833AD1-A834-BD40-9333-CDE44E7EE07A}" type="presOf" srcId="{5006C6F1-22B0-CE4D-ADE3-FB0D3182476F}" destId="{52883275-E32F-5944-805B-47E482170207}" srcOrd="0" destOrd="0" presId="urn:microsoft.com/office/officeart/2005/8/layout/vList5"/>
    <dgm:cxn modelId="{ABFD8126-C051-FF46-8BF6-41E8D5E6C414}" srcId="{C589A022-CBB4-FF4B-8BB7-0B31F42C3228}" destId="{97A8161A-4AFB-A044-8EAC-6086DDEE381C}" srcOrd="1" destOrd="0" parTransId="{D0B2C9F6-193C-1F43-9DA0-0D5B6674B805}" sibTransId="{B51F5E8D-DB64-AA44-BE78-07F2F16993A2}"/>
    <dgm:cxn modelId="{ACCF28FE-14CA-F748-88E1-584BB0F8249E}" srcId="{5E368281-A6DA-2146-B8A8-04420BB13378}" destId="{8A9E946F-5D1A-5E46-BA46-BCF316A57AED}" srcOrd="0" destOrd="0" parTransId="{6139A1D9-8585-7C41-B6A9-ABD19A25EA25}" sibTransId="{FDBBD082-33BD-5042-947D-07D7372598D0}"/>
    <dgm:cxn modelId="{3520164D-BC1D-A54E-845E-F6D82331B4AF}" type="presOf" srcId="{989E6679-715A-0148-BFCD-73AA1A43E75D}" destId="{2B5DCD37-FFA7-2C44-9946-AF3F00BA3B73}" srcOrd="0" destOrd="0" presId="urn:microsoft.com/office/officeart/2005/8/layout/vList5"/>
    <dgm:cxn modelId="{A33FAFA3-B666-8E49-AFAD-63D36ADA1E33}" srcId="{CC962535-15BE-6E40-8E2C-892BF6586F33}" destId="{B65A7744-6610-174F-A287-DC470814C7CA}" srcOrd="4" destOrd="0" parTransId="{52029162-C727-6B49-98F8-DE5CB3DAE83B}" sibTransId="{89452FAE-5DD1-4F49-B5AB-ED2B3A6399C0}"/>
    <dgm:cxn modelId="{78EB2B08-0E22-3F4A-B96A-E84DAC7C1DD6}" type="presOf" srcId="{42A45853-DC70-AE47-AB6A-7B0CFF0E2DC4}" destId="{4D00BEA7-DAB2-9640-9637-10326714D789}" srcOrd="0" destOrd="0" presId="urn:microsoft.com/office/officeart/2005/8/layout/vList5"/>
    <dgm:cxn modelId="{4986B62C-EF9D-8749-9E7F-D6B723ECF1E7}" type="presOf" srcId="{B65A7744-6610-174F-A287-DC470814C7CA}" destId="{88CC977C-7366-FF49-8AF0-CE93E378AF4F}" srcOrd="0" destOrd="0" presId="urn:microsoft.com/office/officeart/2005/8/layout/vList5"/>
    <dgm:cxn modelId="{CA9CE612-4CD4-4C45-995F-A2D296DE3215}" type="presOf" srcId="{6C9F37C8-EC12-4D4F-A22D-33DBADC8ED2F}" destId="{96179812-302A-4648-AA8F-EC722260521F}" srcOrd="0" destOrd="0" presId="urn:microsoft.com/office/officeart/2005/8/layout/vList5"/>
    <dgm:cxn modelId="{1DE3112F-4E0C-6944-BBF8-1760CA8F9732}" srcId="{CC962535-15BE-6E40-8E2C-892BF6586F33}" destId="{5E368281-A6DA-2146-B8A8-04420BB13378}" srcOrd="0" destOrd="0" parTransId="{4C4E0106-DABB-3848-A9AF-A6F85F64C346}" sibTransId="{E54901D2-9CDA-8C40-B970-19A6380499AE}"/>
    <dgm:cxn modelId="{7C552B24-0A25-B746-BD54-7F3FB507312B}" type="presOf" srcId="{F16B0FCD-BCB4-CE48-8199-3F5BE8FA3D6D}" destId="{52883275-E32F-5944-805B-47E482170207}" srcOrd="0" destOrd="1" presId="urn:microsoft.com/office/officeart/2005/8/layout/vList5"/>
    <dgm:cxn modelId="{37C29127-CFE2-A54F-9DAD-92CD248EE882}" srcId="{6C9F37C8-EC12-4D4F-A22D-33DBADC8ED2F}" destId="{989E6679-715A-0148-BFCD-73AA1A43E75D}" srcOrd="0" destOrd="0" parTransId="{74AB5ED0-60C9-994D-983B-000F7981862E}" sibTransId="{8570C217-2BFE-284E-84B4-BBB110577CA3}"/>
    <dgm:cxn modelId="{D8F5F17F-2D6C-5B4B-96F3-0EC0B375E494}" srcId="{B65A7744-6610-174F-A287-DC470814C7CA}" destId="{5006C6F1-22B0-CE4D-ADE3-FB0D3182476F}" srcOrd="0" destOrd="0" parTransId="{B03A80E1-8355-0E47-BAA7-93E4D080FA0B}" sibTransId="{A3F614E6-3F65-B747-98AD-F7DECBC8F07B}"/>
    <dgm:cxn modelId="{FEB7A1C9-42D6-EA47-975C-9C732AC15137}" srcId="{E23CDA73-5CEA-594B-94A7-7C27A226ECE5}" destId="{42A45853-DC70-AE47-AB6A-7B0CFF0E2DC4}" srcOrd="0" destOrd="0" parTransId="{83B00E3C-E7F8-4B47-9A78-3A8C72A10A7A}" sibTransId="{B4D68B04-449A-D640-939A-C4B93AFC42F4}"/>
    <dgm:cxn modelId="{942199BC-A0EE-DC4E-A9DC-CBDE73EF7010}" srcId="{CC962535-15BE-6E40-8E2C-892BF6586F33}" destId="{C589A022-CBB4-FF4B-8BB7-0B31F42C3228}" srcOrd="1" destOrd="0" parTransId="{9DCAE97D-A99C-1A40-BC75-53BA3F0A8D9A}" sibTransId="{90D97F29-7C7C-844E-BC34-8C5B5123CD5B}"/>
    <dgm:cxn modelId="{565B7FBB-A16C-704E-836B-D10E846D6C05}" type="presOf" srcId="{D2833100-73FF-6942-8F55-9F5D9786EC12}" destId="{4D00BEA7-DAB2-9640-9637-10326714D789}" srcOrd="0" destOrd="1" presId="urn:microsoft.com/office/officeart/2005/8/layout/vList5"/>
    <dgm:cxn modelId="{95FCA3B8-4DA1-3C4E-AD7C-7E663F12F53B}" srcId="{CC962535-15BE-6E40-8E2C-892BF6586F33}" destId="{E23CDA73-5CEA-594B-94A7-7C27A226ECE5}" srcOrd="2" destOrd="0" parTransId="{5F9739CE-0A5C-B946-83C3-02C734CCF4DD}" sibTransId="{70FA7E19-672D-9041-ABDF-7D7C1EEA92B6}"/>
    <dgm:cxn modelId="{896F98DD-E388-564C-8FC2-62920EF32E5F}" srcId="{E23CDA73-5CEA-594B-94A7-7C27A226ECE5}" destId="{D2833100-73FF-6942-8F55-9F5D9786EC12}" srcOrd="1" destOrd="0" parTransId="{78919A18-DAE4-0D4A-B1F0-3DE45E101DED}" sibTransId="{067688F6-BAA2-E94C-9ECC-271E5D4CAC15}"/>
    <dgm:cxn modelId="{F3674C40-7A80-2B49-B3AF-9B0462BA0FA8}" type="presOf" srcId="{97A8161A-4AFB-A044-8EAC-6086DDEE381C}" destId="{B71E901F-0085-C449-BED5-DB04B99034C0}" srcOrd="0" destOrd="1" presId="urn:microsoft.com/office/officeart/2005/8/layout/vList5"/>
    <dgm:cxn modelId="{641FB59E-B2EF-0346-A1A6-D3C2B8C3DF40}" srcId="{C589A022-CBB4-FF4B-8BB7-0B31F42C3228}" destId="{BA7D9445-9CAA-9E40-B9F4-184D019FA888}" srcOrd="0" destOrd="0" parTransId="{3215799D-6036-5540-AE54-7107DF603FD5}" sibTransId="{2D79902E-892B-764E-91A5-8EE37CFB3CE4}"/>
    <dgm:cxn modelId="{53382C92-BD7F-7245-818F-298D610E7E54}" srcId="{B65A7744-6610-174F-A287-DC470814C7CA}" destId="{F16B0FCD-BCB4-CE48-8199-3F5BE8FA3D6D}" srcOrd="1" destOrd="0" parTransId="{7E7DAD30-F491-0248-BBFC-3F734FC0F190}" sibTransId="{D2975EE3-8501-2540-86B6-46CDC0A90A85}"/>
    <dgm:cxn modelId="{01B69B6B-C3F0-8C43-9A94-9F4BEE4705FF}" type="presOf" srcId="{BA7D9445-9CAA-9E40-B9F4-184D019FA888}" destId="{B71E901F-0085-C449-BED5-DB04B99034C0}" srcOrd="0" destOrd="0" presId="urn:microsoft.com/office/officeart/2005/8/layout/vList5"/>
    <dgm:cxn modelId="{1AB606A6-5F84-944B-A5D2-3D9349E8A7FF}" type="presOf" srcId="{E23CDA73-5CEA-594B-94A7-7C27A226ECE5}" destId="{DC1CE835-BC05-CB4B-99EA-320BFAD068BF}" srcOrd="0" destOrd="0" presId="urn:microsoft.com/office/officeart/2005/8/layout/vList5"/>
    <dgm:cxn modelId="{FACDC418-BF1E-5649-B236-32AC7276D554}" type="presOf" srcId="{C589A022-CBB4-FF4B-8BB7-0B31F42C3228}" destId="{2A74EA14-22B0-A94B-9745-78C6FF78BDE0}" srcOrd="0" destOrd="0" presId="urn:microsoft.com/office/officeart/2005/8/layout/vList5"/>
    <dgm:cxn modelId="{13A2F81A-936C-0941-B82E-A5DD7B3476E3}" type="presOf" srcId="{8A9E946F-5D1A-5E46-BA46-BCF316A57AED}" destId="{2D225584-0693-8542-AD28-F1EBDE596B36}" srcOrd="0" destOrd="0" presId="urn:microsoft.com/office/officeart/2005/8/layout/vList5"/>
    <dgm:cxn modelId="{42211E20-6F4C-204A-8296-48703B317925}" srcId="{CC962535-15BE-6E40-8E2C-892BF6586F33}" destId="{6C9F37C8-EC12-4D4F-A22D-33DBADC8ED2F}" srcOrd="3" destOrd="0" parTransId="{215B52A1-A008-4747-8A57-C4DDAC754175}" sibTransId="{31B429FA-429F-1040-8FA2-C345C02874FF}"/>
    <dgm:cxn modelId="{374AE557-5430-C94E-A2C8-A29608BD4D64}" type="presOf" srcId="{5E368281-A6DA-2146-B8A8-04420BB13378}" destId="{8FF5E0D6-118F-234F-83C5-5D85B3C49421}" srcOrd="0" destOrd="0" presId="urn:microsoft.com/office/officeart/2005/8/layout/vList5"/>
    <dgm:cxn modelId="{1510AE11-CE1A-784E-A4EA-94079187E376}" type="presParOf" srcId="{8C1962C7-5F30-4342-8558-8F94F0A105F6}" destId="{B59CF969-6886-444A-878F-997F4D725379}" srcOrd="0" destOrd="0" presId="urn:microsoft.com/office/officeart/2005/8/layout/vList5"/>
    <dgm:cxn modelId="{E5FA64C4-394D-1547-9A25-68D43D6D3D25}" type="presParOf" srcId="{B59CF969-6886-444A-878F-997F4D725379}" destId="{8FF5E0D6-118F-234F-83C5-5D85B3C49421}" srcOrd="0" destOrd="0" presId="urn:microsoft.com/office/officeart/2005/8/layout/vList5"/>
    <dgm:cxn modelId="{BEB9058D-074D-A542-A68A-35035F07792D}" type="presParOf" srcId="{B59CF969-6886-444A-878F-997F4D725379}" destId="{2D225584-0693-8542-AD28-F1EBDE596B36}" srcOrd="1" destOrd="0" presId="urn:microsoft.com/office/officeart/2005/8/layout/vList5"/>
    <dgm:cxn modelId="{5FAB2E64-73DF-6945-9205-DCD195A4657E}" type="presParOf" srcId="{8C1962C7-5F30-4342-8558-8F94F0A105F6}" destId="{3EF00607-F358-A848-817A-F0B28E29211A}" srcOrd="1" destOrd="0" presId="urn:microsoft.com/office/officeart/2005/8/layout/vList5"/>
    <dgm:cxn modelId="{95F93910-A14F-D343-A27E-15DDBF210E0B}" type="presParOf" srcId="{8C1962C7-5F30-4342-8558-8F94F0A105F6}" destId="{586BB098-C987-FC4D-8AD3-DCF71B99BE4B}" srcOrd="2" destOrd="0" presId="urn:microsoft.com/office/officeart/2005/8/layout/vList5"/>
    <dgm:cxn modelId="{B2FD4B83-922A-FA4E-AEDE-C94E4B99CE84}" type="presParOf" srcId="{586BB098-C987-FC4D-8AD3-DCF71B99BE4B}" destId="{2A74EA14-22B0-A94B-9745-78C6FF78BDE0}" srcOrd="0" destOrd="0" presId="urn:microsoft.com/office/officeart/2005/8/layout/vList5"/>
    <dgm:cxn modelId="{113D61AA-DD09-EF42-9959-5D672C508EEA}" type="presParOf" srcId="{586BB098-C987-FC4D-8AD3-DCF71B99BE4B}" destId="{B71E901F-0085-C449-BED5-DB04B99034C0}" srcOrd="1" destOrd="0" presId="urn:microsoft.com/office/officeart/2005/8/layout/vList5"/>
    <dgm:cxn modelId="{74ED8304-6D30-B044-A5C5-FFD7E0CFC214}" type="presParOf" srcId="{8C1962C7-5F30-4342-8558-8F94F0A105F6}" destId="{B170B387-83D9-7445-B249-E983627BA065}" srcOrd="3" destOrd="0" presId="urn:microsoft.com/office/officeart/2005/8/layout/vList5"/>
    <dgm:cxn modelId="{6B8C2CE8-E63B-4844-99FF-04A0E0BE7897}" type="presParOf" srcId="{8C1962C7-5F30-4342-8558-8F94F0A105F6}" destId="{0FA6F40F-A72C-F649-90ED-7130989297B7}" srcOrd="4" destOrd="0" presId="urn:microsoft.com/office/officeart/2005/8/layout/vList5"/>
    <dgm:cxn modelId="{4A1E0DC3-1BB3-0E49-B9CC-2685BC0AA862}" type="presParOf" srcId="{0FA6F40F-A72C-F649-90ED-7130989297B7}" destId="{DC1CE835-BC05-CB4B-99EA-320BFAD068BF}" srcOrd="0" destOrd="0" presId="urn:microsoft.com/office/officeart/2005/8/layout/vList5"/>
    <dgm:cxn modelId="{B3B6694E-81DC-EE41-AE90-A162E6B4F317}" type="presParOf" srcId="{0FA6F40F-A72C-F649-90ED-7130989297B7}" destId="{4D00BEA7-DAB2-9640-9637-10326714D789}" srcOrd="1" destOrd="0" presId="urn:microsoft.com/office/officeart/2005/8/layout/vList5"/>
    <dgm:cxn modelId="{F97F3FE6-1FED-8D4A-AC19-2DDA8736051D}" type="presParOf" srcId="{8C1962C7-5F30-4342-8558-8F94F0A105F6}" destId="{600A27B7-59E5-7642-ACFA-85318C6F1ABD}" srcOrd="5" destOrd="0" presId="urn:microsoft.com/office/officeart/2005/8/layout/vList5"/>
    <dgm:cxn modelId="{41AA1985-A863-5C4C-B486-77A8C2C597F5}" type="presParOf" srcId="{8C1962C7-5F30-4342-8558-8F94F0A105F6}" destId="{E6066F07-80F5-2C43-A786-B31FD1A29D6D}" srcOrd="6" destOrd="0" presId="urn:microsoft.com/office/officeart/2005/8/layout/vList5"/>
    <dgm:cxn modelId="{D21BB87D-BC40-F64B-B128-329AD8FA06D9}" type="presParOf" srcId="{E6066F07-80F5-2C43-A786-B31FD1A29D6D}" destId="{96179812-302A-4648-AA8F-EC722260521F}" srcOrd="0" destOrd="0" presId="urn:microsoft.com/office/officeart/2005/8/layout/vList5"/>
    <dgm:cxn modelId="{0929A761-F636-0344-8348-B86BC2D4B714}" type="presParOf" srcId="{E6066F07-80F5-2C43-A786-B31FD1A29D6D}" destId="{2B5DCD37-FFA7-2C44-9946-AF3F00BA3B73}" srcOrd="1" destOrd="0" presId="urn:microsoft.com/office/officeart/2005/8/layout/vList5"/>
    <dgm:cxn modelId="{88DA40F2-2037-4147-A809-AF02851A272F}" type="presParOf" srcId="{8C1962C7-5F30-4342-8558-8F94F0A105F6}" destId="{62B57600-8653-634F-876B-0363BF0F7086}" srcOrd="7" destOrd="0" presId="urn:microsoft.com/office/officeart/2005/8/layout/vList5"/>
    <dgm:cxn modelId="{1704DE29-3E74-C240-BAB6-C417FDFF1EEB}" type="presParOf" srcId="{8C1962C7-5F30-4342-8558-8F94F0A105F6}" destId="{0D7ABF7D-3D3F-D74A-A6FE-85A8F18516D6}" srcOrd="8" destOrd="0" presId="urn:microsoft.com/office/officeart/2005/8/layout/vList5"/>
    <dgm:cxn modelId="{74E23890-4B7E-EC46-8BD8-7303B7F899EE}" type="presParOf" srcId="{0D7ABF7D-3D3F-D74A-A6FE-85A8F18516D6}" destId="{88CC977C-7366-FF49-8AF0-CE93E378AF4F}" srcOrd="0" destOrd="0" presId="urn:microsoft.com/office/officeart/2005/8/layout/vList5"/>
    <dgm:cxn modelId="{6335D643-B3A0-DF43-9D7C-44C0635C93E0}" type="presParOf" srcId="{0D7ABF7D-3D3F-D74A-A6FE-85A8F18516D6}" destId="{52883275-E32F-5944-805B-47E482170207}" srcOrd="1" destOrd="0" presId="urn:microsoft.com/office/officeart/2005/8/layout/vList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F38B43C-F32B-8C4B-903B-1412F5095716}" type="doc">
      <dgm:prSet loTypeId="urn:microsoft.com/office/officeart/2005/8/layout/hList1" loCatId="" qsTypeId="urn:microsoft.com/office/officeart/2005/8/quickstyle/simple4" qsCatId="simple" csTypeId="urn:microsoft.com/office/officeart/2005/8/colors/accent1_2" csCatId="accent1" phldr="1"/>
      <dgm:spPr/>
      <dgm:t>
        <a:bodyPr/>
        <a:lstStyle/>
        <a:p>
          <a:endParaRPr lang="zh-CN" altLang="en-US"/>
        </a:p>
      </dgm:t>
    </dgm:pt>
    <dgm:pt modelId="{163AB890-4275-254B-8688-3A7A456E3C09}">
      <dgm:prSet phldrT="[文本]"/>
      <dgm:spPr/>
      <dgm:t>
        <a:bodyPr/>
        <a:lstStyle/>
        <a:p>
          <a:r>
            <a:rPr lang="zh-CN" altLang="en-US" dirty="0" smtClean="0"/>
            <a:t>知晓类</a:t>
          </a:r>
          <a:endParaRPr lang="zh-CN" altLang="en-US" dirty="0"/>
        </a:p>
      </dgm:t>
    </dgm:pt>
    <dgm:pt modelId="{F6380824-D42D-104B-8EE3-6A989C13C867}" cxnId="{62586CDF-2C12-834C-87B7-D365FFB0E8AC}" type="parTrans">
      <dgm:prSet/>
      <dgm:spPr/>
      <dgm:t>
        <a:bodyPr/>
        <a:lstStyle/>
        <a:p>
          <a:endParaRPr lang="zh-CN" altLang="en-US"/>
        </a:p>
      </dgm:t>
    </dgm:pt>
    <dgm:pt modelId="{C5D1C1D3-80D4-7341-8B88-6DA796F3AB14}" cxnId="{62586CDF-2C12-834C-87B7-D365FFB0E8AC}" type="sibTrans">
      <dgm:prSet/>
      <dgm:spPr/>
      <dgm:t>
        <a:bodyPr/>
        <a:lstStyle/>
        <a:p>
          <a:endParaRPr lang="zh-CN" altLang="en-US"/>
        </a:p>
      </dgm:t>
    </dgm:pt>
    <dgm:pt modelId="{CA09005B-7D2E-7149-AC6F-7D209BAD3AAA}">
      <dgm:prSet phldrT="[文本]"/>
      <dgm:spPr/>
      <dgm:t>
        <a:bodyPr/>
        <a:lstStyle/>
        <a:p>
          <a:r>
            <a:rPr lang="zh-CN" altLang="en-US" dirty="0" smtClean="0"/>
            <a:t>统一认识、预防预警</a:t>
          </a:r>
          <a:endParaRPr lang="zh-CN" altLang="en-US" dirty="0"/>
        </a:p>
      </dgm:t>
    </dgm:pt>
    <dgm:pt modelId="{150170BD-4139-A447-9952-2EE81CCB122B}" cxnId="{4C474825-90D1-974E-B22A-01637CFD2DA3}" type="parTrans">
      <dgm:prSet/>
      <dgm:spPr/>
      <dgm:t>
        <a:bodyPr/>
        <a:lstStyle/>
        <a:p>
          <a:endParaRPr lang="zh-CN" altLang="en-US"/>
        </a:p>
      </dgm:t>
    </dgm:pt>
    <dgm:pt modelId="{CEEB2B7D-28A6-9244-BAFB-6225EFA043DA}" cxnId="{4C474825-90D1-974E-B22A-01637CFD2DA3}" type="sibTrans">
      <dgm:prSet/>
      <dgm:spPr/>
      <dgm:t>
        <a:bodyPr/>
        <a:lstStyle/>
        <a:p>
          <a:endParaRPr lang="zh-CN" altLang="en-US"/>
        </a:p>
      </dgm:t>
    </dgm:pt>
    <dgm:pt modelId="{44B31E78-60FA-7C49-92AE-E57FFCAD5635}">
      <dgm:prSet phldrT="[文本]"/>
      <dgm:spPr/>
      <dgm:t>
        <a:bodyPr/>
        <a:lstStyle/>
        <a:p>
          <a:r>
            <a:rPr lang="zh-CN" altLang="en-US" dirty="0" smtClean="0"/>
            <a:t>不宜过长</a:t>
          </a:r>
          <a:endParaRPr lang="zh-CN" altLang="en-US" dirty="0"/>
        </a:p>
      </dgm:t>
    </dgm:pt>
    <dgm:pt modelId="{82F838FF-ECA4-E24A-9E5D-664E700EBFE2}" cxnId="{E27729CC-5C3B-5148-A7B8-DFFB4926ECE0}" type="parTrans">
      <dgm:prSet/>
      <dgm:spPr/>
      <dgm:t>
        <a:bodyPr/>
        <a:lstStyle/>
        <a:p>
          <a:endParaRPr lang="zh-CN" altLang="en-US"/>
        </a:p>
      </dgm:t>
    </dgm:pt>
    <dgm:pt modelId="{93DD5190-3E06-B445-A19C-9424A486243F}" cxnId="{E27729CC-5C3B-5148-A7B8-DFFB4926ECE0}" type="sibTrans">
      <dgm:prSet/>
      <dgm:spPr/>
      <dgm:t>
        <a:bodyPr/>
        <a:lstStyle/>
        <a:p>
          <a:endParaRPr lang="zh-CN" altLang="en-US"/>
        </a:p>
      </dgm:t>
    </dgm:pt>
    <dgm:pt modelId="{E10B2C1C-DCDF-C94E-BB1E-13787C542CF0}">
      <dgm:prSet phldrT="[文本]"/>
      <dgm:spPr/>
      <dgm:t>
        <a:bodyPr/>
        <a:lstStyle/>
        <a:p>
          <a:r>
            <a:rPr lang="zh-CN" altLang="en-US" dirty="0" smtClean="0"/>
            <a:t>决策类</a:t>
          </a:r>
          <a:endParaRPr lang="zh-CN" altLang="en-US" dirty="0"/>
        </a:p>
      </dgm:t>
    </dgm:pt>
    <dgm:pt modelId="{105F5591-A961-0E46-B0B5-8B9B4E1E78DC}" cxnId="{CC157C04-2795-9C41-BFC4-A1547D456C00}" type="parTrans">
      <dgm:prSet/>
      <dgm:spPr/>
      <dgm:t>
        <a:bodyPr/>
        <a:lstStyle/>
        <a:p>
          <a:endParaRPr lang="zh-CN" altLang="en-US"/>
        </a:p>
      </dgm:t>
    </dgm:pt>
    <dgm:pt modelId="{512CD1E2-5779-6D4A-A85F-2A76A7C22EC8}" cxnId="{CC157C04-2795-9C41-BFC4-A1547D456C00}" type="sibTrans">
      <dgm:prSet/>
      <dgm:spPr/>
      <dgm:t>
        <a:bodyPr/>
        <a:lstStyle/>
        <a:p>
          <a:endParaRPr lang="zh-CN" altLang="en-US"/>
        </a:p>
      </dgm:t>
    </dgm:pt>
    <dgm:pt modelId="{44382CED-4F7D-8747-A0B0-7683321F2A70}">
      <dgm:prSet phldrT="[文本]"/>
      <dgm:spPr/>
      <dgm:t>
        <a:bodyPr/>
        <a:lstStyle/>
        <a:p>
          <a:r>
            <a:rPr lang="zh-CN" altLang="en-US" dirty="0" smtClean="0"/>
            <a:t>涉及国计方面，期限长</a:t>
          </a:r>
          <a:endParaRPr lang="zh-CN" altLang="en-US" dirty="0"/>
        </a:p>
      </dgm:t>
    </dgm:pt>
    <dgm:pt modelId="{28350676-F2E4-F446-B0DB-B67A6AC17E31}" cxnId="{9D1B6197-36BF-1A40-A7CB-D4A6937C6BF1}" type="parTrans">
      <dgm:prSet/>
      <dgm:spPr/>
      <dgm:t>
        <a:bodyPr/>
        <a:lstStyle/>
        <a:p>
          <a:endParaRPr lang="zh-CN" altLang="en-US"/>
        </a:p>
      </dgm:t>
    </dgm:pt>
    <dgm:pt modelId="{EFBAC225-9C90-8C44-AEB4-3EF72A6C836B}" cxnId="{9D1B6197-36BF-1A40-A7CB-D4A6937C6BF1}" type="sibTrans">
      <dgm:prSet/>
      <dgm:spPr/>
      <dgm:t>
        <a:bodyPr/>
        <a:lstStyle/>
        <a:p>
          <a:endParaRPr lang="zh-CN" altLang="en-US"/>
        </a:p>
      </dgm:t>
    </dgm:pt>
    <dgm:pt modelId="{3AFDDE9B-8CE2-4442-B4BE-C1FDCBCC1F32}">
      <dgm:prSet phldrT="[文本]"/>
      <dgm:spPr/>
      <dgm:t>
        <a:bodyPr/>
        <a:lstStyle/>
        <a:p>
          <a:r>
            <a:rPr lang="zh-CN" altLang="en-US" dirty="0" smtClean="0"/>
            <a:t>涉及民生 ，期限短</a:t>
          </a:r>
          <a:endParaRPr lang="zh-CN" altLang="en-US" dirty="0"/>
        </a:p>
      </dgm:t>
    </dgm:pt>
    <dgm:pt modelId="{B53B66A4-F4D1-8241-A31C-0F035C17A885}" cxnId="{A1D98D7F-A610-0E41-8264-3C7543BAB22A}" type="parTrans">
      <dgm:prSet/>
      <dgm:spPr/>
      <dgm:t>
        <a:bodyPr/>
        <a:lstStyle/>
        <a:p>
          <a:endParaRPr lang="zh-CN" altLang="en-US"/>
        </a:p>
      </dgm:t>
    </dgm:pt>
    <dgm:pt modelId="{C76C638D-658B-384C-A1D5-C0E0BDC95479}" cxnId="{A1D98D7F-A610-0E41-8264-3C7543BAB22A}" type="sibTrans">
      <dgm:prSet/>
      <dgm:spPr/>
      <dgm:t>
        <a:bodyPr/>
        <a:lstStyle/>
        <a:p>
          <a:endParaRPr lang="zh-CN" altLang="en-US"/>
        </a:p>
      </dgm:t>
    </dgm:pt>
    <dgm:pt modelId="{5092B8DE-7684-F84C-A62C-8A0F28B637F2}">
      <dgm:prSet phldrT="[文本]"/>
      <dgm:spPr/>
      <dgm:t>
        <a:bodyPr/>
        <a:lstStyle/>
        <a:p>
          <a:r>
            <a:rPr lang="zh-CN" altLang="en-US" dirty="0" smtClean="0"/>
            <a:t>政策类</a:t>
          </a:r>
          <a:endParaRPr lang="zh-CN" altLang="en-US" dirty="0"/>
        </a:p>
      </dgm:t>
    </dgm:pt>
    <dgm:pt modelId="{2D76B525-53FE-B446-84FA-AC0C8D063B5B}" cxnId="{C86D5CA5-0FDF-244C-8A94-973C025CC850}" type="parTrans">
      <dgm:prSet/>
      <dgm:spPr/>
      <dgm:t>
        <a:bodyPr/>
        <a:lstStyle/>
        <a:p>
          <a:endParaRPr lang="zh-CN" altLang="en-US"/>
        </a:p>
      </dgm:t>
    </dgm:pt>
    <dgm:pt modelId="{311BA28F-3BD3-E042-8092-F749C23527AE}" cxnId="{C86D5CA5-0FDF-244C-8A94-973C025CC850}" type="sibTrans">
      <dgm:prSet/>
      <dgm:spPr/>
      <dgm:t>
        <a:bodyPr/>
        <a:lstStyle/>
        <a:p>
          <a:endParaRPr lang="zh-CN" altLang="en-US"/>
        </a:p>
      </dgm:t>
    </dgm:pt>
    <dgm:pt modelId="{142F5751-ADF4-894E-9330-CFF53D5AD9FE}">
      <dgm:prSet phldrT="[文本]"/>
      <dgm:spPr/>
      <dgm:t>
        <a:bodyPr/>
        <a:lstStyle/>
        <a:p>
          <a:r>
            <a:rPr lang="zh-CN" altLang="en-US" dirty="0" smtClean="0"/>
            <a:t>内部政策，期限长</a:t>
          </a:r>
          <a:endParaRPr lang="zh-CN" altLang="en-US" dirty="0"/>
        </a:p>
      </dgm:t>
    </dgm:pt>
    <dgm:pt modelId="{0E94F1EE-B2DF-9C42-8D0C-6F02FC3DB003}" cxnId="{98CC7933-6C63-3749-8B42-53082D996576}" type="parTrans">
      <dgm:prSet/>
      <dgm:spPr/>
      <dgm:t>
        <a:bodyPr/>
        <a:lstStyle/>
        <a:p>
          <a:endParaRPr lang="zh-CN" altLang="en-US"/>
        </a:p>
      </dgm:t>
    </dgm:pt>
    <dgm:pt modelId="{0754B82A-1FB6-F045-B79C-1750BE54E620}" cxnId="{98CC7933-6C63-3749-8B42-53082D996576}" type="sibTrans">
      <dgm:prSet/>
      <dgm:spPr/>
      <dgm:t>
        <a:bodyPr/>
        <a:lstStyle/>
        <a:p>
          <a:endParaRPr lang="zh-CN" altLang="en-US"/>
        </a:p>
      </dgm:t>
    </dgm:pt>
    <dgm:pt modelId="{8B2F3AE8-6542-0045-A77E-77EBF54437A8}">
      <dgm:prSet phldrT="[文本]"/>
      <dgm:spPr/>
      <dgm:t>
        <a:bodyPr/>
        <a:lstStyle/>
        <a:p>
          <a:r>
            <a:rPr lang="zh-CN" altLang="en-US" dirty="0" smtClean="0"/>
            <a:t>普通政策，期限短</a:t>
          </a:r>
          <a:endParaRPr lang="zh-CN" altLang="en-US" dirty="0"/>
        </a:p>
      </dgm:t>
    </dgm:pt>
    <dgm:pt modelId="{B7C38E1C-8F12-274A-BC00-E37DE19A0215}" cxnId="{DBD444CD-8BBA-BF45-A878-690C344F810A}" type="parTrans">
      <dgm:prSet/>
      <dgm:spPr/>
      <dgm:t>
        <a:bodyPr/>
        <a:lstStyle/>
        <a:p>
          <a:endParaRPr lang="zh-CN" altLang="en-US"/>
        </a:p>
      </dgm:t>
    </dgm:pt>
    <dgm:pt modelId="{F393FB26-88F6-9041-9065-753C5FD417C9}" cxnId="{DBD444CD-8BBA-BF45-A878-690C344F810A}" type="sibTrans">
      <dgm:prSet/>
      <dgm:spPr/>
      <dgm:t>
        <a:bodyPr/>
        <a:lstStyle/>
        <a:p>
          <a:endParaRPr lang="zh-CN" altLang="en-US"/>
        </a:p>
      </dgm:t>
    </dgm:pt>
    <dgm:pt modelId="{9D6E39C4-9CCF-794E-B141-6B1C2DD21B98}">
      <dgm:prSet phldrT="[文本]"/>
      <dgm:spPr/>
      <dgm:t>
        <a:bodyPr/>
        <a:lstStyle/>
        <a:p>
          <a:r>
            <a:rPr lang="zh-CN" altLang="en-US" dirty="0" smtClean="0"/>
            <a:t>越紧急越短</a:t>
          </a:r>
          <a:endParaRPr lang="zh-CN" altLang="en-US" dirty="0"/>
        </a:p>
      </dgm:t>
    </dgm:pt>
    <dgm:pt modelId="{C69475BA-2386-B049-A758-FA52B9E19A7E}" cxnId="{2FB90F69-6465-234B-8CB0-2170E98D2037}" type="parTrans">
      <dgm:prSet/>
      <dgm:spPr/>
    </dgm:pt>
    <dgm:pt modelId="{3EA3B626-41B8-004D-894E-CE1BDC03F938}" cxnId="{2FB90F69-6465-234B-8CB0-2170E98D2037}" type="sibTrans">
      <dgm:prSet/>
      <dgm:spPr/>
    </dgm:pt>
    <dgm:pt modelId="{B385A6B9-F9CF-9F42-96C6-61E515212FB6}">
      <dgm:prSet/>
      <dgm:spPr/>
      <dgm:t>
        <a:bodyPr/>
        <a:lstStyle/>
        <a:p>
          <a:r>
            <a:rPr lang="zh-CN" altLang="en-US" dirty="0" smtClean="0"/>
            <a:t>执行类</a:t>
          </a:r>
          <a:endParaRPr lang="zh-CN" altLang="en-US" dirty="0"/>
        </a:p>
      </dgm:t>
    </dgm:pt>
    <dgm:pt modelId="{C7F5769E-C73F-B048-BD92-2DCCB189A639}" cxnId="{E34EA4D3-34FE-BE46-A868-94A48E9C9266}" type="parTrans">
      <dgm:prSet/>
      <dgm:spPr/>
    </dgm:pt>
    <dgm:pt modelId="{3CD80880-8592-2B4D-886F-5EB0EFAA3DB7}" cxnId="{E34EA4D3-34FE-BE46-A868-94A48E9C9266}" type="sibTrans">
      <dgm:prSet/>
      <dgm:spPr/>
    </dgm:pt>
    <dgm:pt modelId="{8A9BF122-08BC-4D42-8296-362B16BDDA4D}">
      <dgm:prSet/>
      <dgm:spPr/>
      <dgm:t>
        <a:bodyPr/>
        <a:lstStyle/>
        <a:p>
          <a:r>
            <a:rPr lang="zh-CN" altLang="en-US" dirty="0" smtClean="0"/>
            <a:t>一般事项，执行结束可公开</a:t>
          </a:r>
          <a:endParaRPr lang="zh-CN" altLang="en-US" dirty="0"/>
        </a:p>
      </dgm:t>
    </dgm:pt>
    <dgm:pt modelId="{D8C2BF6D-904A-9249-AF2C-735E69CD2CEE}" cxnId="{916FE8A5-FAC9-824D-8AB0-39B5406A13F9}" type="parTrans">
      <dgm:prSet/>
      <dgm:spPr/>
    </dgm:pt>
    <dgm:pt modelId="{BA52F1B7-F3F3-9345-89EB-1CB79DE63096}" cxnId="{916FE8A5-FAC9-824D-8AB0-39B5406A13F9}" type="sibTrans">
      <dgm:prSet/>
      <dgm:spPr/>
    </dgm:pt>
    <dgm:pt modelId="{A9588DCE-8794-2647-9348-773028A9C98D}">
      <dgm:prSet/>
      <dgm:spPr/>
      <dgm:t>
        <a:bodyPr/>
        <a:lstStyle/>
        <a:p>
          <a:r>
            <a:rPr lang="zh-CN" altLang="en-US" dirty="0" smtClean="0"/>
            <a:t>特色执行事项，时间长</a:t>
          </a:r>
          <a:endParaRPr lang="zh-CN" altLang="en-US" dirty="0"/>
        </a:p>
      </dgm:t>
    </dgm:pt>
    <dgm:pt modelId="{E9BE1421-0182-0940-AE77-4C74383F962A}" cxnId="{456E9AD4-7832-294B-8420-2004F009224B}" type="parTrans">
      <dgm:prSet/>
      <dgm:spPr/>
    </dgm:pt>
    <dgm:pt modelId="{0DC3D838-E7E2-CC49-9948-DB6AD04DD37A}" cxnId="{456E9AD4-7832-294B-8420-2004F009224B}" type="sibTrans">
      <dgm:prSet/>
      <dgm:spPr/>
    </dgm:pt>
    <dgm:pt modelId="{3AD35FD8-92B6-884E-8B33-A05A52459F42}" type="pres">
      <dgm:prSet presAssocID="{EF38B43C-F32B-8C4B-903B-1412F5095716}" presName="Name0" presStyleCnt="0">
        <dgm:presLayoutVars>
          <dgm:dir/>
          <dgm:animLvl val="lvl"/>
          <dgm:resizeHandles val="exact"/>
        </dgm:presLayoutVars>
      </dgm:prSet>
      <dgm:spPr/>
      <dgm:t>
        <a:bodyPr/>
        <a:lstStyle/>
        <a:p>
          <a:endParaRPr lang="zh-CN" altLang="en-US"/>
        </a:p>
      </dgm:t>
    </dgm:pt>
    <dgm:pt modelId="{635DA491-2FC8-0648-A390-14A30F689775}" type="pres">
      <dgm:prSet presAssocID="{163AB890-4275-254B-8688-3A7A456E3C09}" presName="composite" presStyleCnt="0"/>
      <dgm:spPr/>
    </dgm:pt>
    <dgm:pt modelId="{74B2A0B3-1BC1-8047-8125-528CC592571F}" type="pres">
      <dgm:prSet presAssocID="{163AB890-4275-254B-8688-3A7A456E3C09}" presName="parTx" presStyleLbl="alignNode1" presStyleIdx="0" presStyleCnt="4">
        <dgm:presLayoutVars>
          <dgm:chMax val="0"/>
          <dgm:chPref val="0"/>
          <dgm:bulletEnabled val="1"/>
        </dgm:presLayoutVars>
      </dgm:prSet>
      <dgm:spPr/>
      <dgm:t>
        <a:bodyPr/>
        <a:lstStyle/>
        <a:p>
          <a:endParaRPr lang="zh-CN" altLang="en-US"/>
        </a:p>
      </dgm:t>
    </dgm:pt>
    <dgm:pt modelId="{D90725EA-6251-7A49-BFB8-7002F8A2CD26}" type="pres">
      <dgm:prSet presAssocID="{163AB890-4275-254B-8688-3A7A456E3C09}" presName="desTx" presStyleLbl="alignAccFollowNode1" presStyleIdx="0" presStyleCnt="4">
        <dgm:presLayoutVars>
          <dgm:bulletEnabled val="1"/>
        </dgm:presLayoutVars>
      </dgm:prSet>
      <dgm:spPr/>
      <dgm:t>
        <a:bodyPr/>
        <a:lstStyle/>
        <a:p>
          <a:endParaRPr lang="zh-CN" altLang="en-US"/>
        </a:p>
      </dgm:t>
    </dgm:pt>
    <dgm:pt modelId="{0439AA76-E7A8-BD4C-84BB-798538B4596B}" type="pres">
      <dgm:prSet presAssocID="{C5D1C1D3-80D4-7341-8B88-6DA796F3AB14}" presName="space" presStyleCnt="0"/>
      <dgm:spPr/>
    </dgm:pt>
    <dgm:pt modelId="{00D491ED-2766-3E48-BADA-DD4F451A5E47}" type="pres">
      <dgm:prSet presAssocID="{E10B2C1C-DCDF-C94E-BB1E-13787C542CF0}" presName="composite" presStyleCnt="0"/>
      <dgm:spPr/>
    </dgm:pt>
    <dgm:pt modelId="{84A7B06A-EAF7-C84C-8C6C-D7DA65853BFB}" type="pres">
      <dgm:prSet presAssocID="{E10B2C1C-DCDF-C94E-BB1E-13787C542CF0}" presName="parTx" presStyleLbl="alignNode1" presStyleIdx="1" presStyleCnt="4">
        <dgm:presLayoutVars>
          <dgm:chMax val="0"/>
          <dgm:chPref val="0"/>
          <dgm:bulletEnabled val="1"/>
        </dgm:presLayoutVars>
      </dgm:prSet>
      <dgm:spPr/>
      <dgm:t>
        <a:bodyPr/>
        <a:lstStyle/>
        <a:p>
          <a:endParaRPr lang="zh-CN" altLang="en-US"/>
        </a:p>
      </dgm:t>
    </dgm:pt>
    <dgm:pt modelId="{20AB9AA5-0CDF-4E4E-BF09-6435A920D093}" type="pres">
      <dgm:prSet presAssocID="{E10B2C1C-DCDF-C94E-BB1E-13787C542CF0}" presName="desTx" presStyleLbl="alignAccFollowNode1" presStyleIdx="1" presStyleCnt="4">
        <dgm:presLayoutVars>
          <dgm:bulletEnabled val="1"/>
        </dgm:presLayoutVars>
      </dgm:prSet>
      <dgm:spPr/>
      <dgm:t>
        <a:bodyPr/>
        <a:lstStyle/>
        <a:p>
          <a:endParaRPr lang="zh-CN" altLang="en-US"/>
        </a:p>
      </dgm:t>
    </dgm:pt>
    <dgm:pt modelId="{C199BF6D-57A5-184B-9764-D9DF3A96CBA4}" type="pres">
      <dgm:prSet presAssocID="{512CD1E2-5779-6D4A-A85F-2A76A7C22EC8}" presName="space" presStyleCnt="0"/>
      <dgm:spPr/>
    </dgm:pt>
    <dgm:pt modelId="{4BC76761-BE27-6940-81E2-CA284853927F}" type="pres">
      <dgm:prSet presAssocID="{5092B8DE-7684-F84C-A62C-8A0F28B637F2}" presName="composite" presStyleCnt="0"/>
      <dgm:spPr/>
    </dgm:pt>
    <dgm:pt modelId="{D494589A-52DF-0A41-A47E-DF0A25B924DA}" type="pres">
      <dgm:prSet presAssocID="{5092B8DE-7684-F84C-A62C-8A0F28B637F2}" presName="parTx" presStyleLbl="alignNode1" presStyleIdx="2" presStyleCnt="4">
        <dgm:presLayoutVars>
          <dgm:chMax val="0"/>
          <dgm:chPref val="0"/>
          <dgm:bulletEnabled val="1"/>
        </dgm:presLayoutVars>
      </dgm:prSet>
      <dgm:spPr/>
      <dgm:t>
        <a:bodyPr/>
        <a:lstStyle/>
        <a:p>
          <a:endParaRPr lang="zh-CN" altLang="en-US"/>
        </a:p>
      </dgm:t>
    </dgm:pt>
    <dgm:pt modelId="{EBAC92D3-8B07-3C46-AA51-3E6D73BEF314}" type="pres">
      <dgm:prSet presAssocID="{5092B8DE-7684-F84C-A62C-8A0F28B637F2}" presName="desTx" presStyleLbl="alignAccFollowNode1" presStyleIdx="2" presStyleCnt="4">
        <dgm:presLayoutVars>
          <dgm:bulletEnabled val="1"/>
        </dgm:presLayoutVars>
      </dgm:prSet>
      <dgm:spPr/>
      <dgm:t>
        <a:bodyPr/>
        <a:lstStyle/>
        <a:p>
          <a:endParaRPr lang="zh-CN" altLang="en-US"/>
        </a:p>
      </dgm:t>
    </dgm:pt>
    <dgm:pt modelId="{11BD6BAF-9871-8B4F-9F62-C1896D74BB7D}" type="pres">
      <dgm:prSet presAssocID="{311BA28F-3BD3-E042-8092-F749C23527AE}" presName="space" presStyleCnt="0"/>
      <dgm:spPr/>
    </dgm:pt>
    <dgm:pt modelId="{28DF4159-2A2A-3F48-8CDD-44527E555E34}" type="pres">
      <dgm:prSet presAssocID="{B385A6B9-F9CF-9F42-96C6-61E515212FB6}" presName="composite" presStyleCnt="0"/>
      <dgm:spPr/>
    </dgm:pt>
    <dgm:pt modelId="{D1A01D51-735E-FD46-9311-F6E3A02D4EE5}" type="pres">
      <dgm:prSet presAssocID="{B385A6B9-F9CF-9F42-96C6-61E515212FB6}" presName="parTx" presStyleLbl="alignNode1" presStyleIdx="3" presStyleCnt="4">
        <dgm:presLayoutVars>
          <dgm:chMax val="0"/>
          <dgm:chPref val="0"/>
          <dgm:bulletEnabled val="1"/>
        </dgm:presLayoutVars>
      </dgm:prSet>
      <dgm:spPr/>
      <dgm:t>
        <a:bodyPr/>
        <a:lstStyle/>
        <a:p>
          <a:endParaRPr lang="zh-CN" altLang="en-US"/>
        </a:p>
      </dgm:t>
    </dgm:pt>
    <dgm:pt modelId="{4CF26967-2C02-8A4E-8E12-FC15B01439EF}" type="pres">
      <dgm:prSet presAssocID="{B385A6B9-F9CF-9F42-96C6-61E515212FB6}" presName="desTx" presStyleLbl="alignAccFollowNode1" presStyleIdx="3" presStyleCnt="4">
        <dgm:presLayoutVars>
          <dgm:bulletEnabled val="1"/>
        </dgm:presLayoutVars>
      </dgm:prSet>
      <dgm:spPr/>
      <dgm:t>
        <a:bodyPr/>
        <a:lstStyle/>
        <a:p>
          <a:endParaRPr lang="zh-CN" altLang="en-US"/>
        </a:p>
      </dgm:t>
    </dgm:pt>
  </dgm:ptLst>
  <dgm:cxnLst>
    <dgm:cxn modelId="{0B60F2AA-F3F4-4D40-B5FB-7198700BF8DD}" type="presOf" srcId="{142F5751-ADF4-894E-9330-CFF53D5AD9FE}" destId="{EBAC92D3-8B07-3C46-AA51-3E6D73BEF314}" srcOrd="0" destOrd="0" presId="urn:microsoft.com/office/officeart/2005/8/layout/hList1"/>
    <dgm:cxn modelId="{E34EA4D3-34FE-BE46-A868-94A48E9C9266}" srcId="{EF38B43C-F32B-8C4B-903B-1412F5095716}" destId="{B385A6B9-F9CF-9F42-96C6-61E515212FB6}" srcOrd="3" destOrd="0" parTransId="{C7F5769E-C73F-B048-BD92-2DCCB189A639}" sibTransId="{3CD80880-8592-2B4D-886F-5EB0EFAA3DB7}"/>
    <dgm:cxn modelId="{C86D5CA5-0FDF-244C-8A94-973C025CC850}" srcId="{EF38B43C-F32B-8C4B-903B-1412F5095716}" destId="{5092B8DE-7684-F84C-A62C-8A0F28B637F2}" srcOrd="2" destOrd="0" parTransId="{2D76B525-53FE-B446-84FA-AC0C8D063B5B}" sibTransId="{311BA28F-3BD3-E042-8092-F749C23527AE}"/>
    <dgm:cxn modelId="{AFC7F0F2-E9C0-E646-967A-937BCF384C7B}" type="presOf" srcId="{CA09005B-7D2E-7149-AC6F-7D209BAD3AAA}" destId="{D90725EA-6251-7A49-BFB8-7002F8A2CD26}" srcOrd="0" destOrd="0" presId="urn:microsoft.com/office/officeart/2005/8/layout/hList1"/>
    <dgm:cxn modelId="{8DE66C3B-013D-B74E-ABA0-99C770AAC610}" type="presOf" srcId="{3AFDDE9B-8CE2-4442-B4BE-C1FDCBCC1F32}" destId="{20AB9AA5-0CDF-4E4E-BF09-6435A920D093}" srcOrd="0" destOrd="1" presId="urn:microsoft.com/office/officeart/2005/8/layout/hList1"/>
    <dgm:cxn modelId="{4C474825-90D1-974E-B22A-01637CFD2DA3}" srcId="{163AB890-4275-254B-8688-3A7A456E3C09}" destId="{CA09005B-7D2E-7149-AC6F-7D209BAD3AAA}" srcOrd="0" destOrd="0" parTransId="{150170BD-4139-A447-9952-2EE81CCB122B}" sibTransId="{CEEB2B7D-28A6-9244-BAFB-6225EFA043DA}"/>
    <dgm:cxn modelId="{97F90D6A-504D-8642-9DEC-8BF674A0991A}" type="presOf" srcId="{163AB890-4275-254B-8688-3A7A456E3C09}" destId="{74B2A0B3-1BC1-8047-8125-528CC592571F}" srcOrd="0" destOrd="0" presId="urn:microsoft.com/office/officeart/2005/8/layout/hList1"/>
    <dgm:cxn modelId="{9D1B6197-36BF-1A40-A7CB-D4A6937C6BF1}" srcId="{E10B2C1C-DCDF-C94E-BB1E-13787C542CF0}" destId="{44382CED-4F7D-8747-A0B0-7683321F2A70}" srcOrd="0" destOrd="0" parTransId="{28350676-F2E4-F446-B0DB-B67A6AC17E31}" sibTransId="{EFBAC225-9C90-8C44-AEB4-3EF72A6C836B}"/>
    <dgm:cxn modelId="{456E9AD4-7832-294B-8420-2004F009224B}" srcId="{B385A6B9-F9CF-9F42-96C6-61E515212FB6}" destId="{A9588DCE-8794-2647-9348-773028A9C98D}" srcOrd="1" destOrd="0" parTransId="{E9BE1421-0182-0940-AE77-4C74383F962A}" sibTransId="{0DC3D838-E7E2-CC49-9948-DB6AD04DD37A}"/>
    <dgm:cxn modelId="{3D7861BB-D03E-5D40-9C37-7B9EAE1C33EA}" type="presOf" srcId="{44382CED-4F7D-8747-A0B0-7683321F2A70}" destId="{20AB9AA5-0CDF-4E4E-BF09-6435A920D093}" srcOrd="0" destOrd="0" presId="urn:microsoft.com/office/officeart/2005/8/layout/hList1"/>
    <dgm:cxn modelId="{F8FBF198-B5B8-CA4F-BAE1-F57F1F2C451A}" type="presOf" srcId="{8A9BF122-08BC-4D42-8296-362B16BDDA4D}" destId="{4CF26967-2C02-8A4E-8E12-FC15B01439EF}" srcOrd="0" destOrd="0" presId="urn:microsoft.com/office/officeart/2005/8/layout/hList1"/>
    <dgm:cxn modelId="{62586CDF-2C12-834C-87B7-D365FFB0E8AC}" srcId="{EF38B43C-F32B-8C4B-903B-1412F5095716}" destId="{163AB890-4275-254B-8688-3A7A456E3C09}" srcOrd="0" destOrd="0" parTransId="{F6380824-D42D-104B-8EE3-6A989C13C867}" sibTransId="{C5D1C1D3-80D4-7341-8B88-6DA796F3AB14}"/>
    <dgm:cxn modelId="{830B88F8-0EA4-ED49-9F69-1D887C3427A9}" type="presOf" srcId="{9D6E39C4-9CCF-794E-B141-6B1C2DD21B98}" destId="{D90725EA-6251-7A49-BFB8-7002F8A2CD26}" srcOrd="0" destOrd="2" presId="urn:microsoft.com/office/officeart/2005/8/layout/hList1"/>
    <dgm:cxn modelId="{E27729CC-5C3B-5148-A7B8-DFFB4926ECE0}" srcId="{163AB890-4275-254B-8688-3A7A456E3C09}" destId="{44B31E78-60FA-7C49-92AE-E57FFCAD5635}" srcOrd="1" destOrd="0" parTransId="{82F838FF-ECA4-E24A-9E5D-664E700EBFE2}" sibTransId="{93DD5190-3E06-B445-A19C-9424A486243F}"/>
    <dgm:cxn modelId="{5144A2E8-CCC1-DE44-9CEF-E50B82F88F09}" type="presOf" srcId="{A9588DCE-8794-2647-9348-773028A9C98D}" destId="{4CF26967-2C02-8A4E-8E12-FC15B01439EF}" srcOrd="0" destOrd="1" presId="urn:microsoft.com/office/officeart/2005/8/layout/hList1"/>
    <dgm:cxn modelId="{27EA3CAB-8919-244F-A597-F3B3F30F1514}" type="presOf" srcId="{8B2F3AE8-6542-0045-A77E-77EBF54437A8}" destId="{EBAC92D3-8B07-3C46-AA51-3E6D73BEF314}" srcOrd="0" destOrd="1" presId="urn:microsoft.com/office/officeart/2005/8/layout/hList1"/>
    <dgm:cxn modelId="{51336BF4-233E-B34D-BDBB-417BE388AD40}" type="presOf" srcId="{E10B2C1C-DCDF-C94E-BB1E-13787C542CF0}" destId="{84A7B06A-EAF7-C84C-8C6C-D7DA65853BFB}" srcOrd="0" destOrd="0" presId="urn:microsoft.com/office/officeart/2005/8/layout/hList1"/>
    <dgm:cxn modelId="{4C18DA67-F61C-9945-BB15-2B6A41023913}" type="presOf" srcId="{EF38B43C-F32B-8C4B-903B-1412F5095716}" destId="{3AD35FD8-92B6-884E-8B33-A05A52459F42}" srcOrd="0" destOrd="0" presId="urn:microsoft.com/office/officeart/2005/8/layout/hList1"/>
    <dgm:cxn modelId="{FC8053DB-217D-AE43-ADAB-E3C3926ED499}" type="presOf" srcId="{5092B8DE-7684-F84C-A62C-8A0F28B637F2}" destId="{D494589A-52DF-0A41-A47E-DF0A25B924DA}" srcOrd="0" destOrd="0" presId="urn:microsoft.com/office/officeart/2005/8/layout/hList1"/>
    <dgm:cxn modelId="{76CA57D8-16D3-4A47-9EEF-3D6AA278C716}" type="presOf" srcId="{B385A6B9-F9CF-9F42-96C6-61E515212FB6}" destId="{D1A01D51-735E-FD46-9311-F6E3A02D4EE5}" srcOrd="0" destOrd="0" presId="urn:microsoft.com/office/officeart/2005/8/layout/hList1"/>
    <dgm:cxn modelId="{CC157C04-2795-9C41-BFC4-A1547D456C00}" srcId="{EF38B43C-F32B-8C4B-903B-1412F5095716}" destId="{E10B2C1C-DCDF-C94E-BB1E-13787C542CF0}" srcOrd="1" destOrd="0" parTransId="{105F5591-A961-0E46-B0B5-8B9B4E1E78DC}" sibTransId="{512CD1E2-5779-6D4A-A85F-2A76A7C22EC8}"/>
    <dgm:cxn modelId="{2FB90F69-6465-234B-8CB0-2170E98D2037}" srcId="{163AB890-4275-254B-8688-3A7A456E3C09}" destId="{9D6E39C4-9CCF-794E-B141-6B1C2DD21B98}" srcOrd="2" destOrd="0" parTransId="{C69475BA-2386-B049-A758-FA52B9E19A7E}" sibTransId="{3EA3B626-41B8-004D-894E-CE1BDC03F938}"/>
    <dgm:cxn modelId="{98CC7933-6C63-3749-8B42-53082D996576}" srcId="{5092B8DE-7684-F84C-A62C-8A0F28B637F2}" destId="{142F5751-ADF4-894E-9330-CFF53D5AD9FE}" srcOrd="0" destOrd="0" parTransId="{0E94F1EE-B2DF-9C42-8D0C-6F02FC3DB003}" sibTransId="{0754B82A-1FB6-F045-B79C-1750BE54E620}"/>
    <dgm:cxn modelId="{DA115833-BEF7-A24F-904C-C01086855F81}" type="presOf" srcId="{44B31E78-60FA-7C49-92AE-E57FFCAD5635}" destId="{D90725EA-6251-7A49-BFB8-7002F8A2CD26}" srcOrd="0" destOrd="1" presId="urn:microsoft.com/office/officeart/2005/8/layout/hList1"/>
    <dgm:cxn modelId="{A1D98D7F-A610-0E41-8264-3C7543BAB22A}" srcId="{E10B2C1C-DCDF-C94E-BB1E-13787C542CF0}" destId="{3AFDDE9B-8CE2-4442-B4BE-C1FDCBCC1F32}" srcOrd="1" destOrd="0" parTransId="{B53B66A4-F4D1-8241-A31C-0F035C17A885}" sibTransId="{C76C638D-658B-384C-A1D5-C0E0BDC95479}"/>
    <dgm:cxn modelId="{DBD444CD-8BBA-BF45-A878-690C344F810A}" srcId="{5092B8DE-7684-F84C-A62C-8A0F28B637F2}" destId="{8B2F3AE8-6542-0045-A77E-77EBF54437A8}" srcOrd="1" destOrd="0" parTransId="{B7C38E1C-8F12-274A-BC00-E37DE19A0215}" sibTransId="{F393FB26-88F6-9041-9065-753C5FD417C9}"/>
    <dgm:cxn modelId="{916FE8A5-FAC9-824D-8AB0-39B5406A13F9}" srcId="{B385A6B9-F9CF-9F42-96C6-61E515212FB6}" destId="{8A9BF122-08BC-4D42-8296-362B16BDDA4D}" srcOrd="0" destOrd="0" parTransId="{D8C2BF6D-904A-9249-AF2C-735E69CD2CEE}" sibTransId="{BA52F1B7-F3F3-9345-89EB-1CB79DE63096}"/>
    <dgm:cxn modelId="{57EE81F0-648C-7440-9C71-E331C49ABDF7}" type="presParOf" srcId="{3AD35FD8-92B6-884E-8B33-A05A52459F42}" destId="{635DA491-2FC8-0648-A390-14A30F689775}" srcOrd="0" destOrd="0" presId="urn:microsoft.com/office/officeart/2005/8/layout/hList1"/>
    <dgm:cxn modelId="{E66DB45F-DFED-3B40-BE82-69E55855199F}" type="presParOf" srcId="{635DA491-2FC8-0648-A390-14A30F689775}" destId="{74B2A0B3-1BC1-8047-8125-528CC592571F}" srcOrd="0" destOrd="0" presId="urn:microsoft.com/office/officeart/2005/8/layout/hList1"/>
    <dgm:cxn modelId="{6BBBF0FC-6199-B94C-BDF8-FA1572CEC7BB}" type="presParOf" srcId="{635DA491-2FC8-0648-A390-14A30F689775}" destId="{D90725EA-6251-7A49-BFB8-7002F8A2CD26}" srcOrd="1" destOrd="0" presId="urn:microsoft.com/office/officeart/2005/8/layout/hList1"/>
    <dgm:cxn modelId="{B22FCF6B-FA1B-8E4A-87F0-9C21BA509306}" type="presParOf" srcId="{3AD35FD8-92B6-884E-8B33-A05A52459F42}" destId="{0439AA76-E7A8-BD4C-84BB-798538B4596B}" srcOrd="1" destOrd="0" presId="urn:microsoft.com/office/officeart/2005/8/layout/hList1"/>
    <dgm:cxn modelId="{1A6E7822-82F1-994E-92F2-4C64B2D8E772}" type="presParOf" srcId="{3AD35FD8-92B6-884E-8B33-A05A52459F42}" destId="{00D491ED-2766-3E48-BADA-DD4F451A5E47}" srcOrd="2" destOrd="0" presId="urn:microsoft.com/office/officeart/2005/8/layout/hList1"/>
    <dgm:cxn modelId="{EC2E3C6C-CC0D-1C43-9108-C79A3B86F3C8}" type="presParOf" srcId="{00D491ED-2766-3E48-BADA-DD4F451A5E47}" destId="{84A7B06A-EAF7-C84C-8C6C-D7DA65853BFB}" srcOrd="0" destOrd="0" presId="urn:microsoft.com/office/officeart/2005/8/layout/hList1"/>
    <dgm:cxn modelId="{051C23DA-80CB-1647-B5DF-57375460179E}" type="presParOf" srcId="{00D491ED-2766-3E48-BADA-DD4F451A5E47}" destId="{20AB9AA5-0CDF-4E4E-BF09-6435A920D093}" srcOrd="1" destOrd="0" presId="urn:microsoft.com/office/officeart/2005/8/layout/hList1"/>
    <dgm:cxn modelId="{65678CE2-23C4-BB49-B75B-AFBE0395F4B2}" type="presParOf" srcId="{3AD35FD8-92B6-884E-8B33-A05A52459F42}" destId="{C199BF6D-57A5-184B-9764-D9DF3A96CBA4}" srcOrd="3" destOrd="0" presId="urn:microsoft.com/office/officeart/2005/8/layout/hList1"/>
    <dgm:cxn modelId="{819A75A4-CDEA-394F-8A74-19AF7150523E}" type="presParOf" srcId="{3AD35FD8-92B6-884E-8B33-A05A52459F42}" destId="{4BC76761-BE27-6940-81E2-CA284853927F}" srcOrd="4" destOrd="0" presId="urn:microsoft.com/office/officeart/2005/8/layout/hList1"/>
    <dgm:cxn modelId="{41465025-5AF9-9140-8A69-A93D32D90037}" type="presParOf" srcId="{4BC76761-BE27-6940-81E2-CA284853927F}" destId="{D494589A-52DF-0A41-A47E-DF0A25B924DA}" srcOrd="0" destOrd="0" presId="urn:microsoft.com/office/officeart/2005/8/layout/hList1"/>
    <dgm:cxn modelId="{0836CFE8-1143-C34D-B99D-D8C675C7A6DD}" type="presParOf" srcId="{4BC76761-BE27-6940-81E2-CA284853927F}" destId="{EBAC92D3-8B07-3C46-AA51-3E6D73BEF314}" srcOrd="1" destOrd="0" presId="urn:microsoft.com/office/officeart/2005/8/layout/hList1"/>
    <dgm:cxn modelId="{70D5379F-4B9C-B945-B361-B17D0B198501}" type="presParOf" srcId="{3AD35FD8-92B6-884E-8B33-A05A52459F42}" destId="{11BD6BAF-9871-8B4F-9F62-C1896D74BB7D}" srcOrd="5" destOrd="0" presId="urn:microsoft.com/office/officeart/2005/8/layout/hList1"/>
    <dgm:cxn modelId="{2AAC7F43-F76C-D94C-97EE-B3ACDC82A9F2}" type="presParOf" srcId="{3AD35FD8-92B6-884E-8B33-A05A52459F42}" destId="{28DF4159-2A2A-3F48-8CDD-44527E555E34}" srcOrd="6" destOrd="0" presId="urn:microsoft.com/office/officeart/2005/8/layout/hList1"/>
    <dgm:cxn modelId="{3F1ACFC7-F5C3-8F4D-90CF-08048C88E716}" type="presParOf" srcId="{28DF4159-2A2A-3F48-8CDD-44527E555E34}" destId="{D1A01D51-735E-FD46-9311-F6E3A02D4EE5}" srcOrd="0" destOrd="0" presId="urn:microsoft.com/office/officeart/2005/8/layout/hList1"/>
    <dgm:cxn modelId="{C1DC0123-E12D-904B-8BD0-A16B48B33B2B}" type="presParOf" srcId="{28DF4159-2A2A-3F48-8CDD-44527E555E34}" destId="{4CF26967-2C02-8A4E-8E12-FC15B01439EF}" srcOrd="1" destOrd="0" presId="urn:microsoft.com/office/officeart/2005/8/layout/h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C359A9D6-EE01-4A4E-90FF-0E2212ECB8CE}" type="doc">
      <dgm:prSet loTypeId="urn:microsoft.com/office/officeart/2005/8/layout/hList1" loCatId="" qsTypeId="urn:microsoft.com/office/officeart/2005/8/quickstyle/simple4" qsCatId="simple" csTypeId="urn:microsoft.com/office/officeart/2005/8/colors/accent1_2" csCatId="accent1" phldr="1"/>
      <dgm:spPr/>
      <dgm:t>
        <a:bodyPr/>
        <a:lstStyle/>
        <a:p>
          <a:endParaRPr lang="zh-CN" altLang="en-US"/>
        </a:p>
      </dgm:t>
    </dgm:pt>
    <dgm:pt modelId="{39C579FA-A96F-C748-A849-2FE0DC0BBBF2}">
      <dgm:prSet phldrT="[文本]"/>
      <dgm:spPr/>
      <dgm:t>
        <a:bodyPr/>
        <a:lstStyle/>
        <a:p>
          <a:r>
            <a:rPr lang="zh-CN" altLang="en-US" dirty="0" smtClean="0"/>
            <a:t>执法类</a:t>
          </a:r>
          <a:endParaRPr lang="zh-CN" altLang="en-US" dirty="0"/>
        </a:p>
      </dgm:t>
    </dgm:pt>
    <dgm:pt modelId="{6F1CE354-9B03-4745-8724-E143C7FB155A}" cxnId="{74C9FBFD-A563-CC41-9762-F8BD7A848E90}" type="parTrans">
      <dgm:prSet/>
      <dgm:spPr/>
      <dgm:t>
        <a:bodyPr/>
        <a:lstStyle/>
        <a:p>
          <a:endParaRPr lang="zh-CN" altLang="en-US"/>
        </a:p>
      </dgm:t>
    </dgm:pt>
    <dgm:pt modelId="{D7EB8055-ABBF-D747-B240-96BB729B963A}" cxnId="{74C9FBFD-A563-CC41-9762-F8BD7A848E90}" type="sibTrans">
      <dgm:prSet/>
      <dgm:spPr/>
      <dgm:t>
        <a:bodyPr/>
        <a:lstStyle/>
        <a:p>
          <a:endParaRPr lang="zh-CN" altLang="en-US"/>
        </a:p>
      </dgm:t>
    </dgm:pt>
    <dgm:pt modelId="{DFCD706B-710F-5645-8CAD-51429E906BF5}">
      <dgm:prSet phldrT="[文本]"/>
      <dgm:spPr/>
      <dgm:t>
        <a:bodyPr/>
        <a:lstStyle/>
        <a:p>
          <a:r>
            <a:rPr lang="zh-CN" altLang="en-US" dirty="0" smtClean="0"/>
            <a:t>执法案件只公开案件概括和综合情况</a:t>
          </a:r>
          <a:endParaRPr lang="zh-CN" altLang="en-US" dirty="0"/>
        </a:p>
      </dgm:t>
    </dgm:pt>
    <dgm:pt modelId="{D54F8196-6A72-5A42-85E1-A19414C67BDB}" cxnId="{D13F195E-8EF3-2C45-9E13-9DD21D9DF617}" type="parTrans">
      <dgm:prSet/>
      <dgm:spPr/>
      <dgm:t>
        <a:bodyPr/>
        <a:lstStyle/>
        <a:p>
          <a:endParaRPr lang="zh-CN" altLang="en-US"/>
        </a:p>
      </dgm:t>
    </dgm:pt>
    <dgm:pt modelId="{0A9EB59F-9347-CD40-A998-1084894C1906}" cxnId="{D13F195E-8EF3-2C45-9E13-9DD21D9DF617}" type="sibTrans">
      <dgm:prSet/>
      <dgm:spPr/>
      <dgm:t>
        <a:bodyPr/>
        <a:lstStyle/>
        <a:p>
          <a:endParaRPr lang="zh-CN" altLang="en-US"/>
        </a:p>
      </dgm:t>
    </dgm:pt>
    <dgm:pt modelId="{9E81C928-543A-7140-976C-41243FBAE114}">
      <dgm:prSet phldrT="[文本]"/>
      <dgm:spPr/>
      <dgm:t>
        <a:bodyPr/>
        <a:lstStyle/>
        <a:p>
          <a:r>
            <a:rPr lang="zh-CN" altLang="en-US" dirty="0" smtClean="0"/>
            <a:t>其他执法事项执法结束后基本可公开</a:t>
          </a:r>
          <a:endParaRPr lang="zh-CN" altLang="en-US" dirty="0"/>
        </a:p>
      </dgm:t>
    </dgm:pt>
    <dgm:pt modelId="{038C5BE0-7415-DD48-8BB1-52063F704E7C}" cxnId="{C0D0461B-96E9-314E-8CFF-51A01B0C118F}" type="parTrans">
      <dgm:prSet/>
      <dgm:spPr/>
      <dgm:t>
        <a:bodyPr/>
        <a:lstStyle/>
        <a:p>
          <a:endParaRPr lang="zh-CN" altLang="en-US"/>
        </a:p>
      </dgm:t>
    </dgm:pt>
    <dgm:pt modelId="{2F50B93F-0F5A-7B4B-ADF9-86F61F9F6764}" cxnId="{C0D0461B-96E9-314E-8CFF-51A01B0C118F}" type="sibTrans">
      <dgm:prSet/>
      <dgm:spPr/>
      <dgm:t>
        <a:bodyPr/>
        <a:lstStyle/>
        <a:p>
          <a:endParaRPr lang="zh-CN" altLang="en-US"/>
        </a:p>
      </dgm:t>
    </dgm:pt>
    <dgm:pt modelId="{D8A7F554-57F4-DD46-B7F2-B92499A648AB}">
      <dgm:prSet phldrT="[文本]"/>
      <dgm:spPr/>
      <dgm:t>
        <a:bodyPr/>
        <a:lstStyle/>
        <a:p>
          <a:r>
            <a:rPr lang="zh-CN" altLang="en-US" dirty="0" smtClean="0"/>
            <a:t>基础类</a:t>
          </a:r>
          <a:endParaRPr lang="zh-CN" altLang="en-US" dirty="0"/>
        </a:p>
      </dgm:t>
    </dgm:pt>
    <dgm:pt modelId="{9C9DA2BA-DB21-254B-A0F8-BE35FFC0CD8D}" cxnId="{F0620EEE-7803-5249-A0C5-77EA8F093AE2}" type="parTrans">
      <dgm:prSet/>
      <dgm:spPr/>
      <dgm:t>
        <a:bodyPr/>
        <a:lstStyle/>
        <a:p>
          <a:endParaRPr lang="zh-CN" altLang="en-US"/>
        </a:p>
      </dgm:t>
    </dgm:pt>
    <dgm:pt modelId="{E6265F60-D688-DB4C-B190-D319A094BD76}" cxnId="{F0620EEE-7803-5249-A0C5-77EA8F093AE2}" type="sibTrans">
      <dgm:prSet/>
      <dgm:spPr/>
      <dgm:t>
        <a:bodyPr/>
        <a:lstStyle/>
        <a:p>
          <a:endParaRPr lang="zh-CN" altLang="en-US"/>
        </a:p>
      </dgm:t>
    </dgm:pt>
    <dgm:pt modelId="{C25DF324-AFD9-084A-B43A-5B62EAF6F313}">
      <dgm:prSet phldrT="[文本]"/>
      <dgm:spPr/>
      <dgm:t>
        <a:bodyPr/>
        <a:lstStyle/>
        <a:p>
          <a:r>
            <a:rPr lang="zh-CN" altLang="en-US" dirty="0" smtClean="0"/>
            <a:t>摸底调查统计的原始信息，相对稳定、保密时间长、涉及“长期”</a:t>
          </a:r>
          <a:endParaRPr lang="zh-CN" altLang="en-US" dirty="0"/>
        </a:p>
      </dgm:t>
    </dgm:pt>
    <dgm:pt modelId="{86A2CBD7-128B-DC40-A458-78F5375899F6}" cxnId="{EF450BB6-E618-074F-8F7A-28401332BFA8}" type="parTrans">
      <dgm:prSet/>
      <dgm:spPr/>
      <dgm:t>
        <a:bodyPr/>
        <a:lstStyle/>
        <a:p>
          <a:endParaRPr lang="zh-CN" altLang="en-US"/>
        </a:p>
      </dgm:t>
    </dgm:pt>
    <dgm:pt modelId="{39CCE189-0223-FC4F-BD0B-CFEB91C30FC5}" cxnId="{EF450BB6-E618-074F-8F7A-28401332BFA8}" type="sibTrans">
      <dgm:prSet/>
      <dgm:spPr/>
      <dgm:t>
        <a:bodyPr/>
        <a:lstStyle/>
        <a:p>
          <a:endParaRPr lang="zh-CN" altLang="en-US"/>
        </a:p>
      </dgm:t>
    </dgm:pt>
    <dgm:pt modelId="{BB798C22-E65D-CB40-835E-721AF795CCD5}">
      <dgm:prSet phldrT="[文本]"/>
      <dgm:spPr/>
      <dgm:t>
        <a:bodyPr/>
        <a:lstStyle/>
        <a:p>
          <a:r>
            <a:rPr lang="zh-CN" altLang="en-US" dirty="0" smtClean="0"/>
            <a:t>科研生产类</a:t>
          </a:r>
          <a:endParaRPr lang="zh-CN" altLang="en-US" dirty="0"/>
        </a:p>
      </dgm:t>
    </dgm:pt>
    <dgm:pt modelId="{321C45A6-381E-544C-9EBB-2EE22795FC55}" cxnId="{ABAF12FF-C6BD-D34D-BDE0-3D170AD2FD19}" type="parTrans">
      <dgm:prSet/>
      <dgm:spPr/>
      <dgm:t>
        <a:bodyPr/>
        <a:lstStyle/>
        <a:p>
          <a:endParaRPr lang="zh-CN" altLang="en-US"/>
        </a:p>
      </dgm:t>
    </dgm:pt>
    <dgm:pt modelId="{3D4C3CE1-CD35-9F42-9A1F-F844A58F6B44}" cxnId="{ABAF12FF-C6BD-D34D-BDE0-3D170AD2FD19}" type="sibTrans">
      <dgm:prSet/>
      <dgm:spPr/>
      <dgm:t>
        <a:bodyPr/>
        <a:lstStyle/>
        <a:p>
          <a:endParaRPr lang="zh-CN" altLang="en-US"/>
        </a:p>
      </dgm:t>
    </dgm:pt>
    <dgm:pt modelId="{81F3AF38-DAF7-D140-96F3-6077B1D32EA9}">
      <dgm:prSet phldrT="[文本]"/>
      <dgm:spPr/>
      <dgm:t>
        <a:bodyPr/>
        <a:lstStyle/>
        <a:p>
          <a:r>
            <a:rPr lang="zh-CN" altLang="en-US" dirty="0" smtClean="0"/>
            <a:t>用途</a:t>
          </a:r>
          <a:endParaRPr lang="zh-CN" altLang="en-US" dirty="0"/>
        </a:p>
      </dgm:t>
    </dgm:pt>
    <dgm:pt modelId="{51BCE9E3-C5F7-F947-8989-DD4089D3F169}" cxnId="{589DDFB7-B630-C54C-A540-3D0801C0DFD8}" type="parTrans">
      <dgm:prSet/>
      <dgm:spPr/>
      <dgm:t>
        <a:bodyPr/>
        <a:lstStyle/>
        <a:p>
          <a:endParaRPr lang="zh-CN" altLang="en-US"/>
        </a:p>
      </dgm:t>
    </dgm:pt>
    <dgm:pt modelId="{F5302DB8-1FD3-A146-93A7-CCD90443F3DD}" cxnId="{589DDFB7-B630-C54C-A540-3D0801C0DFD8}" type="sibTrans">
      <dgm:prSet/>
      <dgm:spPr/>
      <dgm:t>
        <a:bodyPr/>
        <a:lstStyle/>
        <a:p>
          <a:endParaRPr lang="zh-CN" altLang="en-US"/>
        </a:p>
      </dgm:t>
    </dgm:pt>
    <dgm:pt modelId="{B785C6FF-7C83-9842-8366-96795DF72CAA}">
      <dgm:prSet phldrT="[文本]"/>
      <dgm:spPr/>
      <dgm:t>
        <a:bodyPr/>
        <a:lstStyle/>
        <a:p>
          <a:r>
            <a:rPr lang="zh-CN" altLang="en-US" dirty="0" smtClean="0"/>
            <a:t>新产品替代周期</a:t>
          </a:r>
          <a:endParaRPr lang="zh-CN" altLang="en-US" dirty="0"/>
        </a:p>
      </dgm:t>
    </dgm:pt>
    <dgm:pt modelId="{D199F8AA-0C86-0345-B4C3-248870D01476}" cxnId="{A4736671-2001-AF40-B4E1-2E418B4AE046}" type="parTrans">
      <dgm:prSet/>
      <dgm:spPr/>
      <dgm:t>
        <a:bodyPr/>
        <a:lstStyle/>
        <a:p>
          <a:endParaRPr lang="zh-CN" altLang="en-US"/>
        </a:p>
      </dgm:t>
    </dgm:pt>
    <dgm:pt modelId="{5AE5B984-9900-A446-A154-71643095EEFC}" cxnId="{A4736671-2001-AF40-B4E1-2E418B4AE046}" type="sibTrans">
      <dgm:prSet/>
      <dgm:spPr/>
      <dgm:t>
        <a:bodyPr/>
        <a:lstStyle/>
        <a:p>
          <a:endParaRPr lang="zh-CN" altLang="en-US"/>
        </a:p>
      </dgm:t>
    </dgm:pt>
    <dgm:pt modelId="{90204FDD-53CE-1D48-AB6F-5B6A2281D0FB}">
      <dgm:prSet/>
      <dgm:spPr/>
      <dgm:t>
        <a:bodyPr/>
        <a:lstStyle/>
        <a:p>
          <a:r>
            <a:rPr lang="zh-CN" altLang="en-US" dirty="0" smtClean="0"/>
            <a:t>突发类</a:t>
          </a:r>
          <a:endParaRPr lang="zh-CN" altLang="en-US" dirty="0"/>
        </a:p>
      </dgm:t>
    </dgm:pt>
    <dgm:pt modelId="{10554503-C3C8-6C4D-8BB0-4A29B46B28D0}" cxnId="{9259670B-96D1-B94C-90B5-CAD530D5B205}" type="parTrans">
      <dgm:prSet/>
      <dgm:spPr/>
    </dgm:pt>
    <dgm:pt modelId="{2447184A-ED24-5A47-9787-8AFF120FA1E6}" cxnId="{9259670B-96D1-B94C-90B5-CAD530D5B205}" type="sibTrans">
      <dgm:prSet/>
      <dgm:spPr/>
    </dgm:pt>
    <dgm:pt modelId="{807C151E-267A-0E41-A677-7631300F387C}">
      <dgm:prSet/>
      <dgm:spPr/>
      <dgm:t>
        <a:bodyPr/>
        <a:lstStyle/>
        <a:p>
          <a:r>
            <a:rPr lang="zh-CN" altLang="en-US" dirty="0" smtClean="0"/>
            <a:t>事件本身事实、处置情况及时公开</a:t>
          </a:r>
          <a:endParaRPr lang="zh-CN" altLang="en-US" dirty="0"/>
        </a:p>
      </dgm:t>
    </dgm:pt>
    <dgm:pt modelId="{08D6497C-F0F6-F14B-B2DD-EF20802350DE}" cxnId="{F3ED4E4D-D194-3D40-81EC-DE26B150A5A4}" type="parTrans">
      <dgm:prSet/>
      <dgm:spPr/>
    </dgm:pt>
    <dgm:pt modelId="{F9727DFD-C124-0744-B9F9-04ED5F6E14E9}" cxnId="{F3ED4E4D-D194-3D40-81EC-DE26B150A5A4}" type="sibTrans">
      <dgm:prSet/>
      <dgm:spPr/>
    </dgm:pt>
    <dgm:pt modelId="{31850342-6504-7946-954C-90A3159F3950}">
      <dgm:prSet/>
      <dgm:spPr/>
      <dgm:t>
        <a:bodyPr/>
        <a:lstStyle/>
        <a:p>
          <a:r>
            <a:rPr lang="zh-CN" altLang="en-US" dirty="0" smtClean="0"/>
            <a:t>应急预案敏感性强，期限长</a:t>
          </a:r>
          <a:endParaRPr lang="zh-CN" altLang="en-US" dirty="0"/>
        </a:p>
      </dgm:t>
    </dgm:pt>
    <dgm:pt modelId="{85B13A4D-49FB-6741-83F0-2CCAA31DC393}" cxnId="{54782601-AED0-D344-842B-1E0FA672C29A}" type="parTrans">
      <dgm:prSet/>
      <dgm:spPr/>
    </dgm:pt>
    <dgm:pt modelId="{D6A9754E-77AA-0B4C-AC15-31D709D391E2}" cxnId="{54782601-AED0-D344-842B-1E0FA672C29A}" type="sibTrans">
      <dgm:prSet/>
      <dgm:spPr/>
    </dgm:pt>
    <dgm:pt modelId="{596784A0-5CA1-7D43-A307-6A938DD23BB5}" type="pres">
      <dgm:prSet presAssocID="{C359A9D6-EE01-4A4E-90FF-0E2212ECB8CE}" presName="Name0" presStyleCnt="0">
        <dgm:presLayoutVars>
          <dgm:dir/>
          <dgm:animLvl val="lvl"/>
          <dgm:resizeHandles val="exact"/>
        </dgm:presLayoutVars>
      </dgm:prSet>
      <dgm:spPr/>
      <dgm:t>
        <a:bodyPr/>
        <a:lstStyle/>
        <a:p>
          <a:endParaRPr lang="zh-CN" altLang="en-US"/>
        </a:p>
      </dgm:t>
    </dgm:pt>
    <dgm:pt modelId="{94EDCB82-5FEE-8543-9FB5-191D9293BFEA}" type="pres">
      <dgm:prSet presAssocID="{39C579FA-A96F-C748-A849-2FE0DC0BBBF2}" presName="composite" presStyleCnt="0"/>
      <dgm:spPr/>
    </dgm:pt>
    <dgm:pt modelId="{9954692D-0C84-8540-8B4C-86B7DFA57786}" type="pres">
      <dgm:prSet presAssocID="{39C579FA-A96F-C748-A849-2FE0DC0BBBF2}" presName="parTx" presStyleLbl="alignNode1" presStyleIdx="0" presStyleCnt="4">
        <dgm:presLayoutVars>
          <dgm:chMax val="0"/>
          <dgm:chPref val="0"/>
          <dgm:bulletEnabled val="1"/>
        </dgm:presLayoutVars>
      </dgm:prSet>
      <dgm:spPr/>
      <dgm:t>
        <a:bodyPr/>
        <a:lstStyle/>
        <a:p>
          <a:endParaRPr lang="zh-CN" altLang="en-US"/>
        </a:p>
      </dgm:t>
    </dgm:pt>
    <dgm:pt modelId="{D251781E-8AC2-A546-BDD1-1B84E8384474}" type="pres">
      <dgm:prSet presAssocID="{39C579FA-A96F-C748-A849-2FE0DC0BBBF2}" presName="desTx" presStyleLbl="alignAccFollowNode1" presStyleIdx="0" presStyleCnt="4">
        <dgm:presLayoutVars>
          <dgm:bulletEnabled val="1"/>
        </dgm:presLayoutVars>
      </dgm:prSet>
      <dgm:spPr/>
      <dgm:t>
        <a:bodyPr/>
        <a:lstStyle/>
        <a:p>
          <a:endParaRPr lang="zh-CN" altLang="en-US"/>
        </a:p>
      </dgm:t>
    </dgm:pt>
    <dgm:pt modelId="{5A3BDCCB-6223-2D48-A3BA-2A2BC0A796A8}" type="pres">
      <dgm:prSet presAssocID="{D7EB8055-ABBF-D747-B240-96BB729B963A}" presName="space" presStyleCnt="0"/>
      <dgm:spPr/>
    </dgm:pt>
    <dgm:pt modelId="{45030D98-C1E7-A64F-96BC-1741A9114DBF}" type="pres">
      <dgm:prSet presAssocID="{D8A7F554-57F4-DD46-B7F2-B92499A648AB}" presName="composite" presStyleCnt="0"/>
      <dgm:spPr/>
    </dgm:pt>
    <dgm:pt modelId="{EC5F63BC-9AFB-C340-BF4D-5D966BD47BAF}" type="pres">
      <dgm:prSet presAssocID="{D8A7F554-57F4-DD46-B7F2-B92499A648AB}" presName="parTx" presStyleLbl="alignNode1" presStyleIdx="1" presStyleCnt="4">
        <dgm:presLayoutVars>
          <dgm:chMax val="0"/>
          <dgm:chPref val="0"/>
          <dgm:bulletEnabled val="1"/>
        </dgm:presLayoutVars>
      </dgm:prSet>
      <dgm:spPr/>
      <dgm:t>
        <a:bodyPr/>
        <a:lstStyle/>
        <a:p>
          <a:endParaRPr lang="zh-CN" altLang="en-US"/>
        </a:p>
      </dgm:t>
    </dgm:pt>
    <dgm:pt modelId="{C46E38F4-90F7-7F47-ADA8-C2CE9543E67F}" type="pres">
      <dgm:prSet presAssocID="{D8A7F554-57F4-DD46-B7F2-B92499A648AB}" presName="desTx" presStyleLbl="alignAccFollowNode1" presStyleIdx="1" presStyleCnt="4">
        <dgm:presLayoutVars>
          <dgm:bulletEnabled val="1"/>
        </dgm:presLayoutVars>
      </dgm:prSet>
      <dgm:spPr/>
      <dgm:t>
        <a:bodyPr/>
        <a:lstStyle/>
        <a:p>
          <a:endParaRPr lang="zh-CN" altLang="en-US"/>
        </a:p>
      </dgm:t>
    </dgm:pt>
    <dgm:pt modelId="{15C87518-124B-BB40-9DDE-0DA540B7EC09}" type="pres">
      <dgm:prSet presAssocID="{E6265F60-D688-DB4C-B190-D319A094BD76}" presName="space" presStyleCnt="0"/>
      <dgm:spPr/>
    </dgm:pt>
    <dgm:pt modelId="{05A8B743-53B3-2B4C-B211-6F59A8388B59}" type="pres">
      <dgm:prSet presAssocID="{BB798C22-E65D-CB40-835E-721AF795CCD5}" presName="composite" presStyleCnt="0"/>
      <dgm:spPr/>
    </dgm:pt>
    <dgm:pt modelId="{826CE1E0-D78F-C746-91DB-9CFEE8893888}" type="pres">
      <dgm:prSet presAssocID="{BB798C22-E65D-CB40-835E-721AF795CCD5}" presName="parTx" presStyleLbl="alignNode1" presStyleIdx="2" presStyleCnt="4">
        <dgm:presLayoutVars>
          <dgm:chMax val="0"/>
          <dgm:chPref val="0"/>
          <dgm:bulletEnabled val="1"/>
        </dgm:presLayoutVars>
      </dgm:prSet>
      <dgm:spPr/>
      <dgm:t>
        <a:bodyPr/>
        <a:lstStyle/>
        <a:p>
          <a:endParaRPr lang="zh-CN" altLang="en-US"/>
        </a:p>
      </dgm:t>
    </dgm:pt>
    <dgm:pt modelId="{E47D3BBF-7763-4444-A1C0-7D0B2119DC5B}" type="pres">
      <dgm:prSet presAssocID="{BB798C22-E65D-CB40-835E-721AF795CCD5}" presName="desTx" presStyleLbl="alignAccFollowNode1" presStyleIdx="2" presStyleCnt="4">
        <dgm:presLayoutVars>
          <dgm:bulletEnabled val="1"/>
        </dgm:presLayoutVars>
      </dgm:prSet>
      <dgm:spPr/>
      <dgm:t>
        <a:bodyPr/>
        <a:lstStyle/>
        <a:p>
          <a:endParaRPr lang="zh-CN" altLang="en-US"/>
        </a:p>
      </dgm:t>
    </dgm:pt>
    <dgm:pt modelId="{8ADBF518-38AB-744B-BAF7-CCEC4F109A38}" type="pres">
      <dgm:prSet presAssocID="{3D4C3CE1-CD35-9F42-9A1F-F844A58F6B44}" presName="space" presStyleCnt="0"/>
      <dgm:spPr/>
    </dgm:pt>
    <dgm:pt modelId="{EF7C4595-541D-214D-B73A-E7D28264E1FC}" type="pres">
      <dgm:prSet presAssocID="{90204FDD-53CE-1D48-AB6F-5B6A2281D0FB}" presName="composite" presStyleCnt="0"/>
      <dgm:spPr/>
    </dgm:pt>
    <dgm:pt modelId="{82BE0694-6676-3743-9876-C57979CFB3C5}" type="pres">
      <dgm:prSet presAssocID="{90204FDD-53CE-1D48-AB6F-5B6A2281D0FB}" presName="parTx" presStyleLbl="alignNode1" presStyleIdx="3" presStyleCnt="4">
        <dgm:presLayoutVars>
          <dgm:chMax val="0"/>
          <dgm:chPref val="0"/>
          <dgm:bulletEnabled val="1"/>
        </dgm:presLayoutVars>
      </dgm:prSet>
      <dgm:spPr/>
      <dgm:t>
        <a:bodyPr/>
        <a:lstStyle/>
        <a:p>
          <a:endParaRPr lang="zh-CN" altLang="en-US"/>
        </a:p>
      </dgm:t>
    </dgm:pt>
    <dgm:pt modelId="{47EE76CD-4AF0-9D41-B7BF-DDF5630E2163}" type="pres">
      <dgm:prSet presAssocID="{90204FDD-53CE-1D48-AB6F-5B6A2281D0FB}" presName="desTx" presStyleLbl="alignAccFollowNode1" presStyleIdx="3" presStyleCnt="4">
        <dgm:presLayoutVars>
          <dgm:bulletEnabled val="1"/>
        </dgm:presLayoutVars>
      </dgm:prSet>
      <dgm:spPr/>
      <dgm:t>
        <a:bodyPr/>
        <a:lstStyle/>
        <a:p>
          <a:endParaRPr lang="zh-CN" altLang="en-US"/>
        </a:p>
      </dgm:t>
    </dgm:pt>
  </dgm:ptLst>
  <dgm:cxnLst>
    <dgm:cxn modelId="{F3ED4E4D-D194-3D40-81EC-DE26B150A5A4}" srcId="{90204FDD-53CE-1D48-AB6F-5B6A2281D0FB}" destId="{807C151E-267A-0E41-A677-7631300F387C}" srcOrd="0" destOrd="0" parTransId="{08D6497C-F0F6-F14B-B2DD-EF20802350DE}" sibTransId="{F9727DFD-C124-0744-B9F9-04ED5F6E14E9}"/>
    <dgm:cxn modelId="{C0D0461B-96E9-314E-8CFF-51A01B0C118F}" srcId="{39C579FA-A96F-C748-A849-2FE0DC0BBBF2}" destId="{9E81C928-543A-7140-976C-41243FBAE114}" srcOrd="1" destOrd="0" parTransId="{038C5BE0-7415-DD48-8BB1-52063F704E7C}" sibTransId="{2F50B93F-0F5A-7B4B-ADF9-86F61F9F6764}"/>
    <dgm:cxn modelId="{D13F195E-8EF3-2C45-9E13-9DD21D9DF617}" srcId="{39C579FA-A96F-C748-A849-2FE0DC0BBBF2}" destId="{DFCD706B-710F-5645-8CAD-51429E906BF5}" srcOrd="0" destOrd="0" parTransId="{D54F8196-6A72-5A42-85E1-A19414C67BDB}" sibTransId="{0A9EB59F-9347-CD40-A998-1084894C1906}"/>
    <dgm:cxn modelId="{5DAD8237-F488-D04F-B32D-1C9DAD865B68}" type="presOf" srcId="{D8A7F554-57F4-DD46-B7F2-B92499A648AB}" destId="{EC5F63BC-9AFB-C340-BF4D-5D966BD47BAF}" srcOrd="0" destOrd="0" presId="urn:microsoft.com/office/officeart/2005/8/layout/hList1"/>
    <dgm:cxn modelId="{A4736671-2001-AF40-B4E1-2E418B4AE046}" srcId="{BB798C22-E65D-CB40-835E-721AF795CCD5}" destId="{B785C6FF-7C83-9842-8366-96795DF72CAA}" srcOrd="1" destOrd="0" parTransId="{D199F8AA-0C86-0345-B4C3-248870D01476}" sibTransId="{5AE5B984-9900-A446-A154-71643095EEFC}"/>
    <dgm:cxn modelId="{589DDFB7-B630-C54C-A540-3D0801C0DFD8}" srcId="{BB798C22-E65D-CB40-835E-721AF795CCD5}" destId="{81F3AF38-DAF7-D140-96F3-6077B1D32EA9}" srcOrd="0" destOrd="0" parTransId="{51BCE9E3-C5F7-F947-8989-DD4089D3F169}" sibTransId="{F5302DB8-1FD3-A146-93A7-CCD90443F3DD}"/>
    <dgm:cxn modelId="{16AD4CF9-7550-B041-842A-6B371DC7A5A1}" type="presOf" srcId="{90204FDD-53CE-1D48-AB6F-5B6A2281D0FB}" destId="{82BE0694-6676-3743-9876-C57979CFB3C5}" srcOrd="0" destOrd="0" presId="urn:microsoft.com/office/officeart/2005/8/layout/hList1"/>
    <dgm:cxn modelId="{D712F429-3710-3043-9414-8352F28FBE6E}" type="presOf" srcId="{31850342-6504-7946-954C-90A3159F3950}" destId="{47EE76CD-4AF0-9D41-B7BF-DDF5630E2163}" srcOrd="0" destOrd="1" presId="urn:microsoft.com/office/officeart/2005/8/layout/hList1"/>
    <dgm:cxn modelId="{74C9FBFD-A563-CC41-9762-F8BD7A848E90}" srcId="{C359A9D6-EE01-4A4E-90FF-0E2212ECB8CE}" destId="{39C579FA-A96F-C748-A849-2FE0DC0BBBF2}" srcOrd="0" destOrd="0" parTransId="{6F1CE354-9B03-4745-8724-E143C7FB155A}" sibTransId="{D7EB8055-ABBF-D747-B240-96BB729B963A}"/>
    <dgm:cxn modelId="{F0620EEE-7803-5249-A0C5-77EA8F093AE2}" srcId="{C359A9D6-EE01-4A4E-90FF-0E2212ECB8CE}" destId="{D8A7F554-57F4-DD46-B7F2-B92499A648AB}" srcOrd="1" destOrd="0" parTransId="{9C9DA2BA-DB21-254B-A0F8-BE35FFC0CD8D}" sibTransId="{E6265F60-D688-DB4C-B190-D319A094BD76}"/>
    <dgm:cxn modelId="{ABAF12FF-C6BD-D34D-BDE0-3D170AD2FD19}" srcId="{C359A9D6-EE01-4A4E-90FF-0E2212ECB8CE}" destId="{BB798C22-E65D-CB40-835E-721AF795CCD5}" srcOrd="2" destOrd="0" parTransId="{321C45A6-381E-544C-9EBB-2EE22795FC55}" sibTransId="{3D4C3CE1-CD35-9F42-9A1F-F844A58F6B44}"/>
    <dgm:cxn modelId="{9259670B-96D1-B94C-90B5-CAD530D5B205}" srcId="{C359A9D6-EE01-4A4E-90FF-0E2212ECB8CE}" destId="{90204FDD-53CE-1D48-AB6F-5B6A2281D0FB}" srcOrd="3" destOrd="0" parTransId="{10554503-C3C8-6C4D-8BB0-4A29B46B28D0}" sibTransId="{2447184A-ED24-5A47-9787-8AFF120FA1E6}"/>
    <dgm:cxn modelId="{E883171B-89E7-BD48-8E32-E848CC90186D}" type="presOf" srcId="{DFCD706B-710F-5645-8CAD-51429E906BF5}" destId="{D251781E-8AC2-A546-BDD1-1B84E8384474}" srcOrd="0" destOrd="0" presId="urn:microsoft.com/office/officeart/2005/8/layout/hList1"/>
    <dgm:cxn modelId="{260B7788-767E-5A42-A8C2-994FCB9060EF}" type="presOf" srcId="{9E81C928-543A-7140-976C-41243FBAE114}" destId="{D251781E-8AC2-A546-BDD1-1B84E8384474}" srcOrd="0" destOrd="1" presId="urn:microsoft.com/office/officeart/2005/8/layout/hList1"/>
    <dgm:cxn modelId="{270DAD77-4F29-E34E-819B-256C0FA9392D}" type="presOf" srcId="{C25DF324-AFD9-084A-B43A-5B62EAF6F313}" destId="{C46E38F4-90F7-7F47-ADA8-C2CE9543E67F}" srcOrd="0" destOrd="0" presId="urn:microsoft.com/office/officeart/2005/8/layout/hList1"/>
    <dgm:cxn modelId="{EF450BB6-E618-074F-8F7A-28401332BFA8}" srcId="{D8A7F554-57F4-DD46-B7F2-B92499A648AB}" destId="{C25DF324-AFD9-084A-B43A-5B62EAF6F313}" srcOrd="0" destOrd="0" parTransId="{86A2CBD7-128B-DC40-A458-78F5375899F6}" sibTransId="{39CCE189-0223-FC4F-BD0B-CFEB91C30FC5}"/>
    <dgm:cxn modelId="{95094375-8369-1746-9114-6E1B875444B1}" type="presOf" srcId="{807C151E-267A-0E41-A677-7631300F387C}" destId="{47EE76CD-4AF0-9D41-B7BF-DDF5630E2163}" srcOrd="0" destOrd="0" presId="urn:microsoft.com/office/officeart/2005/8/layout/hList1"/>
    <dgm:cxn modelId="{54782601-AED0-D344-842B-1E0FA672C29A}" srcId="{90204FDD-53CE-1D48-AB6F-5B6A2281D0FB}" destId="{31850342-6504-7946-954C-90A3159F3950}" srcOrd="1" destOrd="0" parTransId="{85B13A4D-49FB-6741-83F0-2CCAA31DC393}" sibTransId="{D6A9754E-77AA-0B4C-AC15-31D709D391E2}"/>
    <dgm:cxn modelId="{15081F13-34BD-5C4B-B7F8-C35FD7D7ABC7}" type="presOf" srcId="{81F3AF38-DAF7-D140-96F3-6077B1D32EA9}" destId="{E47D3BBF-7763-4444-A1C0-7D0B2119DC5B}" srcOrd="0" destOrd="0" presId="urn:microsoft.com/office/officeart/2005/8/layout/hList1"/>
    <dgm:cxn modelId="{5B2CD442-F57D-5040-AED3-F798B02A6058}" type="presOf" srcId="{C359A9D6-EE01-4A4E-90FF-0E2212ECB8CE}" destId="{596784A0-5CA1-7D43-A307-6A938DD23BB5}" srcOrd="0" destOrd="0" presId="urn:microsoft.com/office/officeart/2005/8/layout/hList1"/>
    <dgm:cxn modelId="{8D677325-C4DD-0D4A-8720-D39780C30FFB}" type="presOf" srcId="{BB798C22-E65D-CB40-835E-721AF795CCD5}" destId="{826CE1E0-D78F-C746-91DB-9CFEE8893888}" srcOrd="0" destOrd="0" presId="urn:microsoft.com/office/officeart/2005/8/layout/hList1"/>
    <dgm:cxn modelId="{418ABCA7-27A8-DE4E-9741-D1327B295D09}" type="presOf" srcId="{39C579FA-A96F-C748-A849-2FE0DC0BBBF2}" destId="{9954692D-0C84-8540-8B4C-86B7DFA57786}" srcOrd="0" destOrd="0" presId="urn:microsoft.com/office/officeart/2005/8/layout/hList1"/>
    <dgm:cxn modelId="{CDD4DB6C-40FF-0841-959C-C907C78F23AA}" type="presOf" srcId="{B785C6FF-7C83-9842-8366-96795DF72CAA}" destId="{E47D3BBF-7763-4444-A1C0-7D0B2119DC5B}" srcOrd="0" destOrd="1" presId="urn:microsoft.com/office/officeart/2005/8/layout/hList1"/>
    <dgm:cxn modelId="{7C5430A3-5E54-3945-87B6-08D22CF5B683}" type="presParOf" srcId="{596784A0-5CA1-7D43-A307-6A938DD23BB5}" destId="{94EDCB82-5FEE-8543-9FB5-191D9293BFEA}" srcOrd="0" destOrd="0" presId="urn:microsoft.com/office/officeart/2005/8/layout/hList1"/>
    <dgm:cxn modelId="{A409E03B-EA2F-874D-8F48-CE5AE1851B85}" type="presParOf" srcId="{94EDCB82-5FEE-8543-9FB5-191D9293BFEA}" destId="{9954692D-0C84-8540-8B4C-86B7DFA57786}" srcOrd="0" destOrd="0" presId="urn:microsoft.com/office/officeart/2005/8/layout/hList1"/>
    <dgm:cxn modelId="{D0412F92-D7B6-BE48-A760-5E7B3C4130D8}" type="presParOf" srcId="{94EDCB82-5FEE-8543-9FB5-191D9293BFEA}" destId="{D251781E-8AC2-A546-BDD1-1B84E8384474}" srcOrd="1" destOrd="0" presId="urn:microsoft.com/office/officeart/2005/8/layout/hList1"/>
    <dgm:cxn modelId="{F5557CFB-B5EC-EA4E-9785-86A070170F57}" type="presParOf" srcId="{596784A0-5CA1-7D43-A307-6A938DD23BB5}" destId="{5A3BDCCB-6223-2D48-A3BA-2A2BC0A796A8}" srcOrd="1" destOrd="0" presId="urn:microsoft.com/office/officeart/2005/8/layout/hList1"/>
    <dgm:cxn modelId="{965589AB-807E-A64F-8709-55163DE51228}" type="presParOf" srcId="{596784A0-5CA1-7D43-A307-6A938DD23BB5}" destId="{45030D98-C1E7-A64F-96BC-1741A9114DBF}" srcOrd="2" destOrd="0" presId="urn:microsoft.com/office/officeart/2005/8/layout/hList1"/>
    <dgm:cxn modelId="{100914C1-73A3-114B-BBDC-D659C7014968}" type="presParOf" srcId="{45030D98-C1E7-A64F-96BC-1741A9114DBF}" destId="{EC5F63BC-9AFB-C340-BF4D-5D966BD47BAF}" srcOrd="0" destOrd="0" presId="urn:microsoft.com/office/officeart/2005/8/layout/hList1"/>
    <dgm:cxn modelId="{8F872368-12BE-E042-9F67-1D7CCAA4DAAA}" type="presParOf" srcId="{45030D98-C1E7-A64F-96BC-1741A9114DBF}" destId="{C46E38F4-90F7-7F47-ADA8-C2CE9543E67F}" srcOrd="1" destOrd="0" presId="urn:microsoft.com/office/officeart/2005/8/layout/hList1"/>
    <dgm:cxn modelId="{60FB7599-52EB-DA4C-93F0-5FF8B1301C7A}" type="presParOf" srcId="{596784A0-5CA1-7D43-A307-6A938DD23BB5}" destId="{15C87518-124B-BB40-9DDE-0DA540B7EC09}" srcOrd="3" destOrd="0" presId="urn:microsoft.com/office/officeart/2005/8/layout/hList1"/>
    <dgm:cxn modelId="{E03A06A4-516F-D242-8110-BC9634F0CDB0}" type="presParOf" srcId="{596784A0-5CA1-7D43-A307-6A938DD23BB5}" destId="{05A8B743-53B3-2B4C-B211-6F59A8388B59}" srcOrd="4" destOrd="0" presId="urn:microsoft.com/office/officeart/2005/8/layout/hList1"/>
    <dgm:cxn modelId="{FAB4BC68-1454-984E-B5EC-658767500247}" type="presParOf" srcId="{05A8B743-53B3-2B4C-B211-6F59A8388B59}" destId="{826CE1E0-D78F-C746-91DB-9CFEE8893888}" srcOrd="0" destOrd="0" presId="urn:microsoft.com/office/officeart/2005/8/layout/hList1"/>
    <dgm:cxn modelId="{12F39FA2-6584-6E44-A54D-4D53348C2069}" type="presParOf" srcId="{05A8B743-53B3-2B4C-B211-6F59A8388B59}" destId="{E47D3BBF-7763-4444-A1C0-7D0B2119DC5B}" srcOrd="1" destOrd="0" presId="urn:microsoft.com/office/officeart/2005/8/layout/hList1"/>
    <dgm:cxn modelId="{888E9B8D-FDB1-8241-865C-2B5F8DA8A587}" type="presParOf" srcId="{596784A0-5CA1-7D43-A307-6A938DD23BB5}" destId="{8ADBF518-38AB-744B-BAF7-CCEC4F109A38}" srcOrd="5" destOrd="0" presId="urn:microsoft.com/office/officeart/2005/8/layout/hList1"/>
    <dgm:cxn modelId="{FB8C6AE0-9AD1-7542-940F-8AABFDA93253}" type="presParOf" srcId="{596784A0-5CA1-7D43-A307-6A938DD23BB5}" destId="{EF7C4595-541D-214D-B73A-E7D28264E1FC}" srcOrd="6" destOrd="0" presId="urn:microsoft.com/office/officeart/2005/8/layout/hList1"/>
    <dgm:cxn modelId="{3E768195-E009-E04E-93EE-8F4127608D57}" type="presParOf" srcId="{EF7C4595-541D-214D-B73A-E7D28264E1FC}" destId="{82BE0694-6676-3743-9876-C57979CFB3C5}" srcOrd="0" destOrd="0" presId="urn:microsoft.com/office/officeart/2005/8/layout/hList1"/>
    <dgm:cxn modelId="{BD7071E0-058F-0043-AC6E-F475AD656DF2}" type="presParOf" srcId="{EF7C4595-541D-214D-B73A-E7D28264E1FC}" destId="{47EE76CD-4AF0-9D41-B7BF-DDF5630E2163}" srcOrd="1" destOrd="0" presId="urn:microsoft.com/office/officeart/2005/8/layout/h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2017BD8-FFF1-7448-B919-176DCA7F09AA}" type="doc">
      <dgm:prSet loTypeId="urn:microsoft.com/office/officeart/2005/8/layout/vList5" loCatId="" qsTypeId="urn:microsoft.com/office/officeart/2005/8/quickstyle/simple4" qsCatId="simple" csTypeId="urn:microsoft.com/office/officeart/2005/8/colors/accent1_2" csCatId="accent1" phldr="1"/>
      <dgm:spPr/>
      <dgm:t>
        <a:bodyPr/>
        <a:lstStyle/>
        <a:p>
          <a:endParaRPr lang="zh-CN" altLang="en-US"/>
        </a:p>
      </dgm:t>
    </dgm:pt>
    <dgm:pt modelId="{A31DCB88-665E-694D-AC10-8CAB543F9F3B}">
      <dgm:prSet phldrT="[文本]"/>
      <dgm:spPr/>
      <dgm:t>
        <a:bodyPr/>
        <a:lstStyle/>
        <a:p>
          <a:r>
            <a:rPr lang="zh-CN" altLang="en-US" dirty="0" smtClean="0"/>
            <a:t>政策类</a:t>
          </a:r>
          <a:endParaRPr lang="zh-CN" altLang="en-US" dirty="0"/>
        </a:p>
      </dgm:t>
    </dgm:pt>
    <dgm:pt modelId="{B65E23D9-0DD2-E245-AA94-DAAD8DF1E3FC}" cxnId="{25C1C6E8-292F-664A-A1CA-F5E06E485C7F}" type="parTrans">
      <dgm:prSet/>
      <dgm:spPr/>
      <dgm:t>
        <a:bodyPr/>
        <a:lstStyle/>
        <a:p>
          <a:endParaRPr lang="zh-CN" altLang="en-US"/>
        </a:p>
      </dgm:t>
    </dgm:pt>
    <dgm:pt modelId="{1A1A22D5-C25D-8346-8204-467A33CD2228}" cxnId="{25C1C6E8-292F-664A-A1CA-F5E06E485C7F}" type="sibTrans">
      <dgm:prSet/>
      <dgm:spPr/>
      <dgm:t>
        <a:bodyPr/>
        <a:lstStyle/>
        <a:p>
          <a:endParaRPr lang="zh-CN" altLang="en-US"/>
        </a:p>
      </dgm:t>
    </dgm:pt>
    <dgm:pt modelId="{555CE730-91B8-2F48-9EEC-668CB9C2425C}">
      <dgm:prSet phldrT="[文本]"/>
      <dgm:spPr/>
      <dgm:t>
        <a:bodyPr/>
        <a:lstStyle/>
        <a:p>
          <a:pPr marL="285750" marR="0" lvl="1" indent="-285750" algn="l" defTabSz="1289050" rtl="0" eaLnBrk="1" fontAlgn="auto" latinLnBrk="0" hangingPunct="1">
            <a:lnSpc>
              <a:spcPct val="90000"/>
            </a:lnSpc>
            <a:spcBef>
              <a:spcPct val="0"/>
            </a:spcBef>
            <a:spcAft>
              <a:spcPct val="15000"/>
            </a:spcAft>
            <a:buClrTx/>
            <a:buSzTx/>
            <a:buFontTx/>
            <a:buNone/>
          </a:pPr>
          <a:r>
            <a:rPr lang="zh-CN" altLang="en-US" dirty="0" smtClean="0"/>
            <a:t>需要由某一级领导和有关部门掌握的，知悉范围就确定到那一级及有关部门</a:t>
          </a:r>
          <a:endParaRPr lang="zh-CN" altLang="en-US" dirty="0"/>
        </a:p>
      </dgm:t>
    </dgm:pt>
    <dgm:pt modelId="{1A0CD8A3-74ED-6E4D-8FF9-0C7F2AF990A2}" cxnId="{D131B7E7-F570-6E46-B81B-1AFECB0DE0D8}" type="parTrans">
      <dgm:prSet/>
      <dgm:spPr/>
      <dgm:t>
        <a:bodyPr/>
        <a:lstStyle/>
        <a:p>
          <a:endParaRPr lang="zh-CN" altLang="en-US"/>
        </a:p>
      </dgm:t>
    </dgm:pt>
    <dgm:pt modelId="{1D4D1DF0-FFBE-3D4F-B091-A90B72985874}" cxnId="{D131B7E7-F570-6E46-B81B-1AFECB0DE0D8}" type="sibTrans">
      <dgm:prSet/>
      <dgm:spPr/>
      <dgm:t>
        <a:bodyPr/>
        <a:lstStyle/>
        <a:p>
          <a:endParaRPr lang="zh-CN" altLang="en-US"/>
        </a:p>
      </dgm:t>
    </dgm:pt>
    <dgm:pt modelId="{435D51B5-3D6D-2E40-9E8C-9B90D29F49C6}">
      <dgm:prSet phldrT="[文本]"/>
      <dgm:spPr/>
      <dgm:t>
        <a:bodyPr/>
        <a:lstStyle/>
        <a:p>
          <a:r>
            <a:rPr lang="zh-CN" altLang="en-US" dirty="0" smtClean="0"/>
            <a:t>实施类</a:t>
          </a:r>
          <a:endParaRPr lang="zh-CN" altLang="en-US" dirty="0"/>
        </a:p>
      </dgm:t>
    </dgm:pt>
    <dgm:pt modelId="{C6417B2A-6A91-5642-9496-09EE196C855D}" cxnId="{402549E1-439A-794E-A261-DE390AEAB86E}" type="parTrans">
      <dgm:prSet/>
      <dgm:spPr/>
      <dgm:t>
        <a:bodyPr/>
        <a:lstStyle/>
        <a:p>
          <a:endParaRPr lang="zh-CN" altLang="en-US"/>
        </a:p>
      </dgm:t>
    </dgm:pt>
    <dgm:pt modelId="{4A577FD3-D82C-3447-A142-EDD5719F8FE2}" cxnId="{402549E1-439A-794E-A261-DE390AEAB86E}" type="sibTrans">
      <dgm:prSet/>
      <dgm:spPr/>
      <dgm:t>
        <a:bodyPr/>
        <a:lstStyle/>
        <a:p>
          <a:endParaRPr lang="zh-CN" altLang="en-US"/>
        </a:p>
      </dgm:t>
    </dgm:pt>
    <dgm:pt modelId="{3BEF0732-A639-5D4C-8BBD-419B3495E47B}">
      <dgm:prSet phldrT="[文本]"/>
      <dgm:spPr/>
      <dgm:t>
        <a:bodyPr/>
        <a:lstStyle/>
        <a:p>
          <a:r>
            <a:rPr lang="zh-CN" altLang="en-US" dirty="0" smtClean="0"/>
            <a:t>主要实施责任在组织实施有关的地区、机关和部门，知悉范围控制在与该事项实施有关的地区、机关、单位的有关人员</a:t>
          </a:r>
          <a:endParaRPr lang="zh-CN" altLang="en-US" dirty="0"/>
        </a:p>
      </dgm:t>
    </dgm:pt>
    <dgm:pt modelId="{20FD1F5A-E566-324B-A325-9B84E0046585}" cxnId="{EEB07836-3D95-0A4D-ACEF-BB7C0DEF2B8E}" type="parTrans">
      <dgm:prSet/>
      <dgm:spPr/>
      <dgm:t>
        <a:bodyPr/>
        <a:lstStyle/>
        <a:p>
          <a:endParaRPr lang="zh-CN" altLang="en-US"/>
        </a:p>
      </dgm:t>
    </dgm:pt>
    <dgm:pt modelId="{E86943CE-BCFA-7D42-B873-324A33F05A79}" cxnId="{EEB07836-3D95-0A4D-ACEF-BB7C0DEF2B8E}" type="sibTrans">
      <dgm:prSet/>
      <dgm:spPr/>
      <dgm:t>
        <a:bodyPr/>
        <a:lstStyle/>
        <a:p>
          <a:endParaRPr lang="zh-CN" altLang="en-US"/>
        </a:p>
      </dgm:t>
    </dgm:pt>
    <dgm:pt modelId="{5CB74096-C141-304B-AC26-011EAC782288}">
      <dgm:prSet phldrT="[文本]"/>
      <dgm:spPr/>
      <dgm:t>
        <a:bodyPr/>
        <a:lstStyle/>
        <a:p>
          <a:r>
            <a:rPr lang="zh-CN" altLang="en-US" dirty="0" smtClean="0"/>
            <a:t>执行类</a:t>
          </a:r>
          <a:endParaRPr lang="zh-CN" altLang="en-US" dirty="0"/>
        </a:p>
      </dgm:t>
    </dgm:pt>
    <dgm:pt modelId="{B11CD425-D96E-2845-A98E-867B8E229C4E}" cxnId="{E174752A-93AE-B540-ADEC-FD1D106CD624}" type="parTrans">
      <dgm:prSet/>
      <dgm:spPr/>
      <dgm:t>
        <a:bodyPr/>
        <a:lstStyle/>
        <a:p>
          <a:endParaRPr lang="zh-CN" altLang="en-US"/>
        </a:p>
      </dgm:t>
    </dgm:pt>
    <dgm:pt modelId="{2B9206B7-AEB2-9E4D-94F4-6EC4C69DB5C8}" cxnId="{E174752A-93AE-B540-ADEC-FD1D106CD624}" type="sibTrans">
      <dgm:prSet/>
      <dgm:spPr/>
      <dgm:t>
        <a:bodyPr/>
        <a:lstStyle/>
        <a:p>
          <a:endParaRPr lang="zh-CN" altLang="en-US"/>
        </a:p>
      </dgm:t>
    </dgm:pt>
    <dgm:pt modelId="{EF6C9DBA-4A1D-DD4A-B01B-1F72ED767F80}">
      <dgm:prSet phldrT="[文本]"/>
      <dgm:spPr/>
      <dgm:t>
        <a:bodyPr/>
        <a:lstStyle/>
        <a:p>
          <a:r>
            <a:rPr lang="zh-CN" altLang="en-US" dirty="0" smtClean="0"/>
            <a:t>执行机关的组织人员和执行人员才有权知悉</a:t>
          </a:r>
          <a:endParaRPr lang="zh-CN" altLang="en-US" dirty="0"/>
        </a:p>
      </dgm:t>
    </dgm:pt>
    <dgm:pt modelId="{2634BA74-F4BC-0742-954D-E20066D22C82}" cxnId="{DA6D6171-9A42-3A44-9DFD-2C9A93D86A3F}" type="parTrans">
      <dgm:prSet/>
      <dgm:spPr/>
      <dgm:t>
        <a:bodyPr/>
        <a:lstStyle/>
        <a:p>
          <a:endParaRPr lang="zh-CN" altLang="en-US"/>
        </a:p>
      </dgm:t>
    </dgm:pt>
    <dgm:pt modelId="{2DAAF171-8D3C-9649-8CF7-28373ACF6E7B}" cxnId="{DA6D6171-9A42-3A44-9DFD-2C9A93D86A3F}" type="sibTrans">
      <dgm:prSet/>
      <dgm:spPr/>
      <dgm:t>
        <a:bodyPr/>
        <a:lstStyle/>
        <a:p>
          <a:endParaRPr lang="zh-CN" altLang="en-US"/>
        </a:p>
      </dgm:t>
    </dgm:pt>
    <dgm:pt modelId="{43D45045-6902-D24B-8592-45DBF700F04E}">
      <dgm:prSet phldrT="[文本]"/>
      <dgm:spPr/>
      <dgm:t>
        <a:bodyPr/>
        <a:lstStyle/>
        <a:p>
          <a:r>
            <a:rPr lang="zh-CN" altLang="en-US" dirty="0" smtClean="0"/>
            <a:t>政法、纪检、外交、金融、招生、科技</a:t>
          </a:r>
          <a:endParaRPr lang="zh-CN" altLang="en-US" dirty="0"/>
        </a:p>
      </dgm:t>
    </dgm:pt>
    <dgm:pt modelId="{CF3FF852-90B4-4D4B-81CD-7C610C238FE5}" cxnId="{C69D47DB-DC07-104E-A018-178DCA3B2047}" type="parTrans">
      <dgm:prSet/>
      <dgm:spPr/>
      <dgm:t>
        <a:bodyPr/>
        <a:lstStyle/>
        <a:p>
          <a:endParaRPr lang="zh-CN" altLang="en-US"/>
        </a:p>
      </dgm:t>
    </dgm:pt>
    <dgm:pt modelId="{010C5CF9-880D-3349-A9F8-3A5926644291}" cxnId="{C69D47DB-DC07-104E-A018-178DCA3B2047}" type="sibTrans">
      <dgm:prSet/>
      <dgm:spPr/>
      <dgm:t>
        <a:bodyPr/>
        <a:lstStyle/>
        <a:p>
          <a:endParaRPr lang="zh-CN" altLang="en-US"/>
        </a:p>
      </dgm:t>
    </dgm:pt>
    <dgm:pt modelId="{D5F81B49-A6F6-2F4D-A19F-8187C24762A7}" type="pres">
      <dgm:prSet presAssocID="{62017BD8-FFF1-7448-B919-176DCA7F09AA}" presName="Name0" presStyleCnt="0">
        <dgm:presLayoutVars>
          <dgm:dir/>
          <dgm:animLvl val="lvl"/>
          <dgm:resizeHandles val="exact"/>
        </dgm:presLayoutVars>
      </dgm:prSet>
      <dgm:spPr/>
      <dgm:t>
        <a:bodyPr/>
        <a:lstStyle/>
        <a:p>
          <a:endParaRPr lang="zh-CN" altLang="en-US"/>
        </a:p>
      </dgm:t>
    </dgm:pt>
    <dgm:pt modelId="{1C17A6BD-510D-8946-BB01-24638AC30AE3}" type="pres">
      <dgm:prSet presAssocID="{A31DCB88-665E-694D-AC10-8CAB543F9F3B}" presName="linNode" presStyleCnt="0"/>
      <dgm:spPr/>
    </dgm:pt>
    <dgm:pt modelId="{1B0B4D5D-2F39-0F43-97A8-650917312551}" type="pres">
      <dgm:prSet presAssocID="{A31DCB88-665E-694D-AC10-8CAB543F9F3B}" presName="parentText" presStyleLbl="node1" presStyleIdx="0" presStyleCnt="3">
        <dgm:presLayoutVars>
          <dgm:chMax val="1"/>
          <dgm:bulletEnabled val="1"/>
        </dgm:presLayoutVars>
      </dgm:prSet>
      <dgm:spPr/>
      <dgm:t>
        <a:bodyPr/>
        <a:lstStyle/>
        <a:p>
          <a:endParaRPr lang="zh-CN" altLang="en-US"/>
        </a:p>
      </dgm:t>
    </dgm:pt>
    <dgm:pt modelId="{68D5D049-11EC-914A-AF69-3648B7A1271A}" type="pres">
      <dgm:prSet presAssocID="{A31DCB88-665E-694D-AC10-8CAB543F9F3B}" presName="descendantText" presStyleLbl="alignAccFollowNode1" presStyleIdx="0" presStyleCnt="3">
        <dgm:presLayoutVars>
          <dgm:bulletEnabled val="1"/>
        </dgm:presLayoutVars>
      </dgm:prSet>
      <dgm:spPr/>
      <dgm:t>
        <a:bodyPr/>
        <a:lstStyle/>
        <a:p>
          <a:endParaRPr lang="zh-CN" altLang="en-US"/>
        </a:p>
      </dgm:t>
    </dgm:pt>
    <dgm:pt modelId="{3020CA64-9CDB-AB48-A341-7A834466455F}" type="pres">
      <dgm:prSet presAssocID="{1A1A22D5-C25D-8346-8204-467A33CD2228}" presName="sp" presStyleCnt="0"/>
      <dgm:spPr/>
    </dgm:pt>
    <dgm:pt modelId="{08E48DCD-46F3-9247-817A-56AEC72B934F}" type="pres">
      <dgm:prSet presAssocID="{435D51B5-3D6D-2E40-9E8C-9B90D29F49C6}" presName="linNode" presStyleCnt="0"/>
      <dgm:spPr/>
    </dgm:pt>
    <dgm:pt modelId="{51D5AD7D-8AEF-374A-83FE-B340858D6C30}" type="pres">
      <dgm:prSet presAssocID="{435D51B5-3D6D-2E40-9E8C-9B90D29F49C6}" presName="parentText" presStyleLbl="node1" presStyleIdx="1" presStyleCnt="3">
        <dgm:presLayoutVars>
          <dgm:chMax val="1"/>
          <dgm:bulletEnabled val="1"/>
        </dgm:presLayoutVars>
      </dgm:prSet>
      <dgm:spPr/>
      <dgm:t>
        <a:bodyPr/>
        <a:lstStyle/>
        <a:p>
          <a:endParaRPr lang="zh-CN" altLang="en-US"/>
        </a:p>
      </dgm:t>
    </dgm:pt>
    <dgm:pt modelId="{A56BBA15-F8CF-DB4D-BB90-D6EBF3EFAEC4}" type="pres">
      <dgm:prSet presAssocID="{435D51B5-3D6D-2E40-9E8C-9B90D29F49C6}" presName="descendantText" presStyleLbl="alignAccFollowNode1" presStyleIdx="1" presStyleCnt="3">
        <dgm:presLayoutVars>
          <dgm:bulletEnabled val="1"/>
        </dgm:presLayoutVars>
      </dgm:prSet>
      <dgm:spPr/>
      <dgm:t>
        <a:bodyPr/>
        <a:lstStyle/>
        <a:p>
          <a:endParaRPr lang="zh-CN" altLang="en-US"/>
        </a:p>
      </dgm:t>
    </dgm:pt>
    <dgm:pt modelId="{6FDDE3E8-13DE-3B4E-9081-854E49737EC5}" type="pres">
      <dgm:prSet presAssocID="{4A577FD3-D82C-3447-A142-EDD5719F8FE2}" presName="sp" presStyleCnt="0"/>
      <dgm:spPr/>
    </dgm:pt>
    <dgm:pt modelId="{1009F1EF-7693-5049-A438-305AED30413E}" type="pres">
      <dgm:prSet presAssocID="{5CB74096-C141-304B-AC26-011EAC782288}" presName="linNode" presStyleCnt="0"/>
      <dgm:spPr/>
    </dgm:pt>
    <dgm:pt modelId="{CB6DA3D8-A082-0745-AB89-82FA392AD140}" type="pres">
      <dgm:prSet presAssocID="{5CB74096-C141-304B-AC26-011EAC782288}" presName="parentText" presStyleLbl="node1" presStyleIdx="2" presStyleCnt="3">
        <dgm:presLayoutVars>
          <dgm:chMax val="1"/>
          <dgm:bulletEnabled val="1"/>
        </dgm:presLayoutVars>
      </dgm:prSet>
      <dgm:spPr/>
      <dgm:t>
        <a:bodyPr/>
        <a:lstStyle/>
        <a:p>
          <a:endParaRPr lang="zh-CN" altLang="en-US"/>
        </a:p>
      </dgm:t>
    </dgm:pt>
    <dgm:pt modelId="{F8BEC14E-D972-FF4C-90EB-E058C042DEA4}" type="pres">
      <dgm:prSet presAssocID="{5CB74096-C141-304B-AC26-011EAC782288}" presName="descendantText" presStyleLbl="alignAccFollowNode1" presStyleIdx="2" presStyleCnt="3">
        <dgm:presLayoutVars>
          <dgm:bulletEnabled val="1"/>
        </dgm:presLayoutVars>
      </dgm:prSet>
      <dgm:spPr/>
      <dgm:t>
        <a:bodyPr/>
        <a:lstStyle/>
        <a:p>
          <a:endParaRPr lang="zh-CN" altLang="en-US"/>
        </a:p>
      </dgm:t>
    </dgm:pt>
  </dgm:ptLst>
  <dgm:cxnLst>
    <dgm:cxn modelId="{5587459F-14C7-E644-97DF-2E2F38F32656}" type="presOf" srcId="{5CB74096-C141-304B-AC26-011EAC782288}" destId="{CB6DA3D8-A082-0745-AB89-82FA392AD140}" srcOrd="0" destOrd="0" presId="urn:microsoft.com/office/officeart/2005/8/layout/vList5"/>
    <dgm:cxn modelId="{EEA8A00E-2E18-E14E-A329-738460BB0185}" type="presOf" srcId="{EF6C9DBA-4A1D-DD4A-B01B-1F72ED767F80}" destId="{F8BEC14E-D972-FF4C-90EB-E058C042DEA4}" srcOrd="0" destOrd="0" presId="urn:microsoft.com/office/officeart/2005/8/layout/vList5"/>
    <dgm:cxn modelId="{25C1C6E8-292F-664A-A1CA-F5E06E485C7F}" srcId="{62017BD8-FFF1-7448-B919-176DCA7F09AA}" destId="{A31DCB88-665E-694D-AC10-8CAB543F9F3B}" srcOrd="0" destOrd="0" parTransId="{B65E23D9-0DD2-E245-AA94-DAAD8DF1E3FC}" sibTransId="{1A1A22D5-C25D-8346-8204-467A33CD2228}"/>
    <dgm:cxn modelId="{402549E1-439A-794E-A261-DE390AEAB86E}" srcId="{62017BD8-FFF1-7448-B919-176DCA7F09AA}" destId="{435D51B5-3D6D-2E40-9E8C-9B90D29F49C6}" srcOrd="1" destOrd="0" parTransId="{C6417B2A-6A91-5642-9496-09EE196C855D}" sibTransId="{4A577FD3-D82C-3447-A142-EDD5719F8FE2}"/>
    <dgm:cxn modelId="{E0C3E543-83B2-8748-A15E-AFEB68009E72}" type="presOf" srcId="{43D45045-6902-D24B-8592-45DBF700F04E}" destId="{F8BEC14E-D972-FF4C-90EB-E058C042DEA4}" srcOrd="0" destOrd="1" presId="urn:microsoft.com/office/officeart/2005/8/layout/vList5"/>
    <dgm:cxn modelId="{8BDB06E1-3FBA-9A4F-BAD3-703D5DE57AFD}" type="presOf" srcId="{3BEF0732-A639-5D4C-8BBD-419B3495E47B}" destId="{A56BBA15-F8CF-DB4D-BB90-D6EBF3EFAEC4}" srcOrd="0" destOrd="0" presId="urn:microsoft.com/office/officeart/2005/8/layout/vList5"/>
    <dgm:cxn modelId="{E174752A-93AE-B540-ADEC-FD1D106CD624}" srcId="{62017BD8-FFF1-7448-B919-176DCA7F09AA}" destId="{5CB74096-C141-304B-AC26-011EAC782288}" srcOrd="2" destOrd="0" parTransId="{B11CD425-D96E-2845-A98E-867B8E229C4E}" sibTransId="{2B9206B7-AEB2-9E4D-94F4-6EC4C69DB5C8}"/>
    <dgm:cxn modelId="{6CEA200D-8FA8-4E4F-B671-BAB3BADCEB13}" type="presOf" srcId="{62017BD8-FFF1-7448-B919-176DCA7F09AA}" destId="{D5F81B49-A6F6-2F4D-A19F-8187C24762A7}" srcOrd="0" destOrd="0" presId="urn:microsoft.com/office/officeart/2005/8/layout/vList5"/>
    <dgm:cxn modelId="{823518A7-6366-644B-8F7B-D75084BA1E20}" type="presOf" srcId="{555CE730-91B8-2F48-9EEC-668CB9C2425C}" destId="{68D5D049-11EC-914A-AF69-3648B7A1271A}" srcOrd="0" destOrd="0" presId="urn:microsoft.com/office/officeart/2005/8/layout/vList5"/>
    <dgm:cxn modelId="{D131B7E7-F570-6E46-B81B-1AFECB0DE0D8}" srcId="{A31DCB88-665E-694D-AC10-8CAB543F9F3B}" destId="{555CE730-91B8-2F48-9EEC-668CB9C2425C}" srcOrd="0" destOrd="0" parTransId="{1A0CD8A3-74ED-6E4D-8FF9-0C7F2AF990A2}" sibTransId="{1D4D1DF0-FFBE-3D4F-B091-A90B72985874}"/>
    <dgm:cxn modelId="{C69D47DB-DC07-104E-A018-178DCA3B2047}" srcId="{5CB74096-C141-304B-AC26-011EAC782288}" destId="{43D45045-6902-D24B-8592-45DBF700F04E}" srcOrd="1" destOrd="0" parTransId="{CF3FF852-90B4-4D4B-81CD-7C610C238FE5}" sibTransId="{010C5CF9-880D-3349-A9F8-3A5926644291}"/>
    <dgm:cxn modelId="{DA6D6171-9A42-3A44-9DFD-2C9A93D86A3F}" srcId="{5CB74096-C141-304B-AC26-011EAC782288}" destId="{EF6C9DBA-4A1D-DD4A-B01B-1F72ED767F80}" srcOrd="0" destOrd="0" parTransId="{2634BA74-F4BC-0742-954D-E20066D22C82}" sibTransId="{2DAAF171-8D3C-9649-8CF7-28373ACF6E7B}"/>
    <dgm:cxn modelId="{B7DB6D6A-DFEF-EF4F-969D-AC81D257D9B2}" type="presOf" srcId="{A31DCB88-665E-694D-AC10-8CAB543F9F3B}" destId="{1B0B4D5D-2F39-0F43-97A8-650917312551}" srcOrd="0" destOrd="0" presId="urn:microsoft.com/office/officeart/2005/8/layout/vList5"/>
    <dgm:cxn modelId="{EEB07836-3D95-0A4D-ACEF-BB7C0DEF2B8E}" srcId="{435D51B5-3D6D-2E40-9E8C-9B90D29F49C6}" destId="{3BEF0732-A639-5D4C-8BBD-419B3495E47B}" srcOrd="0" destOrd="0" parTransId="{20FD1F5A-E566-324B-A325-9B84E0046585}" sibTransId="{E86943CE-BCFA-7D42-B873-324A33F05A79}"/>
    <dgm:cxn modelId="{E532C95F-08CA-7C4F-A200-D079D4B90735}" type="presOf" srcId="{435D51B5-3D6D-2E40-9E8C-9B90D29F49C6}" destId="{51D5AD7D-8AEF-374A-83FE-B340858D6C30}" srcOrd="0" destOrd="0" presId="urn:microsoft.com/office/officeart/2005/8/layout/vList5"/>
    <dgm:cxn modelId="{B989768D-6D8D-A34A-A775-0FF98239C73C}" type="presParOf" srcId="{D5F81B49-A6F6-2F4D-A19F-8187C24762A7}" destId="{1C17A6BD-510D-8946-BB01-24638AC30AE3}" srcOrd="0" destOrd="0" presId="urn:microsoft.com/office/officeart/2005/8/layout/vList5"/>
    <dgm:cxn modelId="{20CA5392-8F6E-934F-801F-E2D375EAB94C}" type="presParOf" srcId="{1C17A6BD-510D-8946-BB01-24638AC30AE3}" destId="{1B0B4D5D-2F39-0F43-97A8-650917312551}" srcOrd="0" destOrd="0" presId="urn:microsoft.com/office/officeart/2005/8/layout/vList5"/>
    <dgm:cxn modelId="{017DC1AE-195F-1F4F-9907-EB3E06474D62}" type="presParOf" srcId="{1C17A6BD-510D-8946-BB01-24638AC30AE3}" destId="{68D5D049-11EC-914A-AF69-3648B7A1271A}" srcOrd="1" destOrd="0" presId="urn:microsoft.com/office/officeart/2005/8/layout/vList5"/>
    <dgm:cxn modelId="{5C669EC2-EF5F-504F-8A9B-B64EECF48A10}" type="presParOf" srcId="{D5F81B49-A6F6-2F4D-A19F-8187C24762A7}" destId="{3020CA64-9CDB-AB48-A341-7A834466455F}" srcOrd="1" destOrd="0" presId="urn:microsoft.com/office/officeart/2005/8/layout/vList5"/>
    <dgm:cxn modelId="{F1D388E7-EAE8-8D45-8823-D36835336019}" type="presParOf" srcId="{D5F81B49-A6F6-2F4D-A19F-8187C24762A7}" destId="{08E48DCD-46F3-9247-817A-56AEC72B934F}" srcOrd="2" destOrd="0" presId="urn:microsoft.com/office/officeart/2005/8/layout/vList5"/>
    <dgm:cxn modelId="{2890F961-C4C3-9144-98DA-A7ED7FB4FD32}" type="presParOf" srcId="{08E48DCD-46F3-9247-817A-56AEC72B934F}" destId="{51D5AD7D-8AEF-374A-83FE-B340858D6C30}" srcOrd="0" destOrd="0" presId="urn:microsoft.com/office/officeart/2005/8/layout/vList5"/>
    <dgm:cxn modelId="{EA4843BD-1160-A645-A055-C5D3AE48D54E}" type="presParOf" srcId="{08E48DCD-46F3-9247-817A-56AEC72B934F}" destId="{A56BBA15-F8CF-DB4D-BB90-D6EBF3EFAEC4}" srcOrd="1" destOrd="0" presId="urn:microsoft.com/office/officeart/2005/8/layout/vList5"/>
    <dgm:cxn modelId="{071F7C7B-540D-9241-877F-386C5FF3B77E}" type="presParOf" srcId="{D5F81B49-A6F6-2F4D-A19F-8187C24762A7}" destId="{6FDDE3E8-13DE-3B4E-9081-854E49737EC5}" srcOrd="3" destOrd="0" presId="urn:microsoft.com/office/officeart/2005/8/layout/vList5"/>
    <dgm:cxn modelId="{2CADEB7D-DA69-BA49-9A9E-6126EAE31D2E}" type="presParOf" srcId="{D5F81B49-A6F6-2F4D-A19F-8187C24762A7}" destId="{1009F1EF-7693-5049-A438-305AED30413E}" srcOrd="4" destOrd="0" presId="urn:microsoft.com/office/officeart/2005/8/layout/vList5"/>
    <dgm:cxn modelId="{034F63FA-EF63-5E4B-8E16-6B54996E2E7E}" type="presParOf" srcId="{1009F1EF-7693-5049-A438-305AED30413E}" destId="{CB6DA3D8-A082-0745-AB89-82FA392AD140}" srcOrd="0" destOrd="0" presId="urn:microsoft.com/office/officeart/2005/8/layout/vList5"/>
    <dgm:cxn modelId="{64B65100-2B43-1D48-9994-6450C4ED41EF}" type="presParOf" srcId="{1009F1EF-7693-5049-A438-305AED30413E}" destId="{F8BEC14E-D972-FF4C-90EB-E058C042DEA4}" srcOrd="1" destOrd="0" presId="urn:microsoft.com/office/officeart/2005/8/layout/vList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4CE190D4-23B4-4C4D-B9D3-20BA79ED0569}" type="doc">
      <dgm:prSet loTypeId="urn:microsoft.com/office/officeart/2005/8/layout/vList5" loCatId="" qsTypeId="urn:microsoft.com/office/officeart/2005/8/quickstyle/simple4" qsCatId="simple" csTypeId="urn:microsoft.com/office/officeart/2005/8/colors/accent1_2" csCatId="accent1" phldr="1"/>
      <dgm:spPr/>
      <dgm:t>
        <a:bodyPr/>
        <a:lstStyle/>
        <a:p>
          <a:endParaRPr lang="zh-CN" altLang="en-US"/>
        </a:p>
      </dgm:t>
    </dgm:pt>
    <dgm:pt modelId="{C809FD86-5495-E640-A0DA-A17EE0CCF767}">
      <dgm:prSet phldrT="[文本]"/>
      <dgm:spPr/>
      <dgm:t>
        <a:bodyPr/>
        <a:lstStyle/>
        <a:p>
          <a:r>
            <a:rPr lang="zh-CN" altLang="en-US" dirty="0" smtClean="0"/>
            <a:t>告知性</a:t>
          </a:r>
          <a:endParaRPr lang="zh-CN" altLang="en-US" dirty="0"/>
        </a:p>
      </dgm:t>
    </dgm:pt>
    <dgm:pt modelId="{6B5744AB-8BCB-FF4E-A0D6-5736BCBB9D91}" cxnId="{71EDA6A3-1C56-7E4F-8F98-FD284AA2AA28}" type="parTrans">
      <dgm:prSet/>
      <dgm:spPr/>
      <dgm:t>
        <a:bodyPr/>
        <a:lstStyle/>
        <a:p>
          <a:endParaRPr lang="zh-CN" altLang="en-US"/>
        </a:p>
      </dgm:t>
    </dgm:pt>
    <dgm:pt modelId="{97F83A73-E4EA-FA4D-ABC5-202D6FD25FD3}" cxnId="{71EDA6A3-1C56-7E4F-8F98-FD284AA2AA28}" type="sibTrans">
      <dgm:prSet/>
      <dgm:spPr/>
      <dgm:t>
        <a:bodyPr/>
        <a:lstStyle/>
        <a:p>
          <a:endParaRPr lang="zh-CN" altLang="en-US"/>
        </a:p>
      </dgm:t>
    </dgm:pt>
    <dgm:pt modelId="{540D0FF1-714D-F048-B937-3019C9C989F0}">
      <dgm:prSet phldrT="[文本]"/>
      <dgm:spPr/>
      <dgm:t>
        <a:bodyPr/>
        <a:lstStyle/>
        <a:p>
          <a:r>
            <a:rPr lang="zh-CN" altLang="en-US" dirty="0" smtClean="0"/>
            <a:t>本身要求知悉范围广</a:t>
          </a:r>
          <a:endParaRPr lang="zh-CN" altLang="en-US" dirty="0"/>
        </a:p>
      </dgm:t>
    </dgm:pt>
    <dgm:pt modelId="{63DFF014-F79C-0A44-8635-8FC9A4136465}" cxnId="{A54F2CB4-5CD8-C547-ACDB-9E1B765312F7}" type="parTrans">
      <dgm:prSet/>
      <dgm:spPr/>
      <dgm:t>
        <a:bodyPr/>
        <a:lstStyle/>
        <a:p>
          <a:endParaRPr lang="zh-CN" altLang="en-US"/>
        </a:p>
      </dgm:t>
    </dgm:pt>
    <dgm:pt modelId="{12411351-8FF8-2146-8034-61D80395F968}" cxnId="{A54F2CB4-5CD8-C547-ACDB-9E1B765312F7}" type="sibTrans">
      <dgm:prSet/>
      <dgm:spPr/>
      <dgm:t>
        <a:bodyPr/>
        <a:lstStyle/>
        <a:p>
          <a:endParaRPr lang="zh-CN" altLang="en-US"/>
        </a:p>
      </dgm:t>
    </dgm:pt>
    <dgm:pt modelId="{65BAFDD5-8C94-1245-B6D1-85828B377F70}">
      <dgm:prSet phldrT="[文本]"/>
      <dgm:spPr/>
      <dgm:t>
        <a:bodyPr/>
        <a:lstStyle/>
        <a:p>
          <a:r>
            <a:rPr lang="zh-CN" altLang="en-US" dirty="0" smtClean="0"/>
            <a:t>知悉范围符合告知的范围</a:t>
          </a:r>
          <a:endParaRPr lang="zh-CN" altLang="en-US" dirty="0"/>
        </a:p>
      </dgm:t>
    </dgm:pt>
    <dgm:pt modelId="{75D7FA39-735F-744B-8E0E-E9FC0AD99F38}" cxnId="{4ACEFE2E-BB64-1E48-B6E2-EBE54EDEB578}" type="parTrans">
      <dgm:prSet/>
      <dgm:spPr/>
      <dgm:t>
        <a:bodyPr/>
        <a:lstStyle/>
        <a:p>
          <a:endParaRPr lang="zh-CN" altLang="en-US"/>
        </a:p>
      </dgm:t>
    </dgm:pt>
    <dgm:pt modelId="{EDE152CF-C3F3-0B43-BD99-E2D05700EC0F}" cxnId="{4ACEFE2E-BB64-1E48-B6E2-EBE54EDEB578}" type="sibTrans">
      <dgm:prSet/>
      <dgm:spPr/>
      <dgm:t>
        <a:bodyPr/>
        <a:lstStyle/>
        <a:p>
          <a:endParaRPr lang="zh-CN" altLang="en-US"/>
        </a:p>
      </dgm:t>
    </dgm:pt>
    <dgm:pt modelId="{E3E8D40B-56A0-8345-82E5-76E9031739D7}">
      <dgm:prSet phldrT="[文本]"/>
      <dgm:spPr/>
      <dgm:t>
        <a:bodyPr/>
        <a:lstStyle/>
        <a:p>
          <a:r>
            <a:rPr lang="zh-CN" altLang="en-US" dirty="0" smtClean="0"/>
            <a:t>行业性或专业性强</a:t>
          </a:r>
          <a:endParaRPr lang="zh-CN" altLang="en-US" dirty="0"/>
        </a:p>
      </dgm:t>
    </dgm:pt>
    <dgm:pt modelId="{BA17974E-D75C-354D-8A1E-37EE2DC16A46}" cxnId="{9A371B4C-E6C7-0D4E-86C9-BDBB376F0D85}" type="parTrans">
      <dgm:prSet/>
      <dgm:spPr/>
      <dgm:t>
        <a:bodyPr/>
        <a:lstStyle/>
        <a:p>
          <a:endParaRPr lang="zh-CN" altLang="en-US"/>
        </a:p>
      </dgm:t>
    </dgm:pt>
    <dgm:pt modelId="{1BBA132F-E9DA-4F45-BC5F-51E5BCA88D57}" cxnId="{9A371B4C-E6C7-0D4E-86C9-BDBB376F0D85}" type="sibTrans">
      <dgm:prSet/>
      <dgm:spPr/>
      <dgm:t>
        <a:bodyPr/>
        <a:lstStyle/>
        <a:p>
          <a:endParaRPr lang="zh-CN" altLang="en-US"/>
        </a:p>
      </dgm:t>
    </dgm:pt>
    <dgm:pt modelId="{B42C8FE0-409D-4940-A28F-0E6D94B58CE8}">
      <dgm:prSet phldrT="[文本]"/>
      <dgm:spPr/>
      <dgm:t>
        <a:bodyPr/>
        <a:lstStyle/>
        <a:p>
          <a:r>
            <a:rPr lang="zh-CN" altLang="en-US" dirty="0" smtClean="0"/>
            <a:t>控制在行业内部</a:t>
          </a:r>
          <a:endParaRPr lang="zh-CN" altLang="en-US" dirty="0"/>
        </a:p>
      </dgm:t>
    </dgm:pt>
    <dgm:pt modelId="{B8A10E33-F921-D542-8711-1EA06799B445}" cxnId="{6F3FF56D-1ECB-664B-B0AC-E2C1A7CE887B}" type="parTrans">
      <dgm:prSet/>
      <dgm:spPr/>
      <dgm:t>
        <a:bodyPr/>
        <a:lstStyle/>
        <a:p>
          <a:endParaRPr lang="zh-CN" altLang="en-US"/>
        </a:p>
      </dgm:t>
    </dgm:pt>
    <dgm:pt modelId="{60E3F898-94A7-B943-9A68-21DCC41CB280}" cxnId="{6F3FF56D-1ECB-664B-B0AC-E2C1A7CE887B}" type="sibTrans">
      <dgm:prSet/>
      <dgm:spPr/>
      <dgm:t>
        <a:bodyPr/>
        <a:lstStyle/>
        <a:p>
          <a:endParaRPr lang="zh-CN" altLang="en-US"/>
        </a:p>
      </dgm:t>
    </dgm:pt>
    <dgm:pt modelId="{E70A5F1B-5DAF-7343-9477-F462D997C78D}">
      <dgm:prSet phldrT="[文本]"/>
      <dgm:spPr/>
      <dgm:t>
        <a:bodyPr/>
        <a:lstStyle/>
        <a:p>
          <a:r>
            <a:rPr lang="zh-CN" altLang="en-US" dirty="0" smtClean="0"/>
            <a:t>如果需要地方配合，才纳入</a:t>
          </a:r>
          <a:endParaRPr lang="zh-CN" altLang="en-US" dirty="0"/>
        </a:p>
      </dgm:t>
    </dgm:pt>
    <dgm:pt modelId="{1650B9CD-C88E-304E-A6EC-D5134A099844}" cxnId="{4A8162AE-0467-D54E-A992-6E6B522F2B83}" type="parTrans">
      <dgm:prSet/>
      <dgm:spPr/>
      <dgm:t>
        <a:bodyPr/>
        <a:lstStyle/>
        <a:p>
          <a:endParaRPr lang="zh-CN" altLang="en-US"/>
        </a:p>
      </dgm:t>
    </dgm:pt>
    <dgm:pt modelId="{FA4B7F4D-4550-0345-A1D5-84641A25A596}" cxnId="{4A8162AE-0467-D54E-A992-6E6B522F2B83}" type="sibTrans">
      <dgm:prSet/>
      <dgm:spPr/>
      <dgm:t>
        <a:bodyPr/>
        <a:lstStyle/>
        <a:p>
          <a:endParaRPr lang="zh-CN" altLang="en-US"/>
        </a:p>
      </dgm:t>
    </dgm:pt>
    <dgm:pt modelId="{36877132-02EC-3044-B390-AC519E794BED}">
      <dgm:prSet phldrT="[文本]"/>
      <dgm:spPr/>
      <dgm:t>
        <a:bodyPr/>
        <a:lstStyle/>
        <a:p>
          <a:r>
            <a:rPr lang="zh-CN" altLang="en-US" dirty="0" smtClean="0"/>
            <a:t>敏感问题</a:t>
          </a:r>
          <a:endParaRPr lang="zh-CN" altLang="en-US" dirty="0"/>
        </a:p>
      </dgm:t>
    </dgm:pt>
    <dgm:pt modelId="{2D9D4375-D295-9743-8369-A4294184F73C}" cxnId="{09E7AE4C-3D68-C340-BF4E-031F79CF440D}" type="parTrans">
      <dgm:prSet/>
      <dgm:spPr/>
      <dgm:t>
        <a:bodyPr/>
        <a:lstStyle/>
        <a:p>
          <a:endParaRPr lang="zh-CN" altLang="en-US"/>
        </a:p>
      </dgm:t>
    </dgm:pt>
    <dgm:pt modelId="{2E35C112-4E08-0B43-A444-3C4082906F7F}" cxnId="{09E7AE4C-3D68-C340-BF4E-031F79CF440D}" type="sibTrans">
      <dgm:prSet/>
      <dgm:spPr/>
      <dgm:t>
        <a:bodyPr/>
        <a:lstStyle/>
        <a:p>
          <a:endParaRPr lang="zh-CN" altLang="en-US"/>
        </a:p>
      </dgm:t>
    </dgm:pt>
    <dgm:pt modelId="{88683939-6DDD-C244-A7E5-A698C6C9E530}">
      <dgm:prSet phldrT="[文本]"/>
      <dgm:spPr/>
      <dgm:t>
        <a:bodyPr/>
        <a:lstStyle/>
        <a:p>
          <a:r>
            <a:rPr lang="zh-CN" altLang="en-US" dirty="0" smtClean="0"/>
            <a:t>严格控制知悉范围</a:t>
          </a:r>
          <a:endParaRPr lang="zh-CN" altLang="en-US" dirty="0"/>
        </a:p>
      </dgm:t>
    </dgm:pt>
    <dgm:pt modelId="{9293931F-D667-5149-A6C0-C06024E5ED3F}" cxnId="{EB307A60-D139-EB44-A3D8-F45C0E325239}" type="parTrans">
      <dgm:prSet/>
      <dgm:spPr/>
      <dgm:t>
        <a:bodyPr/>
        <a:lstStyle/>
        <a:p>
          <a:endParaRPr lang="zh-CN" altLang="en-US"/>
        </a:p>
      </dgm:t>
    </dgm:pt>
    <dgm:pt modelId="{C677D6CF-4133-4349-B09F-A68E79A8DFEA}" cxnId="{EB307A60-D139-EB44-A3D8-F45C0E325239}" type="sibTrans">
      <dgm:prSet/>
      <dgm:spPr/>
      <dgm:t>
        <a:bodyPr/>
        <a:lstStyle/>
        <a:p>
          <a:endParaRPr lang="zh-CN" altLang="en-US"/>
        </a:p>
      </dgm:t>
    </dgm:pt>
    <dgm:pt modelId="{3DD919E1-B424-EE48-9FF6-BA1A9C0533BD}" type="pres">
      <dgm:prSet presAssocID="{4CE190D4-23B4-4C4D-B9D3-20BA79ED0569}" presName="Name0" presStyleCnt="0">
        <dgm:presLayoutVars>
          <dgm:dir/>
          <dgm:animLvl val="lvl"/>
          <dgm:resizeHandles val="exact"/>
        </dgm:presLayoutVars>
      </dgm:prSet>
      <dgm:spPr/>
      <dgm:t>
        <a:bodyPr/>
        <a:lstStyle/>
        <a:p>
          <a:endParaRPr lang="zh-CN" altLang="en-US"/>
        </a:p>
      </dgm:t>
    </dgm:pt>
    <dgm:pt modelId="{E799B09C-CB97-5040-B68D-ADDA5FAFDE4A}" type="pres">
      <dgm:prSet presAssocID="{C809FD86-5495-E640-A0DA-A17EE0CCF767}" presName="linNode" presStyleCnt="0"/>
      <dgm:spPr/>
    </dgm:pt>
    <dgm:pt modelId="{EBC56C90-7FCB-2142-BB0B-15515F80D4A7}" type="pres">
      <dgm:prSet presAssocID="{C809FD86-5495-E640-A0DA-A17EE0CCF767}" presName="parentText" presStyleLbl="node1" presStyleIdx="0" presStyleCnt="3">
        <dgm:presLayoutVars>
          <dgm:chMax val="1"/>
          <dgm:bulletEnabled val="1"/>
        </dgm:presLayoutVars>
      </dgm:prSet>
      <dgm:spPr/>
      <dgm:t>
        <a:bodyPr/>
        <a:lstStyle/>
        <a:p>
          <a:endParaRPr lang="zh-CN" altLang="en-US"/>
        </a:p>
      </dgm:t>
    </dgm:pt>
    <dgm:pt modelId="{5BAC600F-7D17-7445-AA7E-0611BEA74EE7}" type="pres">
      <dgm:prSet presAssocID="{C809FD86-5495-E640-A0DA-A17EE0CCF767}" presName="descendantText" presStyleLbl="alignAccFollowNode1" presStyleIdx="0" presStyleCnt="3">
        <dgm:presLayoutVars>
          <dgm:bulletEnabled val="1"/>
        </dgm:presLayoutVars>
      </dgm:prSet>
      <dgm:spPr/>
      <dgm:t>
        <a:bodyPr/>
        <a:lstStyle/>
        <a:p>
          <a:endParaRPr lang="zh-CN" altLang="en-US"/>
        </a:p>
      </dgm:t>
    </dgm:pt>
    <dgm:pt modelId="{467147F0-B5A0-C442-ACC4-7AD47CF634BD}" type="pres">
      <dgm:prSet presAssocID="{97F83A73-E4EA-FA4D-ABC5-202D6FD25FD3}" presName="sp" presStyleCnt="0"/>
      <dgm:spPr/>
    </dgm:pt>
    <dgm:pt modelId="{B136FEBF-AF83-1D4E-BD3D-D2D346456426}" type="pres">
      <dgm:prSet presAssocID="{E3E8D40B-56A0-8345-82E5-76E9031739D7}" presName="linNode" presStyleCnt="0"/>
      <dgm:spPr/>
    </dgm:pt>
    <dgm:pt modelId="{B7EBE688-D98A-D14A-9F33-B722207BB8C7}" type="pres">
      <dgm:prSet presAssocID="{E3E8D40B-56A0-8345-82E5-76E9031739D7}" presName="parentText" presStyleLbl="node1" presStyleIdx="1" presStyleCnt="3">
        <dgm:presLayoutVars>
          <dgm:chMax val="1"/>
          <dgm:bulletEnabled val="1"/>
        </dgm:presLayoutVars>
      </dgm:prSet>
      <dgm:spPr/>
      <dgm:t>
        <a:bodyPr/>
        <a:lstStyle/>
        <a:p>
          <a:endParaRPr lang="zh-CN" altLang="en-US"/>
        </a:p>
      </dgm:t>
    </dgm:pt>
    <dgm:pt modelId="{A52A39E7-9110-5B4C-9052-6C491B2224F4}" type="pres">
      <dgm:prSet presAssocID="{E3E8D40B-56A0-8345-82E5-76E9031739D7}" presName="descendantText" presStyleLbl="alignAccFollowNode1" presStyleIdx="1" presStyleCnt="3">
        <dgm:presLayoutVars>
          <dgm:bulletEnabled val="1"/>
        </dgm:presLayoutVars>
      </dgm:prSet>
      <dgm:spPr/>
      <dgm:t>
        <a:bodyPr/>
        <a:lstStyle/>
        <a:p>
          <a:endParaRPr lang="zh-CN" altLang="en-US"/>
        </a:p>
      </dgm:t>
    </dgm:pt>
    <dgm:pt modelId="{CC8A8035-902B-924F-BEF7-BE16014C0546}" type="pres">
      <dgm:prSet presAssocID="{1BBA132F-E9DA-4F45-BC5F-51E5BCA88D57}" presName="sp" presStyleCnt="0"/>
      <dgm:spPr/>
    </dgm:pt>
    <dgm:pt modelId="{5045C0BA-F67A-1040-A6F4-7D12519445FC}" type="pres">
      <dgm:prSet presAssocID="{36877132-02EC-3044-B390-AC519E794BED}" presName="linNode" presStyleCnt="0"/>
      <dgm:spPr/>
    </dgm:pt>
    <dgm:pt modelId="{7480D4BB-2F62-3F4B-A054-3CCA4E59A80F}" type="pres">
      <dgm:prSet presAssocID="{36877132-02EC-3044-B390-AC519E794BED}" presName="parentText" presStyleLbl="node1" presStyleIdx="2" presStyleCnt="3">
        <dgm:presLayoutVars>
          <dgm:chMax val="1"/>
          <dgm:bulletEnabled val="1"/>
        </dgm:presLayoutVars>
      </dgm:prSet>
      <dgm:spPr/>
      <dgm:t>
        <a:bodyPr/>
        <a:lstStyle/>
        <a:p>
          <a:endParaRPr lang="zh-CN" altLang="en-US"/>
        </a:p>
      </dgm:t>
    </dgm:pt>
    <dgm:pt modelId="{CC47544E-8B59-4E4F-8A3F-50A0698FD6FD}" type="pres">
      <dgm:prSet presAssocID="{36877132-02EC-3044-B390-AC519E794BED}" presName="descendantText" presStyleLbl="alignAccFollowNode1" presStyleIdx="2" presStyleCnt="3">
        <dgm:presLayoutVars>
          <dgm:bulletEnabled val="1"/>
        </dgm:presLayoutVars>
      </dgm:prSet>
      <dgm:spPr/>
      <dgm:t>
        <a:bodyPr/>
        <a:lstStyle/>
        <a:p>
          <a:endParaRPr lang="zh-CN" altLang="en-US"/>
        </a:p>
      </dgm:t>
    </dgm:pt>
  </dgm:ptLst>
  <dgm:cxnLst>
    <dgm:cxn modelId="{71EDA6A3-1C56-7E4F-8F98-FD284AA2AA28}" srcId="{4CE190D4-23B4-4C4D-B9D3-20BA79ED0569}" destId="{C809FD86-5495-E640-A0DA-A17EE0CCF767}" srcOrd="0" destOrd="0" parTransId="{6B5744AB-8BCB-FF4E-A0D6-5736BCBB9D91}" sibTransId="{97F83A73-E4EA-FA4D-ABC5-202D6FD25FD3}"/>
    <dgm:cxn modelId="{94F552C9-1623-B040-8949-66605C8F56A6}" type="presOf" srcId="{C809FD86-5495-E640-A0DA-A17EE0CCF767}" destId="{EBC56C90-7FCB-2142-BB0B-15515F80D4A7}" srcOrd="0" destOrd="0" presId="urn:microsoft.com/office/officeart/2005/8/layout/vList5"/>
    <dgm:cxn modelId="{5280F629-DD87-AB48-9D02-916E8C549FE3}" type="presOf" srcId="{65BAFDD5-8C94-1245-B6D1-85828B377F70}" destId="{5BAC600F-7D17-7445-AA7E-0611BEA74EE7}" srcOrd="0" destOrd="1" presId="urn:microsoft.com/office/officeart/2005/8/layout/vList5"/>
    <dgm:cxn modelId="{D0BCF2A0-A3D3-F245-B6BE-B29D2CE3653D}" type="presOf" srcId="{88683939-6DDD-C244-A7E5-A698C6C9E530}" destId="{CC47544E-8B59-4E4F-8A3F-50A0698FD6FD}" srcOrd="0" destOrd="0" presId="urn:microsoft.com/office/officeart/2005/8/layout/vList5"/>
    <dgm:cxn modelId="{03A3C625-66B1-5545-B44B-24272CE93F02}" type="presOf" srcId="{4CE190D4-23B4-4C4D-B9D3-20BA79ED0569}" destId="{3DD919E1-B424-EE48-9FF6-BA1A9C0533BD}" srcOrd="0" destOrd="0" presId="urn:microsoft.com/office/officeart/2005/8/layout/vList5"/>
    <dgm:cxn modelId="{EB307A60-D139-EB44-A3D8-F45C0E325239}" srcId="{36877132-02EC-3044-B390-AC519E794BED}" destId="{88683939-6DDD-C244-A7E5-A698C6C9E530}" srcOrd="0" destOrd="0" parTransId="{9293931F-D667-5149-A6C0-C06024E5ED3F}" sibTransId="{C677D6CF-4133-4349-B09F-A68E79A8DFEA}"/>
    <dgm:cxn modelId="{6F3FF56D-1ECB-664B-B0AC-E2C1A7CE887B}" srcId="{E3E8D40B-56A0-8345-82E5-76E9031739D7}" destId="{B42C8FE0-409D-4940-A28F-0E6D94B58CE8}" srcOrd="0" destOrd="0" parTransId="{B8A10E33-F921-D542-8711-1EA06799B445}" sibTransId="{60E3F898-94A7-B943-9A68-21DCC41CB280}"/>
    <dgm:cxn modelId="{3D0AD8D2-43D2-3140-A85A-FC5E4FEED4BD}" type="presOf" srcId="{E3E8D40B-56A0-8345-82E5-76E9031739D7}" destId="{B7EBE688-D98A-D14A-9F33-B722207BB8C7}" srcOrd="0" destOrd="0" presId="urn:microsoft.com/office/officeart/2005/8/layout/vList5"/>
    <dgm:cxn modelId="{09E7AE4C-3D68-C340-BF4E-031F79CF440D}" srcId="{4CE190D4-23B4-4C4D-B9D3-20BA79ED0569}" destId="{36877132-02EC-3044-B390-AC519E794BED}" srcOrd="2" destOrd="0" parTransId="{2D9D4375-D295-9743-8369-A4294184F73C}" sibTransId="{2E35C112-4E08-0B43-A444-3C4082906F7F}"/>
    <dgm:cxn modelId="{4ACEFE2E-BB64-1E48-B6E2-EBE54EDEB578}" srcId="{C809FD86-5495-E640-A0DA-A17EE0CCF767}" destId="{65BAFDD5-8C94-1245-B6D1-85828B377F70}" srcOrd="1" destOrd="0" parTransId="{75D7FA39-735F-744B-8E0E-E9FC0AD99F38}" sibTransId="{EDE152CF-C3F3-0B43-BD99-E2D05700EC0F}"/>
    <dgm:cxn modelId="{9AD4F2A8-78A6-FF48-A392-E4109C8B0557}" type="presOf" srcId="{36877132-02EC-3044-B390-AC519E794BED}" destId="{7480D4BB-2F62-3F4B-A054-3CCA4E59A80F}" srcOrd="0" destOrd="0" presId="urn:microsoft.com/office/officeart/2005/8/layout/vList5"/>
    <dgm:cxn modelId="{4A8162AE-0467-D54E-A992-6E6B522F2B83}" srcId="{E3E8D40B-56A0-8345-82E5-76E9031739D7}" destId="{E70A5F1B-5DAF-7343-9477-F462D997C78D}" srcOrd="1" destOrd="0" parTransId="{1650B9CD-C88E-304E-A6EC-D5134A099844}" sibTransId="{FA4B7F4D-4550-0345-A1D5-84641A25A596}"/>
    <dgm:cxn modelId="{2B14ED52-88B6-7542-8D87-35E9C77C45BB}" type="presOf" srcId="{540D0FF1-714D-F048-B937-3019C9C989F0}" destId="{5BAC600F-7D17-7445-AA7E-0611BEA74EE7}" srcOrd="0" destOrd="0" presId="urn:microsoft.com/office/officeart/2005/8/layout/vList5"/>
    <dgm:cxn modelId="{432E8E19-6D2E-3C4B-B4A8-7BA90036C6D1}" type="presOf" srcId="{B42C8FE0-409D-4940-A28F-0E6D94B58CE8}" destId="{A52A39E7-9110-5B4C-9052-6C491B2224F4}" srcOrd="0" destOrd="0" presId="urn:microsoft.com/office/officeart/2005/8/layout/vList5"/>
    <dgm:cxn modelId="{A54F2CB4-5CD8-C547-ACDB-9E1B765312F7}" srcId="{C809FD86-5495-E640-A0DA-A17EE0CCF767}" destId="{540D0FF1-714D-F048-B937-3019C9C989F0}" srcOrd="0" destOrd="0" parTransId="{63DFF014-F79C-0A44-8635-8FC9A4136465}" sibTransId="{12411351-8FF8-2146-8034-61D80395F968}"/>
    <dgm:cxn modelId="{BB9A2022-78D6-6844-9ECB-9D4949ADD92A}" type="presOf" srcId="{E70A5F1B-5DAF-7343-9477-F462D997C78D}" destId="{A52A39E7-9110-5B4C-9052-6C491B2224F4}" srcOrd="0" destOrd="1" presId="urn:microsoft.com/office/officeart/2005/8/layout/vList5"/>
    <dgm:cxn modelId="{9A371B4C-E6C7-0D4E-86C9-BDBB376F0D85}" srcId="{4CE190D4-23B4-4C4D-B9D3-20BA79ED0569}" destId="{E3E8D40B-56A0-8345-82E5-76E9031739D7}" srcOrd="1" destOrd="0" parTransId="{BA17974E-D75C-354D-8A1E-37EE2DC16A46}" sibTransId="{1BBA132F-E9DA-4F45-BC5F-51E5BCA88D57}"/>
    <dgm:cxn modelId="{CCBBCD75-5EE4-E84A-99BE-A44BFF8603AB}" type="presParOf" srcId="{3DD919E1-B424-EE48-9FF6-BA1A9C0533BD}" destId="{E799B09C-CB97-5040-B68D-ADDA5FAFDE4A}" srcOrd="0" destOrd="0" presId="urn:microsoft.com/office/officeart/2005/8/layout/vList5"/>
    <dgm:cxn modelId="{0A6DFA61-4C0D-3740-9C9F-77A5A7C59F13}" type="presParOf" srcId="{E799B09C-CB97-5040-B68D-ADDA5FAFDE4A}" destId="{EBC56C90-7FCB-2142-BB0B-15515F80D4A7}" srcOrd="0" destOrd="0" presId="urn:microsoft.com/office/officeart/2005/8/layout/vList5"/>
    <dgm:cxn modelId="{80D80D8B-591B-5B47-85A2-29A1AA020DE2}" type="presParOf" srcId="{E799B09C-CB97-5040-B68D-ADDA5FAFDE4A}" destId="{5BAC600F-7D17-7445-AA7E-0611BEA74EE7}" srcOrd="1" destOrd="0" presId="urn:microsoft.com/office/officeart/2005/8/layout/vList5"/>
    <dgm:cxn modelId="{EC29444F-A1B1-4B45-88C8-FF377FD1519A}" type="presParOf" srcId="{3DD919E1-B424-EE48-9FF6-BA1A9C0533BD}" destId="{467147F0-B5A0-C442-ACC4-7AD47CF634BD}" srcOrd="1" destOrd="0" presId="urn:microsoft.com/office/officeart/2005/8/layout/vList5"/>
    <dgm:cxn modelId="{E037C023-9910-D442-BF98-4D1F50BED9BB}" type="presParOf" srcId="{3DD919E1-B424-EE48-9FF6-BA1A9C0533BD}" destId="{B136FEBF-AF83-1D4E-BD3D-D2D346456426}" srcOrd="2" destOrd="0" presId="urn:microsoft.com/office/officeart/2005/8/layout/vList5"/>
    <dgm:cxn modelId="{3D7EF5E4-B2F0-D645-A4E3-BB5FC3138039}" type="presParOf" srcId="{B136FEBF-AF83-1D4E-BD3D-D2D346456426}" destId="{B7EBE688-D98A-D14A-9F33-B722207BB8C7}" srcOrd="0" destOrd="0" presId="urn:microsoft.com/office/officeart/2005/8/layout/vList5"/>
    <dgm:cxn modelId="{9AB0C8B6-A879-A94E-9BF0-0A869BB16F8B}" type="presParOf" srcId="{B136FEBF-AF83-1D4E-BD3D-D2D346456426}" destId="{A52A39E7-9110-5B4C-9052-6C491B2224F4}" srcOrd="1" destOrd="0" presId="urn:microsoft.com/office/officeart/2005/8/layout/vList5"/>
    <dgm:cxn modelId="{16079333-3CEB-8A41-A487-FB2AD63E49F6}" type="presParOf" srcId="{3DD919E1-B424-EE48-9FF6-BA1A9C0533BD}" destId="{CC8A8035-902B-924F-BEF7-BE16014C0546}" srcOrd="3" destOrd="0" presId="urn:microsoft.com/office/officeart/2005/8/layout/vList5"/>
    <dgm:cxn modelId="{D075CAC4-B2F1-BC45-9564-BA2ED50D4661}" type="presParOf" srcId="{3DD919E1-B424-EE48-9FF6-BA1A9C0533BD}" destId="{5045C0BA-F67A-1040-A6F4-7D12519445FC}" srcOrd="4" destOrd="0" presId="urn:microsoft.com/office/officeart/2005/8/layout/vList5"/>
    <dgm:cxn modelId="{8AFFE723-7993-1144-B674-4B91394A822F}" type="presParOf" srcId="{5045C0BA-F67A-1040-A6F4-7D12519445FC}" destId="{7480D4BB-2F62-3F4B-A054-3CCA4E59A80F}" srcOrd="0" destOrd="0" presId="urn:microsoft.com/office/officeart/2005/8/layout/vList5"/>
    <dgm:cxn modelId="{472E2366-0905-904D-A7D1-077A39BCD8AA}" type="presParOf" srcId="{5045C0BA-F67A-1040-A6F4-7D12519445FC}" destId="{CC47544E-8B59-4E4F-8A3F-50A0698FD6FD}" srcOrd="1" destOrd="0" presId="urn:microsoft.com/office/officeart/2005/8/layout/vList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CAC63CA6-B527-3C4A-A06E-2D8372134557}" type="doc">
      <dgm:prSet loTypeId="urn:microsoft.com/office/officeart/2005/8/layout/vList2" loCatId="" qsTypeId="urn:microsoft.com/office/officeart/2005/8/quickstyle/simple4" qsCatId="simple" csTypeId="urn:microsoft.com/office/officeart/2005/8/colors/accent1_2" csCatId="accent1" phldr="1"/>
      <dgm:spPr/>
      <dgm:t>
        <a:bodyPr/>
        <a:lstStyle/>
        <a:p>
          <a:endParaRPr lang="zh-CN" altLang="en-US"/>
        </a:p>
      </dgm:t>
    </dgm:pt>
    <dgm:pt modelId="{F23DDC1D-6E4F-3A44-B35B-9F3138FEDD86}">
      <dgm:prSet phldrT="[文本]"/>
      <dgm:spPr/>
      <dgm:t>
        <a:bodyPr/>
        <a:lstStyle/>
        <a:p>
          <a:r>
            <a:rPr lang="zh-CN" altLang="en-US" dirty="0" smtClean="0"/>
            <a:t>上报</a:t>
          </a:r>
          <a:endParaRPr lang="zh-CN" altLang="en-US" dirty="0"/>
        </a:p>
      </dgm:t>
    </dgm:pt>
    <dgm:pt modelId="{44E3EF81-C910-EA48-9203-948C70CEE57F}" cxnId="{265C94CD-A165-6C49-BB21-CD65FF5DFA7D}" type="parTrans">
      <dgm:prSet/>
      <dgm:spPr/>
      <dgm:t>
        <a:bodyPr/>
        <a:lstStyle/>
        <a:p>
          <a:endParaRPr lang="zh-CN" altLang="en-US"/>
        </a:p>
      </dgm:t>
    </dgm:pt>
    <dgm:pt modelId="{E02B053D-AFA0-1D48-B66F-BF6BEDED6020}" cxnId="{265C94CD-A165-6C49-BB21-CD65FF5DFA7D}" type="sibTrans">
      <dgm:prSet/>
      <dgm:spPr/>
      <dgm:t>
        <a:bodyPr/>
        <a:lstStyle/>
        <a:p>
          <a:endParaRPr lang="zh-CN" altLang="en-US"/>
        </a:p>
      </dgm:t>
    </dgm:pt>
    <dgm:pt modelId="{F62639E5-984A-654B-B73E-14622ADD1CF7}">
      <dgm:prSet phldrT="[文本]"/>
      <dgm:spPr/>
      <dgm:t>
        <a:bodyPr/>
        <a:lstStyle/>
        <a:p>
          <a:r>
            <a:rPr lang="zh-CN" altLang="en-US" dirty="0" smtClean="0"/>
            <a:t>只报直接上级机关，不报其他机关，不发下级机关</a:t>
          </a:r>
          <a:endParaRPr lang="zh-CN" altLang="en-US" dirty="0"/>
        </a:p>
      </dgm:t>
    </dgm:pt>
    <dgm:pt modelId="{5EF9ADF1-F3BD-7349-9CE5-3C2FA4D50D9A}" cxnId="{48E97002-2440-FE49-8177-20947FE66B19}" type="parTrans">
      <dgm:prSet/>
      <dgm:spPr/>
      <dgm:t>
        <a:bodyPr/>
        <a:lstStyle/>
        <a:p>
          <a:endParaRPr lang="zh-CN" altLang="en-US"/>
        </a:p>
      </dgm:t>
    </dgm:pt>
    <dgm:pt modelId="{67A00591-E2DD-B34F-8912-9D919D821417}" cxnId="{48E97002-2440-FE49-8177-20947FE66B19}" type="sibTrans">
      <dgm:prSet/>
      <dgm:spPr/>
      <dgm:t>
        <a:bodyPr/>
        <a:lstStyle/>
        <a:p>
          <a:endParaRPr lang="zh-CN" altLang="en-US"/>
        </a:p>
      </dgm:t>
    </dgm:pt>
    <dgm:pt modelId="{EADF001D-CD1D-5348-9CC8-D0FB1389BB3E}">
      <dgm:prSet phldrT="[文本]"/>
      <dgm:spPr/>
      <dgm:t>
        <a:bodyPr/>
        <a:lstStyle/>
        <a:p>
          <a:r>
            <a:rPr lang="zh-CN" altLang="en-US" dirty="0" smtClean="0"/>
            <a:t>下达</a:t>
          </a:r>
          <a:endParaRPr lang="zh-CN" altLang="en-US" dirty="0"/>
        </a:p>
      </dgm:t>
    </dgm:pt>
    <dgm:pt modelId="{50165210-B9EB-6244-A81E-97E0E5081691}" cxnId="{941395E0-9DD4-2746-B958-998CC4BDA79F}" type="parTrans">
      <dgm:prSet/>
      <dgm:spPr/>
      <dgm:t>
        <a:bodyPr/>
        <a:lstStyle/>
        <a:p>
          <a:endParaRPr lang="zh-CN" altLang="en-US"/>
        </a:p>
      </dgm:t>
    </dgm:pt>
    <dgm:pt modelId="{403D141A-CA5F-2D46-85C0-381FC8EF04D8}" cxnId="{941395E0-9DD4-2746-B958-998CC4BDA79F}" type="sibTrans">
      <dgm:prSet/>
      <dgm:spPr/>
      <dgm:t>
        <a:bodyPr/>
        <a:lstStyle/>
        <a:p>
          <a:endParaRPr lang="zh-CN" altLang="en-US"/>
        </a:p>
      </dgm:t>
    </dgm:pt>
    <dgm:pt modelId="{D4F9A66D-4165-A742-A1D7-5333B8171D49}">
      <dgm:prSet phldrT="[文本]"/>
      <dgm:spPr/>
      <dgm:t>
        <a:bodyPr/>
        <a:lstStyle/>
        <a:p>
          <a:r>
            <a:rPr lang="zh-CN" altLang="en-US" dirty="0" smtClean="0"/>
            <a:t>同时上报直接上级机关</a:t>
          </a:r>
          <a:endParaRPr lang="zh-CN" altLang="en-US" dirty="0"/>
        </a:p>
      </dgm:t>
    </dgm:pt>
    <dgm:pt modelId="{3A9AFA48-EED3-4E43-B8B6-991DAFC45515}" cxnId="{E8F0CD48-2CA3-304F-AD44-D89038EFD2D5}" type="parTrans">
      <dgm:prSet/>
      <dgm:spPr/>
      <dgm:t>
        <a:bodyPr/>
        <a:lstStyle/>
        <a:p>
          <a:endParaRPr lang="zh-CN" altLang="en-US"/>
        </a:p>
      </dgm:t>
    </dgm:pt>
    <dgm:pt modelId="{ECD42055-1F4F-F74E-87E9-AB1D24EB25DC}" cxnId="{E8F0CD48-2CA3-304F-AD44-D89038EFD2D5}" type="sibTrans">
      <dgm:prSet/>
      <dgm:spPr/>
      <dgm:t>
        <a:bodyPr/>
        <a:lstStyle/>
        <a:p>
          <a:endParaRPr lang="zh-CN" altLang="en-US"/>
        </a:p>
      </dgm:t>
    </dgm:pt>
    <dgm:pt modelId="{F4225EFC-6978-AB46-A1E0-B4C05EC6FC88}">
      <dgm:prSet phldrT="[文本]"/>
      <dgm:spPr/>
      <dgm:t>
        <a:bodyPr/>
        <a:lstStyle/>
        <a:p>
          <a:r>
            <a:rPr lang="zh-CN" altLang="en-US" dirty="0" smtClean="0"/>
            <a:t>按事项类别、性质的要求确定知悉范围，并提出传达、接触、复制的特别要求</a:t>
          </a:r>
          <a:endParaRPr lang="zh-CN" altLang="en-US" dirty="0"/>
        </a:p>
      </dgm:t>
    </dgm:pt>
    <dgm:pt modelId="{D80409C5-CD18-694C-9B18-9456CEA67477}" cxnId="{B88C1882-89D0-AB41-B893-FC5E7176F2AF}" type="parTrans">
      <dgm:prSet/>
      <dgm:spPr/>
      <dgm:t>
        <a:bodyPr/>
        <a:lstStyle/>
        <a:p>
          <a:endParaRPr lang="zh-CN" altLang="en-US"/>
        </a:p>
      </dgm:t>
    </dgm:pt>
    <dgm:pt modelId="{4224E08B-DA3A-F545-B4CC-3310802B0D13}" cxnId="{B88C1882-89D0-AB41-B893-FC5E7176F2AF}" type="sibTrans">
      <dgm:prSet/>
      <dgm:spPr/>
      <dgm:t>
        <a:bodyPr/>
        <a:lstStyle/>
        <a:p>
          <a:endParaRPr lang="zh-CN" altLang="en-US"/>
        </a:p>
      </dgm:t>
    </dgm:pt>
    <dgm:pt modelId="{01A32689-600F-E54D-BAB7-4A91A38FF55E}" type="pres">
      <dgm:prSet presAssocID="{CAC63CA6-B527-3C4A-A06E-2D8372134557}" presName="linear" presStyleCnt="0">
        <dgm:presLayoutVars>
          <dgm:animLvl val="lvl"/>
          <dgm:resizeHandles val="exact"/>
        </dgm:presLayoutVars>
      </dgm:prSet>
      <dgm:spPr/>
      <dgm:t>
        <a:bodyPr/>
        <a:lstStyle/>
        <a:p>
          <a:endParaRPr lang="zh-CN" altLang="en-US"/>
        </a:p>
      </dgm:t>
    </dgm:pt>
    <dgm:pt modelId="{D7B953AF-BB4A-4E40-A374-D4BEF16A7EC8}" type="pres">
      <dgm:prSet presAssocID="{F23DDC1D-6E4F-3A44-B35B-9F3138FEDD86}" presName="parentText" presStyleLbl="node1" presStyleIdx="0" presStyleCnt="2">
        <dgm:presLayoutVars>
          <dgm:chMax val="0"/>
          <dgm:bulletEnabled val="1"/>
        </dgm:presLayoutVars>
      </dgm:prSet>
      <dgm:spPr/>
      <dgm:t>
        <a:bodyPr/>
        <a:lstStyle/>
        <a:p>
          <a:endParaRPr lang="zh-CN" altLang="en-US"/>
        </a:p>
      </dgm:t>
    </dgm:pt>
    <dgm:pt modelId="{A985819E-D31B-154C-8DF3-63E7F82C4A92}" type="pres">
      <dgm:prSet presAssocID="{F23DDC1D-6E4F-3A44-B35B-9F3138FEDD86}" presName="childText" presStyleLbl="revTx" presStyleIdx="0" presStyleCnt="2">
        <dgm:presLayoutVars>
          <dgm:bulletEnabled val="1"/>
        </dgm:presLayoutVars>
      </dgm:prSet>
      <dgm:spPr/>
      <dgm:t>
        <a:bodyPr/>
        <a:lstStyle/>
        <a:p>
          <a:endParaRPr lang="zh-CN" altLang="en-US"/>
        </a:p>
      </dgm:t>
    </dgm:pt>
    <dgm:pt modelId="{D3720C1D-5328-374E-9910-4B9B301FB7FB}" type="pres">
      <dgm:prSet presAssocID="{EADF001D-CD1D-5348-9CC8-D0FB1389BB3E}" presName="parentText" presStyleLbl="node1" presStyleIdx="1" presStyleCnt="2">
        <dgm:presLayoutVars>
          <dgm:chMax val="0"/>
          <dgm:bulletEnabled val="1"/>
        </dgm:presLayoutVars>
      </dgm:prSet>
      <dgm:spPr/>
      <dgm:t>
        <a:bodyPr/>
        <a:lstStyle/>
        <a:p>
          <a:endParaRPr lang="zh-CN" altLang="en-US"/>
        </a:p>
      </dgm:t>
    </dgm:pt>
    <dgm:pt modelId="{0DA2DE2C-4703-9044-B7E3-CB94E1B1303E}" type="pres">
      <dgm:prSet presAssocID="{EADF001D-CD1D-5348-9CC8-D0FB1389BB3E}" presName="childText" presStyleLbl="revTx" presStyleIdx="1" presStyleCnt="2">
        <dgm:presLayoutVars>
          <dgm:bulletEnabled val="1"/>
        </dgm:presLayoutVars>
      </dgm:prSet>
      <dgm:spPr/>
      <dgm:t>
        <a:bodyPr/>
        <a:lstStyle/>
        <a:p>
          <a:endParaRPr lang="zh-CN" altLang="en-US"/>
        </a:p>
      </dgm:t>
    </dgm:pt>
  </dgm:ptLst>
  <dgm:cxnLst>
    <dgm:cxn modelId="{E8F0CD48-2CA3-304F-AD44-D89038EFD2D5}" srcId="{EADF001D-CD1D-5348-9CC8-D0FB1389BB3E}" destId="{D4F9A66D-4165-A742-A1D7-5333B8171D49}" srcOrd="0" destOrd="0" parTransId="{3A9AFA48-EED3-4E43-B8B6-991DAFC45515}" sibTransId="{ECD42055-1F4F-F74E-87E9-AB1D24EB25DC}"/>
    <dgm:cxn modelId="{265C94CD-A165-6C49-BB21-CD65FF5DFA7D}" srcId="{CAC63CA6-B527-3C4A-A06E-2D8372134557}" destId="{F23DDC1D-6E4F-3A44-B35B-9F3138FEDD86}" srcOrd="0" destOrd="0" parTransId="{44E3EF81-C910-EA48-9203-948C70CEE57F}" sibTransId="{E02B053D-AFA0-1D48-B66F-BF6BEDED6020}"/>
    <dgm:cxn modelId="{003D8547-F463-934A-95BC-CF9EA529C49B}" type="presOf" srcId="{F23DDC1D-6E4F-3A44-B35B-9F3138FEDD86}" destId="{D7B953AF-BB4A-4E40-A374-D4BEF16A7EC8}" srcOrd="0" destOrd="0" presId="urn:microsoft.com/office/officeart/2005/8/layout/vList2"/>
    <dgm:cxn modelId="{9A11412B-7634-1441-AA06-8A29E6387F65}" type="presOf" srcId="{EADF001D-CD1D-5348-9CC8-D0FB1389BB3E}" destId="{D3720C1D-5328-374E-9910-4B9B301FB7FB}" srcOrd="0" destOrd="0" presId="urn:microsoft.com/office/officeart/2005/8/layout/vList2"/>
    <dgm:cxn modelId="{90138378-A44C-BA47-9620-507F074D851E}" type="presOf" srcId="{D4F9A66D-4165-A742-A1D7-5333B8171D49}" destId="{0DA2DE2C-4703-9044-B7E3-CB94E1B1303E}" srcOrd="0" destOrd="0" presId="urn:microsoft.com/office/officeart/2005/8/layout/vList2"/>
    <dgm:cxn modelId="{48E97002-2440-FE49-8177-20947FE66B19}" srcId="{F23DDC1D-6E4F-3A44-B35B-9F3138FEDD86}" destId="{F62639E5-984A-654B-B73E-14622ADD1CF7}" srcOrd="0" destOrd="0" parTransId="{5EF9ADF1-F3BD-7349-9CE5-3C2FA4D50D9A}" sibTransId="{67A00591-E2DD-B34F-8912-9D919D821417}"/>
    <dgm:cxn modelId="{4BED7C50-3471-C242-A7AB-EFB5D1BB257D}" type="presOf" srcId="{F4225EFC-6978-AB46-A1E0-B4C05EC6FC88}" destId="{0DA2DE2C-4703-9044-B7E3-CB94E1B1303E}" srcOrd="0" destOrd="1" presId="urn:microsoft.com/office/officeart/2005/8/layout/vList2"/>
    <dgm:cxn modelId="{941395E0-9DD4-2746-B958-998CC4BDA79F}" srcId="{CAC63CA6-B527-3C4A-A06E-2D8372134557}" destId="{EADF001D-CD1D-5348-9CC8-D0FB1389BB3E}" srcOrd="1" destOrd="0" parTransId="{50165210-B9EB-6244-A81E-97E0E5081691}" sibTransId="{403D141A-CA5F-2D46-85C0-381FC8EF04D8}"/>
    <dgm:cxn modelId="{E6537569-FF0D-7645-AA36-3828E9A5EF0C}" type="presOf" srcId="{F62639E5-984A-654B-B73E-14622ADD1CF7}" destId="{A985819E-D31B-154C-8DF3-63E7F82C4A92}" srcOrd="0" destOrd="0" presId="urn:microsoft.com/office/officeart/2005/8/layout/vList2"/>
    <dgm:cxn modelId="{B88C1882-89D0-AB41-B893-FC5E7176F2AF}" srcId="{EADF001D-CD1D-5348-9CC8-D0FB1389BB3E}" destId="{F4225EFC-6978-AB46-A1E0-B4C05EC6FC88}" srcOrd="1" destOrd="0" parTransId="{D80409C5-CD18-694C-9B18-9456CEA67477}" sibTransId="{4224E08B-DA3A-F545-B4CC-3310802B0D13}"/>
    <dgm:cxn modelId="{7224B21D-D5D5-F746-8B54-B96EEAAEA0A6}" type="presOf" srcId="{CAC63CA6-B527-3C4A-A06E-2D8372134557}" destId="{01A32689-600F-E54D-BAB7-4A91A38FF55E}" srcOrd="0" destOrd="0" presId="urn:microsoft.com/office/officeart/2005/8/layout/vList2"/>
    <dgm:cxn modelId="{3D33A43F-20F0-8D4E-A08F-BB59CB5DE295}" type="presParOf" srcId="{01A32689-600F-E54D-BAB7-4A91A38FF55E}" destId="{D7B953AF-BB4A-4E40-A374-D4BEF16A7EC8}" srcOrd="0" destOrd="0" presId="urn:microsoft.com/office/officeart/2005/8/layout/vList2"/>
    <dgm:cxn modelId="{3B6D4936-A585-7B40-96A2-96B16F55FF9E}" type="presParOf" srcId="{01A32689-600F-E54D-BAB7-4A91A38FF55E}" destId="{A985819E-D31B-154C-8DF3-63E7F82C4A92}" srcOrd="1" destOrd="0" presId="urn:microsoft.com/office/officeart/2005/8/layout/vList2"/>
    <dgm:cxn modelId="{61BC7DC1-6B7A-B84F-BF84-37A05D4A0DF0}" type="presParOf" srcId="{01A32689-600F-E54D-BAB7-4A91A38FF55E}" destId="{D3720C1D-5328-374E-9910-4B9B301FB7FB}" srcOrd="2" destOrd="0" presId="urn:microsoft.com/office/officeart/2005/8/layout/vList2"/>
    <dgm:cxn modelId="{FB6DE591-FC78-2B44-AA0A-D68561043847}" type="presParOf" srcId="{01A32689-600F-E54D-BAB7-4A91A38FF55E}" destId="{0DA2DE2C-4703-9044-B7E3-CB94E1B1303E}" srcOrd="3"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2B70BA5D-A903-D944-8DCC-DC1DC85A909C}" type="doc">
      <dgm:prSet loTypeId="urn:microsoft.com/office/officeart/2005/8/layout/chevron2" loCatId="" qsTypeId="urn:microsoft.com/office/officeart/2005/8/quickstyle/simple4" qsCatId="simple" csTypeId="urn:microsoft.com/office/officeart/2005/8/colors/accent1_2" csCatId="accent1" phldr="1"/>
      <dgm:spPr/>
      <dgm:t>
        <a:bodyPr/>
        <a:lstStyle/>
        <a:p>
          <a:endParaRPr lang="zh-CN" altLang="en-US"/>
        </a:p>
      </dgm:t>
    </dgm:pt>
    <dgm:pt modelId="{E8B9314B-91A3-3749-9022-11E2B54C737B}">
      <dgm:prSet phldrT="[文本]"/>
      <dgm:spPr/>
      <dgm:t>
        <a:bodyPr/>
        <a:lstStyle/>
        <a:p>
          <a:r>
            <a:rPr lang="zh-CN" altLang="en-US" dirty="0" smtClean="0"/>
            <a:t>绝密级</a:t>
          </a:r>
          <a:endParaRPr lang="zh-CN" altLang="en-US" dirty="0"/>
        </a:p>
      </dgm:t>
    </dgm:pt>
    <dgm:pt modelId="{7523C7FA-3A26-DE4A-87D6-1C07E4CB9A1C}" cxnId="{B9825AE0-CBC6-B849-AFDF-A1E73B8EB40C}" type="parTrans">
      <dgm:prSet/>
      <dgm:spPr/>
      <dgm:t>
        <a:bodyPr/>
        <a:lstStyle/>
        <a:p>
          <a:endParaRPr lang="zh-CN" altLang="en-US"/>
        </a:p>
      </dgm:t>
    </dgm:pt>
    <dgm:pt modelId="{858663BC-6BD5-D944-B700-21DDFBE56342}" cxnId="{B9825AE0-CBC6-B849-AFDF-A1E73B8EB40C}" type="sibTrans">
      <dgm:prSet/>
      <dgm:spPr/>
      <dgm:t>
        <a:bodyPr/>
        <a:lstStyle/>
        <a:p>
          <a:endParaRPr lang="zh-CN" altLang="en-US"/>
        </a:p>
      </dgm:t>
    </dgm:pt>
    <dgm:pt modelId="{4A227A6B-5D30-1045-B3C7-FBBDFE080AC5}">
      <dgm:prSet phldrT="[文本]"/>
      <dgm:spPr/>
      <dgm:t>
        <a:bodyPr/>
        <a:lstStyle/>
        <a:p>
          <a:r>
            <a:rPr lang="zh-CN" altLang="en-US" dirty="0" smtClean="0"/>
            <a:t>主要领导、主管领导直接掌握和控制知悉范围</a:t>
          </a:r>
          <a:endParaRPr lang="zh-CN" altLang="en-US" dirty="0"/>
        </a:p>
      </dgm:t>
    </dgm:pt>
    <dgm:pt modelId="{BC80ADBF-EA41-A941-A9B5-22C7C74E391E}" cxnId="{E79582FD-B43B-634A-BA85-7D6534477F86}" type="parTrans">
      <dgm:prSet/>
      <dgm:spPr/>
      <dgm:t>
        <a:bodyPr/>
        <a:lstStyle/>
        <a:p>
          <a:endParaRPr lang="zh-CN" altLang="en-US"/>
        </a:p>
      </dgm:t>
    </dgm:pt>
    <dgm:pt modelId="{63EC0C5A-2571-9D4F-87F3-38C0B0423641}" cxnId="{E79582FD-B43B-634A-BA85-7D6534477F86}" type="sibTrans">
      <dgm:prSet/>
      <dgm:spPr/>
      <dgm:t>
        <a:bodyPr/>
        <a:lstStyle/>
        <a:p>
          <a:endParaRPr lang="zh-CN" altLang="en-US"/>
        </a:p>
      </dgm:t>
    </dgm:pt>
    <dgm:pt modelId="{D6D88F0A-75D2-4747-8067-CF37D43416A0}">
      <dgm:prSet phldrT="[文本]"/>
      <dgm:spPr/>
      <dgm:t>
        <a:bodyPr/>
        <a:lstStyle/>
        <a:p>
          <a:r>
            <a:rPr lang="zh-CN" altLang="en-US" dirty="0" smtClean="0"/>
            <a:t>明确到具体人员、不准复制</a:t>
          </a:r>
          <a:endParaRPr lang="zh-CN" altLang="en-US" dirty="0"/>
        </a:p>
      </dgm:t>
    </dgm:pt>
    <dgm:pt modelId="{533E5CD8-41D0-F74C-AD26-238B94F57C4A}" cxnId="{62369310-4E24-934A-85C8-081CD44A719D}" type="parTrans">
      <dgm:prSet/>
      <dgm:spPr/>
      <dgm:t>
        <a:bodyPr/>
        <a:lstStyle/>
        <a:p>
          <a:endParaRPr lang="zh-CN" altLang="en-US"/>
        </a:p>
      </dgm:t>
    </dgm:pt>
    <dgm:pt modelId="{047CB517-9A23-D54A-B6C5-FF21683CED69}" cxnId="{62369310-4E24-934A-85C8-081CD44A719D}" type="sibTrans">
      <dgm:prSet/>
      <dgm:spPr/>
      <dgm:t>
        <a:bodyPr/>
        <a:lstStyle/>
        <a:p>
          <a:endParaRPr lang="zh-CN" altLang="en-US"/>
        </a:p>
      </dgm:t>
    </dgm:pt>
    <dgm:pt modelId="{FAC08005-EABB-C54D-9470-540A836507CE}">
      <dgm:prSet phldrT="[文本]"/>
      <dgm:spPr/>
      <dgm:t>
        <a:bodyPr/>
        <a:lstStyle/>
        <a:p>
          <a:r>
            <a:rPr lang="zh-CN" altLang="en-US" dirty="0" smtClean="0"/>
            <a:t>机密级</a:t>
          </a:r>
          <a:endParaRPr lang="zh-CN" altLang="en-US" dirty="0"/>
        </a:p>
      </dgm:t>
    </dgm:pt>
    <dgm:pt modelId="{C76A7525-C9FB-014B-8A3C-E63673A88184}" cxnId="{6E340DCC-AA71-664F-AADA-05DA62E15C71}" type="parTrans">
      <dgm:prSet/>
      <dgm:spPr/>
      <dgm:t>
        <a:bodyPr/>
        <a:lstStyle/>
        <a:p>
          <a:endParaRPr lang="zh-CN" altLang="en-US"/>
        </a:p>
      </dgm:t>
    </dgm:pt>
    <dgm:pt modelId="{6019C718-062E-FC4F-8B26-5A318B5B93EC}" cxnId="{6E340DCC-AA71-664F-AADA-05DA62E15C71}" type="sibTrans">
      <dgm:prSet/>
      <dgm:spPr/>
      <dgm:t>
        <a:bodyPr/>
        <a:lstStyle/>
        <a:p>
          <a:endParaRPr lang="zh-CN" altLang="en-US"/>
        </a:p>
      </dgm:t>
    </dgm:pt>
    <dgm:pt modelId="{F19F5C19-27F0-B140-ACDC-D75748E7CCDE}">
      <dgm:prSet phldrT="[文本]"/>
      <dgm:spPr/>
      <dgm:t>
        <a:bodyPr/>
        <a:lstStyle/>
        <a:p>
          <a:pPr marL="171450" marR="0" lvl="1" indent="-171450" algn="l" defTabSz="800100" rtl="0" eaLnBrk="1" fontAlgn="auto" latinLnBrk="0" hangingPunct="1">
            <a:lnSpc>
              <a:spcPct val="90000"/>
            </a:lnSpc>
            <a:spcBef>
              <a:spcPct val="0"/>
            </a:spcBef>
            <a:spcAft>
              <a:spcPct val="15000"/>
            </a:spcAft>
            <a:buClrTx/>
            <a:buSzTx/>
            <a:buFontTx/>
            <a:buNone/>
          </a:pPr>
          <a:r>
            <a:rPr lang="zh-CN" altLang="en-US" dirty="0" smtClean="0"/>
            <a:t>就传达、接触、复制等方面做出明确的许可和不许可规定</a:t>
          </a:r>
          <a:endParaRPr lang="zh-CN" altLang="en-US" dirty="0"/>
        </a:p>
      </dgm:t>
    </dgm:pt>
    <dgm:pt modelId="{3AA0F870-B22E-8C41-BD58-A558B74FC02A}" cxnId="{26CFB7BD-9B28-2B48-A0A7-15E3BBE83A74}" type="parTrans">
      <dgm:prSet/>
      <dgm:spPr/>
      <dgm:t>
        <a:bodyPr/>
        <a:lstStyle/>
        <a:p>
          <a:endParaRPr lang="zh-CN" altLang="en-US"/>
        </a:p>
      </dgm:t>
    </dgm:pt>
    <dgm:pt modelId="{1806C06D-4D80-1244-BD03-57487090F39F}" cxnId="{26CFB7BD-9B28-2B48-A0A7-15E3BBE83A74}" type="sibTrans">
      <dgm:prSet/>
      <dgm:spPr/>
      <dgm:t>
        <a:bodyPr/>
        <a:lstStyle/>
        <a:p>
          <a:endParaRPr lang="zh-CN" altLang="en-US"/>
        </a:p>
      </dgm:t>
    </dgm:pt>
    <dgm:pt modelId="{254FC84A-70F3-F74D-BE70-1ECFD91AE00B}">
      <dgm:prSet phldrT="[文本]"/>
      <dgm:spPr/>
      <dgm:t>
        <a:bodyPr/>
        <a:lstStyle/>
        <a:p>
          <a:pPr marL="171450" lvl="1" indent="0" algn="l" defTabSz="800100">
            <a:lnSpc>
              <a:spcPct val="90000"/>
            </a:lnSpc>
            <a:spcBef>
              <a:spcPct val="0"/>
            </a:spcBef>
            <a:spcAft>
              <a:spcPct val="15000"/>
            </a:spcAft>
            <a:buNone/>
          </a:pPr>
          <a:r>
            <a:rPr lang="zh-CN" altLang="en-US" dirty="0" smtClean="0"/>
            <a:t>知悉人员做出书面记录</a:t>
          </a:r>
          <a:endParaRPr lang="zh-CN" altLang="en-US" dirty="0"/>
        </a:p>
      </dgm:t>
    </dgm:pt>
    <dgm:pt modelId="{A1F30012-0426-A544-B5F3-5CB027DDA15E}" cxnId="{177E9CB6-35EB-6C4D-9931-90CCED00A848}" type="parTrans">
      <dgm:prSet/>
      <dgm:spPr/>
      <dgm:t>
        <a:bodyPr/>
        <a:lstStyle/>
        <a:p>
          <a:endParaRPr lang="zh-CN" altLang="en-US"/>
        </a:p>
      </dgm:t>
    </dgm:pt>
    <dgm:pt modelId="{CD6481C6-6251-724D-B5EA-264D1BB7E429}" cxnId="{177E9CB6-35EB-6C4D-9931-90CCED00A848}" type="sibTrans">
      <dgm:prSet/>
      <dgm:spPr/>
      <dgm:t>
        <a:bodyPr/>
        <a:lstStyle/>
        <a:p>
          <a:endParaRPr lang="zh-CN" altLang="en-US"/>
        </a:p>
      </dgm:t>
    </dgm:pt>
    <dgm:pt modelId="{2AFC1FB9-94FA-F64B-B90F-765E718C71D7}">
      <dgm:prSet phldrT="[文本]"/>
      <dgm:spPr/>
      <dgm:t>
        <a:bodyPr/>
        <a:lstStyle/>
        <a:p>
          <a:r>
            <a:rPr lang="zh-CN" altLang="en-US" dirty="0" smtClean="0"/>
            <a:t>秘密级</a:t>
          </a:r>
          <a:endParaRPr lang="zh-CN" altLang="en-US" dirty="0"/>
        </a:p>
      </dgm:t>
    </dgm:pt>
    <dgm:pt modelId="{98860D07-536D-6B48-9EEC-540C15EF442C}" cxnId="{FCC10E66-B3FB-D54A-A966-2E40BFAF88F4}" type="parTrans">
      <dgm:prSet/>
      <dgm:spPr/>
      <dgm:t>
        <a:bodyPr/>
        <a:lstStyle/>
        <a:p>
          <a:endParaRPr lang="zh-CN" altLang="en-US"/>
        </a:p>
      </dgm:t>
    </dgm:pt>
    <dgm:pt modelId="{D00B0861-7B83-744B-8142-9B82BAFC6A40}" cxnId="{FCC10E66-B3FB-D54A-A966-2E40BFAF88F4}" type="sibTrans">
      <dgm:prSet/>
      <dgm:spPr/>
      <dgm:t>
        <a:bodyPr/>
        <a:lstStyle/>
        <a:p>
          <a:endParaRPr lang="zh-CN" altLang="en-US"/>
        </a:p>
      </dgm:t>
    </dgm:pt>
    <dgm:pt modelId="{6CCCA150-F699-7047-AAAC-E169629E3089}">
      <dgm:prSet phldrT="[文本]"/>
      <dgm:spPr/>
      <dgm:t>
        <a:bodyPr/>
        <a:lstStyle/>
        <a:p>
          <a:r>
            <a:rPr lang="zh-CN" altLang="en-US" dirty="0" smtClean="0"/>
            <a:t>以事定人</a:t>
          </a:r>
          <a:endParaRPr lang="zh-CN" altLang="en-US" dirty="0"/>
        </a:p>
      </dgm:t>
    </dgm:pt>
    <dgm:pt modelId="{B765152E-4C8A-2741-ACAA-207ED7BA2931}" cxnId="{EDE98315-E5CC-8640-89CF-7481116D399C}" type="parTrans">
      <dgm:prSet/>
      <dgm:spPr/>
      <dgm:t>
        <a:bodyPr/>
        <a:lstStyle/>
        <a:p>
          <a:endParaRPr lang="zh-CN" altLang="en-US"/>
        </a:p>
      </dgm:t>
    </dgm:pt>
    <dgm:pt modelId="{F1A05957-2FD0-024C-A4A2-F8E521C63A0F}" cxnId="{EDE98315-E5CC-8640-89CF-7481116D399C}" type="sibTrans">
      <dgm:prSet/>
      <dgm:spPr/>
      <dgm:t>
        <a:bodyPr/>
        <a:lstStyle/>
        <a:p>
          <a:endParaRPr lang="zh-CN" altLang="en-US"/>
        </a:p>
      </dgm:t>
    </dgm:pt>
    <dgm:pt modelId="{0771F032-2180-024C-8CB7-7BD35DF94158}">
      <dgm:prSet phldrT="[文本]"/>
      <dgm:spPr/>
      <dgm:t>
        <a:bodyPr/>
        <a:lstStyle/>
        <a:p>
          <a:r>
            <a:rPr lang="zh-CN" altLang="en-US" dirty="0" smtClean="0"/>
            <a:t>不搞“固定模式”</a:t>
          </a:r>
          <a:endParaRPr lang="zh-CN" altLang="en-US" dirty="0"/>
        </a:p>
      </dgm:t>
    </dgm:pt>
    <dgm:pt modelId="{75D887C3-8BCD-8B45-A37D-554AA458E2CB}" cxnId="{77288C8B-6171-5A4A-8A0E-1B5F031DEA70}" type="parTrans">
      <dgm:prSet/>
      <dgm:spPr/>
      <dgm:t>
        <a:bodyPr/>
        <a:lstStyle/>
        <a:p>
          <a:endParaRPr lang="zh-CN" altLang="en-US"/>
        </a:p>
      </dgm:t>
    </dgm:pt>
    <dgm:pt modelId="{96C7D6D2-B58C-C645-B9A6-899BC108ED28}" cxnId="{77288C8B-6171-5A4A-8A0E-1B5F031DEA70}" type="sibTrans">
      <dgm:prSet/>
      <dgm:spPr/>
      <dgm:t>
        <a:bodyPr/>
        <a:lstStyle/>
        <a:p>
          <a:endParaRPr lang="zh-CN" altLang="en-US"/>
        </a:p>
      </dgm:t>
    </dgm:pt>
    <dgm:pt modelId="{1F7FABB8-0240-8345-8114-C784955AFDBA}">
      <dgm:prSet phldrT="[文本]"/>
      <dgm:spPr/>
      <dgm:t>
        <a:bodyPr/>
        <a:lstStyle/>
        <a:p>
          <a:r>
            <a:rPr lang="zh-CN" altLang="en-US" dirty="0" smtClean="0"/>
            <a:t>特殊事项，其他分管领导、同一处室其他负责人无权知悉</a:t>
          </a:r>
          <a:endParaRPr lang="zh-CN" altLang="en-US" dirty="0"/>
        </a:p>
      </dgm:t>
    </dgm:pt>
    <dgm:pt modelId="{B058437E-40D3-7644-8443-F044D9CD7F3A}" cxnId="{381FABCC-3F9E-384E-B353-6ADCBD797039}" type="parTrans">
      <dgm:prSet/>
      <dgm:spPr/>
    </dgm:pt>
    <dgm:pt modelId="{2FBC8CAB-9C28-1346-802E-BDFC208590D2}" cxnId="{381FABCC-3F9E-384E-B353-6ADCBD797039}" type="sibTrans">
      <dgm:prSet/>
      <dgm:spPr/>
    </dgm:pt>
    <dgm:pt modelId="{9713D10D-5453-1342-A025-CC7A396A97A5}" type="pres">
      <dgm:prSet presAssocID="{2B70BA5D-A903-D944-8DCC-DC1DC85A909C}" presName="linearFlow" presStyleCnt="0">
        <dgm:presLayoutVars>
          <dgm:dir/>
          <dgm:animLvl val="lvl"/>
          <dgm:resizeHandles val="exact"/>
        </dgm:presLayoutVars>
      </dgm:prSet>
      <dgm:spPr/>
      <dgm:t>
        <a:bodyPr/>
        <a:lstStyle/>
        <a:p>
          <a:endParaRPr lang="zh-CN" altLang="en-US"/>
        </a:p>
      </dgm:t>
    </dgm:pt>
    <dgm:pt modelId="{2F7677F1-9983-BF47-95AA-D7EA1E0C223A}" type="pres">
      <dgm:prSet presAssocID="{E8B9314B-91A3-3749-9022-11E2B54C737B}" presName="composite" presStyleCnt="0"/>
      <dgm:spPr/>
    </dgm:pt>
    <dgm:pt modelId="{588FE034-A54F-D24A-9B42-62857E3B55AF}" type="pres">
      <dgm:prSet presAssocID="{E8B9314B-91A3-3749-9022-11E2B54C737B}" presName="parentText" presStyleLbl="alignNode1" presStyleIdx="0" presStyleCnt="3">
        <dgm:presLayoutVars>
          <dgm:chMax val="1"/>
          <dgm:bulletEnabled val="1"/>
        </dgm:presLayoutVars>
      </dgm:prSet>
      <dgm:spPr/>
      <dgm:t>
        <a:bodyPr/>
        <a:lstStyle/>
        <a:p>
          <a:endParaRPr lang="zh-CN" altLang="en-US"/>
        </a:p>
      </dgm:t>
    </dgm:pt>
    <dgm:pt modelId="{B914E5E4-D2A4-1940-83F3-FD7646BEEF2B}" type="pres">
      <dgm:prSet presAssocID="{E8B9314B-91A3-3749-9022-11E2B54C737B}" presName="descendantText" presStyleLbl="alignAcc1" presStyleIdx="0" presStyleCnt="3">
        <dgm:presLayoutVars>
          <dgm:bulletEnabled val="1"/>
        </dgm:presLayoutVars>
      </dgm:prSet>
      <dgm:spPr/>
      <dgm:t>
        <a:bodyPr/>
        <a:lstStyle/>
        <a:p>
          <a:endParaRPr lang="zh-CN" altLang="en-US"/>
        </a:p>
      </dgm:t>
    </dgm:pt>
    <dgm:pt modelId="{71A0D06C-FBD5-1049-9D37-8E523CC4EAB1}" type="pres">
      <dgm:prSet presAssocID="{858663BC-6BD5-D944-B700-21DDFBE56342}" presName="sp" presStyleCnt="0"/>
      <dgm:spPr/>
    </dgm:pt>
    <dgm:pt modelId="{2D2ABD2A-1956-A847-8DFB-EF48D1E8F5EA}" type="pres">
      <dgm:prSet presAssocID="{FAC08005-EABB-C54D-9470-540A836507CE}" presName="composite" presStyleCnt="0"/>
      <dgm:spPr/>
    </dgm:pt>
    <dgm:pt modelId="{E73E5758-ABF1-B540-ACBA-DA597C3897A4}" type="pres">
      <dgm:prSet presAssocID="{FAC08005-EABB-C54D-9470-540A836507CE}" presName="parentText" presStyleLbl="alignNode1" presStyleIdx="1" presStyleCnt="3">
        <dgm:presLayoutVars>
          <dgm:chMax val="1"/>
          <dgm:bulletEnabled val="1"/>
        </dgm:presLayoutVars>
      </dgm:prSet>
      <dgm:spPr/>
      <dgm:t>
        <a:bodyPr/>
        <a:lstStyle/>
        <a:p>
          <a:endParaRPr lang="zh-CN" altLang="en-US"/>
        </a:p>
      </dgm:t>
    </dgm:pt>
    <dgm:pt modelId="{1054C14B-F7F4-4345-942F-5F23F103A472}" type="pres">
      <dgm:prSet presAssocID="{FAC08005-EABB-C54D-9470-540A836507CE}" presName="descendantText" presStyleLbl="alignAcc1" presStyleIdx="1" presStyleCnt="3">
        <dgm:presLayoutVars>
          <dgm:bulletEnabled val="1"/>
        </dgm:presLayoutVars>
      </dgm:prSet>
      <dgm:spPr/>
      <dgm:t>
        <a:bodyPr/>
        <a:lstStyle/>
        <a:p>
          <a:endParaRPr lang="zh-CN" altLang="en-US"/>
        </a:p>
      </dgm:t>
    </dgm:pt>
    <dgm:pt modelId="{2A422BEB-765A-F047-80EC-1CEED8ED6A1B}" type="pres">
      <dgm:prSet presAssocID="{6019C718-062E-FC4F-8B26-5A318B5B93EC}" presName="sp" presStyleCnt="0"/>
      <dgm:spPr/>
    </dgm:pt>
    <dgm:pt modelId="{0669A5B1-3C0F-8F46-A1A2-3FB6F2721841}" type="pres">
      <dgm:prSet presAssocID="{2AFC1FB9-94FA-F64B-B90F-765E718C71D7}" presName="composite" presStyleCnt="0"/>
      <dgm:spPr/>
    </dgm:pt>
    <dgm:pt modelId="{48A12906-60E8-034C-BBF1-AA927C03CC86}" type="pres">
      <dgm:prSet presAssocID="{2AFC1FB9-94FA-F64B-B90F-765E718C71D7}" presName="parentText" presStyleLbl="alignNode1" presStyleIdx="2" presStyleCnt="3">
        <dgm:presLayoutVars>
          <dgm:chMax val="1"/>
          <dgm:bulletEnabled val="1"/>
        </dgm:presLayoutVars>
      </dgm:prSet>
      <dgm:spPr/>
      <dgm:t>
        <a:bodyPr/>
        <a:lstStyle/>
        <a:p>
          <a:endParaRPr lang="zh-CN" altLang="en-US"/>
        </a:p>
      </dgm:t>
    </dgm:pt>
    <dgm:pt modelId="{A9A371D8-53F3-6E4B-A074-CD0E6AF8CB3F}" type="pres">
      <dgm:prSet presAssocID="{2AFC1FB9-94FA-F64B-B90F-765E718C71D7}" presName="descendantText" presStyleLbl="alignAcc1" presStyleIdx="2" presStyleCnt="3">
        <dgm:presLayoutVars>
          <dgm:bulletEnabled val="1"/>
        </dgm:presLayoutVars>
      </dgm:prSet>
      <dgm:spPr/>
      <dgm:t>
        <a:bodyPr/>
        <a:lstStyle/>
        <a:p>
          <a:endParaRPr lang="zh-CN" altLang="en-US"/>
        </a:p>
      </dgm:t>
    </dgm:pt>
  </dgm:ptLst>
  <dgm:cxnLst>
    <dgm:cxn modelId="{26CFB7BD-9B28-2B48-A0A7-15E3BBE83A74}" srcId="{FAC08005-EABB-C54D-9470-540A836507CE}" destId="{F19F5C19-27F0-B140-ACDC-D75748E7CCDE}" srcOrd="0" destOrd="0" parTransId="{3AA0F870-B22E-8C41-BD58-A558B74FC02A}" sibTransId="{1806C06D-4D80-1244-BD03-57487090F39F}"/>
    <dgm:cxn modelId="{4551A126-3DE8-AD43-9236-7286AC8367CE}" type="presOf" srcId="{254FC84A-70F3-F74D-BE70-1ECFD91AE00B}" destId="{1054C14B-F7F4-4345-942F-5F23F103A472}" srcOrd="0" destOrd="1" presId="urn:microsoft.com/office/officeart/2005/8/layout/chevron2"/>
    <dgm:cxn modelId="{392CB252-47FF-C643-A76D-487855D6BC49}" type="presOf" srcId="{2AFC1FB9-94FA-F64B-B90F-765E718C71D7}" destId="{48A12906-60E8-034C-BBF1-AA927C03CC86}" srcOrd="0" destOrd="0" presId="urn:microsoft.com/office/officeart/2005/8/layout/chevron2"/>
    <dgm:cxn modelId="{381FABCC-3F9E-384E-B353-6ADCBD797039}" srcId="{E8B9314B-91A3-3749-9022-11E2B54C737B}" destId="{1F7FABB8-0240-8345-8114-C784955AFDBA}" srcOrd="2" destOrd="0" parTransId="{B058437E-40D3-7644-8443-F044D9CD7F3A}" sibTransId="{2FBC8CAB-9C28-1346-802E-BDFC208590D2}"/>
    <dgm:cxn modelId="{103DBDBC-E07B-2749-8AFE-2943E53F5C9B}" type="presOf" srcId="{F19F5C19-27F0-B140-ACDC-D75748E7CCDE}" destId="{1054C14B-F7F4-4345-942F-5F23F103A472}" srcOrd="0" destOrd="0" presId="urn:microsoft.com/office/officeart/2005/8/layout/chevron2"/>
    <dgm:cxn modelId="{77288C8B-6171-5A4A-8A0E-1B5F031DEA70}" srcId="{2AFC1FB9-94FA-F64B-B90F-765E718C71D7}" destId="{0771F032-2180-024C-8CB7-7BD35DF94158}" srcOrd="1" destOrd="0" parTransId="{75D887C3-8BCD-8B45-A37D-554AA458E2CB}" sibTransId="{96C7D6D2-B58C-C645-B9A6-899BC108ED28}"/>
    <dgm:cxn modelId="{62369310-4E24-934A-85C8-081CD44A719D}" srcId="{E8B9314B-91A3-3749-9022-11E2B54C737B}" destId="{D6D88F0A-75D2-4747-8067-CF37D43416A0}" srcOrd="1" destOrd="0" parTransId="{533E5CD8-41D0-F74C-AD26-238B94F57C4A}" sibTransId="{047CB517-9A23-D54A-B6C5-FF21683CED69}"/>
    <dgm:cxn modelId="{177E9CB6-35EB-6C4D-9931-90CCED00A848}" srcId="{FAC08005-EABB-C54D-9470-540A836507CE}" destId="{254FC84A-70F3-F74D-BE70-1ECFD91AE00B}" srcOrd="1" destOrd="0" parTransId="{A1F30012-0426-A544-B5F3-5CB027DDA15E}" sibTransId="{CD6481C6-6251-724D-B5EA-264D1BB7E429}"/>
    <dgm:cxn modelId="{936B269B-BC6A-7944-A05F-8FE411B474B2}" type="presOf" srcId="{FAC08005-EABB-C54D-9470-540A836507CE}" destId="{E73E5758-ABF1-B540-ACBA-DA597C3897A4}" srcOrd="0" destOrd="0" presId="urn:microsoft.com/office/officeart/2005/8/layout/chevron2"/>
    <dgm:cxn modelId="{A36FFFB9-08E6-5345-AA3F-69D599E90CFD}" type="presOf" srcId="{0771F032-2180-024C-8CB7-7BD35DF94158}" destId="{A9A371D8-53F3-6E4B-A074-CD0E6AF8CB3F}" srcOrd="0" destOrd="1" presId="urn:microsoft.com/office/officeart/2005/8/layout/chevron2"/>
    <dgm:cxn modelId="{1FE27216-9B40-6647-BB79-38489D1D4237}" type="presOf" srcId="{4A227A6B-5D30-1045-B3C7-FBBDFE080AC5}" destId="{B914E5E4-D2A4-1940-83F3-FD7646BEEF2B}" srcOrd="0" destOrd="0" presId="urn:microsoft.com/office/officeart/2005/8/layout/chevron2"/>
    <dgm:cxn modelId="{3442E879-3841-824E-9FF3-C176A1BC7295}" type="presOf" srcId="{E8B9314B-91A3-3749-9022-11E2B54C737B}" destId="{588FE034-A54F-D24A-9B42-62857E3B55AF}" srcOrd="0" destOrd="0" presId="urn:microsoft.com/office/officeart/2005/8/layout/chevron2"/>
    <dgm:cxn modelId="{6E340DCC-AA71-664F-AADA-05DA62E15C71}" srcId="{2B70BA5D-A903-D944-8DCC-DC1DC85A909C}" destId="{FAC08005-EABB-C54D-9470-540A836507CE}" srcOrd="1" destOrd="0" parTransId="{C76A7525-C9FB-014B-8A3C-E63673A88184}" sibTransId="{6019C718-062E-FC4F-8B26-5A318B5B93EC}"/>
    <dgm:cxn modelId="{B9825AE0-CBC6-B849-AFDF-A1E73B8EB40C}" srcId="{2B70BA5D-A903-D944-8DCC-DC1DC85A909C}" destId="{E8B9314B-91A3-3749-9022-11E2B54C737B}" srcOrd="0" destOrd="0" parTransId="{7523C7FA-3A26-DE4A-87D6-1C07E4CB9A1C}" sibTransId="{858663BC-6BD5-D944-B700-21DDFBE56342}"/>
    <dgm:cxn modelId="{E79582FD-B43B-634A-BA85-7D6534477F86}" srcId="{E8B9314B-91A3-3749-9022-11E2B54C737B}" destId="{4A227A6B-5D30-1045-B3C7-FBBDFE080AC5}" srcOrd="0" destOrd="0" parTransId="{BC80ADBF-EA41-A941-A9B5-22C7C74E391E}" sibTransId="{63EC0C5A-2571-9D4F-87F3-38C0B0423641}"/>
    <dgm:cxn modelId="{FCC10E66-B3FB-D54A-A966-2E40BFAF88F4}" srcId="{2B70BA5D-A903-D944-8DCC-DC1DC85A909C}" destId="{2AFC1FB9-94FA-F64B-B90F-765E718C71D7}" srcOrd="2" destOrd="0" parTransId="{98860D07-536D-6B48-9EEC-540C15EF442C}" sibTransId="{D00B0861-7B83-744B-8142-9B82BAFC6A40}"/>
    <dgm:cxn modelId="{E8F0AC1D-4E55-CB42-8352-E5E0F504C9CF}" type="presOf" srcId="{2B70BA5D-A903-D944-8DCC-DC1DC85A909C}" destId="{9713D10D-5453-1342-A025-CC7A396A97A5}" srcOrd="0" destOrd="0" presId="urn:microsoft.com/office/officeart/2005/8/layout/chevron2"/>
    <dgm:cxn modelId="{57F2829D-7DCC-0742-8569-36A70D1C11C1}" type="presOf" srcId="{D6D88F0A-75D2-4747-8067-CF37D43416A0}" destId="{B914E5E4-D2A4-1940-83F3-FD7646BEEF2B}" srcOrd="0" destOrd="1" presId="urn:microsoft.com/office/officeart/2005/8/layout/chevron2"/>
    <dgm:cxn modelId="{C7BFF8A1-166A-394F-9E77-14A40FA3B0BC}" type="presOf" srcId="{6CCCA150-F699-7047-AAAC-E169629E3089}" destId="{A9A371D8-53F3-6E4B-A074-CD0E6AF8CB3F}" srcOrd="0" destOrd="0" presId="urn:microsoft.com/office/officeart/2005/8/layout/chevron2"/>
    <dgm:cxn modelId="{931A0F1A-95D3-B843-A18C-816C10C5EC75}" type="presOf" srcId="{1F7FABB8-0240-8345-8114-C784955AFDBA}" destId="{B914E5E4-D2A4-1940-83F3-FD7646BEEF2B}" srcOrd="0" destOrd="2" presId="urn:microsoft.com/office/officeart/2005/8/layout/chevron2"/>
    <dgm:cxn modelId="{EDE98315-E5CC-8640-89CF-7481116D399C}" srcId="{2AFC1FB9-94FA-F64B-B90F-765E718C71D7}" destId="{6CCCA150-F699-7047-AAAC-E169629E3089}" srcOrd="0" destOrd="0" parTransId="{B765152E-4C8A-2741-ACAA-207ED7BA2931}" sibTransId="{F1A05957-2FD0-024C-A4A2-F8E521C63A0F}"/>
    <dgm:cxn modelId="{D769FBD4-BC62-0A44-8559-9B585AB2102A}" type="presParOf" srcId="{9713D10D-5453-1342-A025-CC7A396A97A5}" destId="{2F7677F1-9983-BF47-95AA-D7EA1E0C223A}" srcOrd="0" destOrd="0" presId="urn:microsoft.com/office/officeart/2005/8/layout/chevron2"/>
    <dgm:cxn modelId="{572D7B8A-F2B6-1246-B54D-0CB0202CAF66}" type="presParOf" srcId="{2F7677F1-9983-BF47-95AA-D7EA1E0C223A}" destId="{588FE034-A54F-D24A-9B42-62857E3B55AF}" srcOrd="0" destOrd="0" presId="urn:microsoft.com/office/officeart/2005/8/layout/chevron2"/>
    <dgm:cxn modelId="{C0508C53-3C7A-2C44-A2F4-ED90A09A6376}" type="presParOf" srcId="{2F7677F1-9983-BF47-95AA-D7EA1E0C223A}" destId="{B914E5E4-D2A4-1940-83F3-FD7646BEEF2B}" srcOrd="1" destOrd="0" presId="urn:microsoft.com/office/officeart/2005/8/layout/chevron2"/>
    <dgm:cxn modelId="{86EDF07D-3486-BD44-AF57-1BA2ADA41D05}" type="presParOf" srcId="{9713D10D-5453-1342-A025-CC7A396A97A5}" destId="{71A0D06C-FBD5-1049-9D37-8E523CC4EAB1}" srcOrd="1" destOrd="0" presId="urn:microsoft.com/office/officeart/2005/8/layout/chevron2"/>
    <dgm:cxn modelId="{7D1D8E2E-7B9C-234D-AEE0-D5E3D4A3C872}" type="presParOf" srcId="{9713D10D-5453-1342-A025-CC7A396A97A5}" destId="{2D2ABD2A-1956-A847-8DFB-EF48D1E8F5EA}" srcOrd="2" destOrd="0" presId="urn:microsoft.com/office/officeart/2005/8/layout/chevron2"/>
    <dgm:cxn modelId="{D4C5BA70-9DB2-5041-995D-B73CF1FA05E9}" type="presParOf" srcId="{2D2ABD2A-1956-A847-8DFB-EF48D1E8F5EA}" destId="{E73E5758-ABF1-B540-ACBA-DA597C3897A4}" srcOrd="0" destOrd="0" presId="urn:microsoft.com/office/officeart/2005/8/layout/chevron2"/>
    <dgm:cxn modelId="{B670F183-BF72-EB49-962F-C974454A0441}" type="presParOf" srcId="{2D2ABD2A-1956-A847-8DFB-EF48D1E8F5EA}" destId="{1054C14B-F7F4-4345-942F-5F23F103A472}" srcOrd="1" destOrd="0" presId="urn:microsoft.com/office/officeart/2005/8/layout/chevron2"/>
    <dgm:cxn modelId="{BB980A03-EDDA-0F42-B0A0-CCADDB454A1E}" type="presParOf" srcId="{9713D10D-5453-1342-A025-CC7A396A97A5}" destId="{2A422BEB-765A-F047-80EC-1CEED8ED6A1B}" srcOrd="3" destOrd="0" presId="urn:microsoft.com/office/officeart/2005/8/layout/chevron2"/>
    <dgm:cxn modelId="{1462B9FD-B0B2-6940-8420-375F839CFA5B}" type="presParOf" srcId="{9713D10D-5453-1342-A025-CC7A396A97A5}" destId="{0669A5B1-3C0F-8F46-A1A2-3FB6F2721841}" srcOrd="4" destOrd="0" presId="urn:microsoft.com/office/officeart/2005/8/layout/chevron2"/>
    <dgm:cxn modelId="{BD78098F-06D2-DF41-AA13-E5E324381B29}" type="presParOf" srcId="{0669A5B1-3C0F-8F46-A1A2-3FB6F2721841}" destId="{48A12906-60E8-034C-BBF1-AA927C03CC86}" srcOrd="0" destOrd="0" presId="urn:microsoft.com/office/officeart/2005/8/layout/chevron2"/>
    <dgm:cxn modelId="{DFA0380F-0E8A-124A-9CCE-8627B0F0DF11}" type="presParOf" srcId="{0669A5B1-3C0F-8F46-A1A2-3FB6F2721841}" destId="{A9A371D8-53F3-6E4B-A074-CD0E6AF8CB3F}" srcOrd="1" destOrd="0" presId="urn:microsoft.com/office/officeart/2005/8/layout/chevron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B75F09AC-DBC4-E24A-AAE1-5D165319AD0D}" type="doc">
      <dgm:prSet loTypeId="urn:microsoft.com/office/officeart/2008/layout/LinedList" loCatId="" qsTypeId="urn:microsoft.com/office/officeart/2005/8/quickstyle/simple4" qsCatId="simple" csTypeId="urn:microsoft.com/office/officeart/2005/8/colors/accent1_2" csCatId="accent1" phldr="1"/>
      <dgm:spPr/>
      <dgm:t>
        <a:bodyPr/>
        <a:lstStyle/>
        <a:p>
          <a:endParaRPr lang="zh-CN" altLang="en-US"/>
        </a:p>
      </dgm:t>
    </dgm:pt>
    <dgm:pt modelId="{3680F03D-59CE-0247-BCCA-25CB958610D8}">
      <dgm:prSet phldrT="[文本]"/>
      <dgm:spPr/>
      <dgm:t>
        <a:bodyPr/>
        <a:lstStyle/>
        <a:p>
          <a:r>
            <a:rPr lang="zh-CN" altLang="en-US" dirty="0" smtClean="0"/>
            <a:t>时限规范</a:t>
          </a:r>
          <a:endParaRPr lang="zh-CN" altLang="en-US" dirty="0"/>
        </a:p>
      </dgm:t>
    </dgm:pt>
    <dgm:pt modelId="{E9FBE2C5-EBFA-E444-B731-097081986377}" cxnId="{FE10B1F7-08D8-8B46-9639-A0597D827BC7}" type="parTrans">
      <dgm:prSet/>
      <dgm:spPr/>
      <dgm:t>
        <a:bodyPr/>
        <a:lstStyle/>
        <a:p>
          <a:endParaRPr lang="zh-CN" altLang="en-US"/>
        </a:p>
      </dgm:t>
    </dgm:pt>
    <dgm:pt modelId="{BCF366BE-E868-9549-A787-7206DDFE5645}" cxnId="{FE10B1F7-08D8-8B46-9639-A0597D827BC7}" type="sibTrans">
      <dgm:prSet/>
      <dgm:spPr/>
      <dgm:t>
        <a:bodyPr/>
        <a:lstStyle/>
        <a:p>
          <a:endParaRPr lang="zh-CN" altLang="en-US"/>
        </a:p>
      </dgm:t>
    </dgm:pt>
    <dgm:pt modelId="{289CDBFA-BD56-C14F-B43C-A715D4144BEE}">
      <dgm:prSet phldrT="[文本]"/>
      <dgm:spPr/>
      <dgm:t>
        <a:bodyPr/>
        <a:lstStyle/>
        <a:p>
          <a:r>
            <a:rPr lang="zh-CN" altLang="en-US" dirty="0" smtClean="0"/>
            <a:t>与密级</a:t>
          </a:r>
          <a:r>
            <a:rPr lang="zh-CN" altLang="en-US" smtClean="0"/>
            <a:t>、保密期限同时确定</a:t>
          </a:r>
          <a:endParaRPr lang="zh-CN" altLang="en-US"/>
        </a:p>
      </dgm:t>
    </dgm:pt>
    <dgm:pt modelId="{E3193A8F-2ED0-1E4C-BFE4-CB0E62F525D6}" cxnId="{35F10629-43E4-C44C-8540-B0C317B01CBF}" type="parTrans">
      <dgm:prSet/>
      <dgm:spPr/>
      <dgm:t>
        <a:bodyPr/>
        <a:lstStyle/>
        <a:p>
          <a:endParaRPr lang="zh-CN" altLang="en-US"/>
        </a:p>
      </dgm:t>
    </dgm:pt>
    <dgm:pt modelId="{B5931A6E-BF50-BE4D-920A-3D07B3B55FED}" cxnId="{35F10629-43E4-C44C-8540-B0C317B01CBF}" type="sibTrans">
      <dgm:prSet/>
      <dgm:spPr/>
      <dgm:t>
        <a:bodyPr/>
        <a:lstStyle/>
        <a:p>
          <a:endParaRPr lang="zh-CN" altLang="en-US"/>
        </a:p>
      </dgm:t>
    </dgm:pt>
    <dgm:pt modelId="{B911AD7D-2567-D447-A74B-6DAB176E5DE1}">
      <dgm:prSet/>
      <dgm:spPr/>
      <dgm:t>
        <a:bodyPr/>
        <a:lstStyle/>
        <a:p>
          <a:r>
            <a:rPr lang="zh-CN" altLang="en-US" dirty="0" smtClean="0"/>
            <a:t>方式规范</a:t>
          </a:r>
          <a:endParaRPr lang="zh-CN" altLang="en-US" dirty="0"/>
        </a:p>
      </dgm:t>
    </dgm:pt>
    <dgm:pt modelId="{359ACFD1-12F7-F04E-A406-E51DBAE9FE88}" cxnId="{5F568A29-C1FC-DF47-B598-6FF00C7D9961}" type="parTrans">
      <dgm:prSet/>
      <dgm:spPr/>
      <dgm:t>
        <a:bodyPr/>
        <a:lstStyle/>
        <a:p>
          <a:endParaRPr lang="zh-CN" altLang="en-US"/>
        </a:p>
      </dgm:t>
    </dgm:pt>
    <dgm:pt modelId="{FD98926F-C6CE-FD40-8729-58278F8F780D}" cxnId="{5F568A29-C1FC-DF47-B598-6FF00C7D9961}" type="sibTrans">
      <dgm:prSet/>
      <dgm:spPr/>
      <dgm:t>
        <a:bodyPr/>
        <a:lstStyle/>
        <a:p>
          <a:endParaRPr lang="zh-CN" altLang="en-US"/>
        </a:p>
      </dgm:t>
    </dgm:pt>
    <dgm:pt modelId="{C2F2670A-8276-9541-A8A1-F0C18D5894B5}">
      <dgm:prSet/>
      <dgm:spPr/>
      <dgm:t>
        <a:bodyPr/>
        <a:lstStyle/>
        <a:p>
          <a:r>
            <a:rPr lang="zh-CN" altLang="en-US" dirty="0" smtClean="0"/>
            <a:t>局限于本机关、</a:t>
          </a:r>
          <a:r>
            <a:rPr lang="zh-CN" altLang="en-US" smtClean="0"/>
            <a:t>本单位内部</a:t>
          </a:r>
          <a:endParaRPr lang="zh-CN" altLang="en-US"/>
        </a:p>
      </dgm:t>
    </dgm:pt>
    <dgm:pt modelId="{EF4DB47D-38AD-5749-90BC-E21B02638713}" cxnId="{124413FD-9DE2-614E-BC62-77A2E5256F0A}" type="parTrans">
      <dgm:prSet/>
      <dgm:spPr/>
      <dgm:t>
        <a:bodyPr/>
        <a:lstStyle/>
        <a:p>
          <a:endParaRPr lang="zh-CN" altLang="en-US"/>
        </a:p>
      </dgm:t>
    </dgm:pt>
    <dgm:pt modelId="{64BC8629-5473-5044-A94B-5A28BBCEAC07}" cxnId="{124413FD-9DE2-614E-BC62-77A2E5256F0A}" type="sibTrans">
      <dgm:prSet/>
      <dgm:spPr/>
      <dgm:t>
        <a:bodyPr/>
        <a:lstStyle/>
        <a:p>
          <a:endParaRPr lang="zh-CN" altLang="en-US"/>
        </a:p>
      </dgm:t>
    </dgm:pt>
    <dgm:pt modelId="{0D343716-D6C8-B347-8A65-E2BEA25E712F}">
      <dgm:prSet/>
      <dgm:spPr/>
      <dgm:t>
        <a:bodyPr/>
        <a:lstStyle/>
        <a:p>
          <a:r>
            <a:rPr lang="zh-CN" altLang="en-US" dirty="0" smtClean="0"/>
            <a:t>超出本机关、本单位直接掌握范围</a:t>
          </a:r>
          <a:endParaRPr lang="zh-CN" altLang="en-US" dirty="0"/>
        </a:p>
      </dgm:t>
    </dgm:pt>
    <dgm:pt modelId="{24CC19AC-19E5-B04F-A117-DE3B28CC906F}" cxnId="{723DCC1F-860E-D141-A143-6A73FFD887DE}" type="parTrans">
      <dgm:prSet/>
      <dgm:spPr/>
      <dgm:t>
        <a:bodyPr/>
        <a:lstStyle/>
        <a:p>
          <a:endParaRPr lang="zh-CN" altLang="en-US"/>
        </a:p>
      </dgm:t>
    </dgm:pt>
    <dgm:pt modelId="{01FCDA89-CB5F-5446-A97B-A1A7077F5A59}" cxnId="{723DCC1F-860E-D141-A143-6A73FFD887DE}" type="sibTrans">
      <dgm:prSet/>
      <dgm:spPr/>
      <dgm:t>
        <a:bodyPr/>
        <a:lstStyle/>
        <a:p>
          <a:endParaRPr lang="zh-CN" altLang="en-US"/>
        </a:p>
      </dgm:t>
    </dgm:pt>
    <dgm:pt modelId="{81E1F2A7-D46B-E14B-A88F-66DD4379CCE5}">
      <dgm:prSet/>
      <dgm:spPr/>
      <dgm:t>
        <a:bodyPr/>
        <a:lstStyle/>
        <a:p>
          <a:r>
            <a:rPr lang="zh-CN" altLang="en-US" dirty="0" smtClean="0"/>
            <a:t>无法列举知悉范围控制条件或无法预见知悉范围情形</a:t>
          </a:r>
          <a:endParaRPr lang="zh-CN" altLang="en-US" dirty="0"/>
        </a:p>
      </dgm:t>
    </dgm:pt>
    <dgm:pt modelId="{275CDAD5-A832-9E49-8FAD-C86D1E6375AE}" cxnId="{0EB3077F-4DC3-384A-8F71-3F408A5DEC8D}" type="parTrans">
      <dgm:prSet/>
      <dgm:spPr/>
      <dgm:t>
        <a:bodyPr/>
        <a:lstStyle/>
        <a:p>
          <a:endParaRPr lang="zh-CN" altLang="en-US"/>
        </a:p>
      </dgm:t>
    </dgm:pt>
    <dgm:pt modelId="{5F808E05-B63C-7E4D-B85A-6345AE6B2FBE}" cxnId="{0EB3077F-4DC3-384A-8F71-3F408A5DEC8D}" type="sibTrans">
      <dgm:prSet/>
      <dgm:spPr/>
      <dgm:t>
        <a:bodyPr/>
        <a:lstStyle/>
        <a:p>
          <a:endParaRPr lang="zh-CN" altLang="en-US"/>
        </a:p>
      </dgm:t>
    </dgm:pt>
    <dgm:pt modelId="{C88AF2EE-55FF-0141-B25A-82BF2804183E}">
      <dgm:prSet/>
      <dgm:spPr/>
      <dgm:t>
        <a:bodyPr/>
        <a:lstStyle/>
        <a:p>
          <a:r>
            <a:rPr lang="zh-CN" altLang="en-US" dirty="0" smtClean="0"/>
            <a:t>通知规范</a:t>
          </a:r>
          <a:endParaRPr lang="zh-CN" altLang="en-US" dirty="0"/>
        </a:p>
      </dgm:t>
    </dgm:pt>
    <dgm:pt modelId="{9A4C60C1-1AAA-D842-971E-F3CA0FB4E6F0}" cxnId="{F389ECBF-7E73-6D40-9250-ADC3A7AC7743}" type="parTrans">
      <dgm:prSet/>
      <dgm:spPr/>
      <dgm:t>
        <a:bodyPr/>
        <a:lstStyle/>
        <a:p>
          <a:endParaRPr lang="zh-CN" altLang="en-US"/>
        </a:p>
      </dgm:t>
    </dgm:pt>
    <dgm:pt modelId="{E5C45661-4C51-204B-9442-554DDBB358D4}" cxnId="{F389ECBF-7E73-6D40-9250-ADC3A7AC7743}" type="sibTrans">
      <dgm:prSet/>
      <dgm:spPr/>
      <dgm:t>
        <a:bodyPr/>
        <a:lstStyle/>
        <a:p>
          <a:endParaRPr lang="zh-CN" altLang="en-US"/>
        </a:p>
      </dgm:t>
    </dgm:pt>
    <dgm:pt modelId="{9E402EBE-8F54-A042-B84F-861D9A5C535B}">
      <dgm:prSet/>
      <dgm:spPr/>
      <dgm:t>
        <a:bodyPr/>
        <a:lstStyle/>
        <a:p>
          <a:r>
            <a:rPr lang="zh-CN" altLang="en-US" dirty="0" smtClean="0"/>
            <a:t>随文标注式、另行通知式、定点阅读式、特别告知式、变更告知式、口头通知式</a:t>
          </a:r>
          <a:endParaRPr lang="zh-CN" altLang="en-US" dirty="0"/>
        </a:p>
      </dgm:t>
    </dgm:pt>
    <dgm:pt modelId="{00904C5C-1026-674E-8473-29BF2BA14A44}" cxnId="{4606BF0C-9B65-3041-9F49-700FA6DFD48A}" type="parTrans">
      <dgm:prSet/>
      <dgm:spPr/>
      <dgm:t>
        <a:bodyPr/>
        <a:lstStyle/>
        <a:p>
          <a:endParaRPr lang="zh-CN" altLang="en-US"/>
        </a:p>
      </dgm:t>
    </dgm:pt>
    <dgm:pt modelId="{295F3BB2-700B-2947-9DD4-CCA3F38637BF}" cxnId="{4606BF0C-9B65-3041-9F49-700FA6DFD48A}" type="sibTrans">
      <dgm:prSet/>
      <dgm:spPr/>
      <dgm:t>
        <a:bodyPr/>
        <a:lstStyle/>
        <a:p>
          <a:endParaRPr lang="zh-CN" altLang="en-US"/>
        </a:p>
      </dgm:t>
    </dgm:pt>
    <dgm:pt modelId="{052FDB26-61C5-6C4E-899A-D820EF66D966}" type="pres">
      <dgm:prSet presAssocID="{B75F09AC-DBC4-E24A-AAE1-5D165319AD0D}" presName="vert0" presStyleCnt="0">
        <dgm:presLayoutVars>
          <dgm:dir/>
          <dgm:animOne val="branch"/>
          <dgm:animLvl val="lvl"/>
        </dgm:presLayoutVars>
      </dgm:prSet>
      <dgm:spPr/>
      <dgm:t>
        <a:bodyPr/>
        <a:lstStyle/>
        <a:p>
          <a:endParaRPr lang="zh-CN" altLang="en-US"/>
        </a:p>
      </dgm:t>
    </dgm:pt>
    <dgm:pt modelId="{AB69341A-AB03-FB4B-9FDC-FAB02A2C32D4}" type="pres">
      <dgm:prSet presAssocID="{3680F03D-59CE-0247-BCCA-25CB958610D8}" presName="thickLine" presStyleLbl="alignNode1" presStyleIdx="0" presStyleCnt="3"/>
      <dgm:spPr/>
    </dgm:pt>
    <dgm:pt modelId="{B7C93E40-B86C-0D41-AAAD-66623A52B1F8}" type="pres">
      <dgm:prSet presAssocID="{3680F03D-59CE-0247-BCCA-25CB958610D8}" presName="horz1" presStyleCnt="0"/>
      <dgm:spPr/>
    </dgm:pt>
    <dgm:pt modelId="{06B22446-0E23-6542-B9F3-A7377FB7F6EC}" type="pres">
      <dgm:prSet presAssocID="{3680F03D-59CE-0247-BCCA-25CB958610D8}" presName="tx1" presStyleLbl="revTx" presStyleIdx="0" presStyleCnt="8"/>
      <dgm:spPr/>
      <dgm:t>
        <a:bodyPr/>
        <a:lstStyle/>
        <a:p>
          <a:endParaRPr lang="zh-CN" altLang="en-US"/>
        </a:p>
      </dgm:t>
    </dgm:pt>
    <dgm:pt modelId="{6B980C69-F4CC-BA4C-81D9-FB1321C5E540}" type="pres">
      <dgm:prSet presAssocID="{3680F03D-59CE-0247-BCCA-25CB958610D8}" presName="vert1" presStyleCnt="0"/>
      <dgm:spPr/>
    </dgm:pt>
    <dgm:pt modelId="{23D19E68-F00E-574E-8CBF-C169D8D280B2}" type="pres">
      <dgm:prSet presAssocID="{289CDBFA-BD56-C14F-B43C-A715D4144BEE}" presName="vertSpace2a" presStyleCnt="0"/>
      <dgm:spPr/>
    </dgm:pt>
    <dgm:pt modelId="{EB6A85F8-E2EC-3943-B559-06D97519071F}" type="pres">
      <dgm:prSet presAssocID="{289CDBFA-BD56-C14F-B43C-A715D4144BEE}" presName="horz2" presStyleCnt="0"/>
      <dgm:spPr/>
    </dgm:pt>
    <dgm:pt modelId="{D826F7A5-9959-044C-B5B1-7A9ABE5EE2B6}" type="pres">
      <dgm:prSet presAssocID="{289CDBFA-BD56-C14F-B43C-A715D4144BEE}" presName="horzSpace2" presStyleCnt="0"/>
      <dgm:spPr/>
    </dgm:pt>
    <dgm:pt modelId="{6EE18B18-BA22-694E-A384-B8C8FD456EA6}" type="pres">
      <dgm:prSet presAssocID="{289CDBFA-BD56-C14F-B43C-A715D4144BEE}" presName="tx2" presStyleLbl="revTx" presStyleIdx="1" presStyleCnt="8"/>
      <dgm:spPr/>
      <dgm:t>
        <a:bodyPr/>
        <a:lstStyle/>
        <a:p>
          <a:endParaRPr lang="zh-CN" altLang="en-US"/>
        </a:p>
      </dgm:t>
    </dgm:pt>
    <dgm:pt modelId="{BE23CA9C-DF01-1C4B-AC4D-45DB9E7FAA85}" type="pres">
      <dgm:prSet presAssocID="{289CDBFA-BD56-C14F-B43C-A715D4144BEE}" presName="vert2" presStyleCnt="0"/>
      <dgm:spPr/>
    </dgm:pt>
    <dgm:pt modelId="{2886A23C-D748-FA43-BF64-06E3DA9954C9}" type="pres">
      <dgm:prSet presAssocID="{289CDBFA-BD56-C14F-B43C-A715D4144BEE}" presName="thinLine2b" presStyleLbl="callout" presStyleIdx="0" presStyleCnt="5"/>
      <dgm:spPr/>
    </dgm:pt>
    <dgm:pt modelId="{A5A745A0-049A-4F4F-A79B-1CF7CA3CB99F}" type="pres">
      <dgm:prSet presAssocID="{289CDBFA-BD56-C14F-B43C-A715D4144BEE}" presName="vertSpace2b" presStyleCnt="0"/>
      <dgm:spPr/>
    </dgm:pt>
    <dgm:pt modelId="{D92FA85D-6C49-954F-9928-C6F0E936DF59}" type="pres">
      <dgm:prSet presAssocID="{B911AD7D-2567-D447-A74B-6DAB176E5DE1}" presName="thickLine" presStyleLbl="alignNode1" presStyleIdx="1" presStyleCnt="3"/>
      <dgm:spPr/>
    </dgm:pt>
    <dgm:pt modelId="{BE5795E8-2444-364C-84D7-7E24BD791BBE}" type="pres">
      <dgm:prSet presAssocID="{B911AD7D-2567-D447-A74B-6DAB176E5DE1}" presName="horz1" presStyleCnt="0"/>
      <dgm:spPr/>
    </dgm:pt>
    <dgm:pt modelId="{1079D722-4DEF-3049-9958-6B08329675A4}" type="pres">
      <dgm:prSet presAssocID="{B911AD7D-2567-D447-A74B-6DAB176E5DE1}" presName="tx1" presStyleLbl="revTx" presStyleIdx="2" presStyleCnt="8"/>
      <dgm:spPr/>
      <dgm:t>
        <a:bodyPr/>
        <a:lstStyle/>
        <a:p>
          <a:endParaRPr lang="zh-CN" altLang="en-US"/>
        </a:p>
      </dgm:t>
    </dgm:pt>
    <dgm:pt modelId="{A3F4842B-C4FA-8F48-86C1-9FA61A5C9E70}" type="pres">
      <dgm:prSet presAssocID="{B911AD7D-2567-D447-A74B-6DAB176E5DE1}" presName="vert1" presStyleCnt="0"/>
      <dgm:spPr/>
    </dgm:pt>
    <dgm:pt modelId="{693FB94E-879C-4246-A264-E53FC949F659}" type="pres">
      <dgm:prSet presAssocID="{C2F2670A-8276-9541-A8A1-F0C18D5894B5}" presName="vertSpace2a" presStyleCnt="0"/>
      <dgm:spPr/>
    </dgm:pt>
    <dgm:pt modelId="{347C7861-37C0-4B46-BDCD-580EB698FBCC}" type="pres">
      <dgm:prSet presAssocID="{C2F2670A-8276-9541-A8A1-F0C18D5894B5}" presName="horz2" presStyleCnt="0"/>
      <dgm:spPr/>
    </dgm:pt>
    <dgm:pt modelId="{590AD3FE-4B9F-2D4C-9EC6-ECB6E7C0E201}" type="pres">
      <dgm:prSet presAssocID="{C2F2670A-8276-9541-A8A1-F0C18D5894B5}" presName="horzSpace2" presStyleCnt="0"/>
      <dgm:spPr/>
    </dgm:pt>
    <dgm:pt modelId="{8A0D0B08-9C76-FD4A-8275-17E41654E3F5}" type="pres">
      <dgm:prSet presAssocID="{C2F2670A-8276-9541-A8A1-F0C18D5894B5}" presName="tx2" presStyleLbl="revTx" presStyleIdx="3" presStyleCnt="8"/>
      <dgm:spPr/>
      <dgm:t>
        <a:bodyPr/>
        <a:lstStyle/>
        <a:p>
          <a:endParaRPr lang="zh-CN" altLang="en-US"/>
        </a:p>
      </dgm:t>
    </dgm:pt>
    <dgm:pt modelId="{AB2E05BF-4CFD-7D4D-93B0-2F101B74D320}" type="pres">
      <dgm:prSet presAssocID="{C2F2670A-8276-9541-A8A1-F0C18D5894B5}" presName="vert2" presStyleCnt="0"/>
      <dgm:spPr/>
    </dgm:pt>
    <dgm:pt modelId="{D729B098-ADA6-8344-B832-10CA09AF8DC7}" type="pres">
      <dgm:prSet presAssocID="{C2F2670A-8276-9541-A8A1-F0C18D5894B5}" presName="thinLine2b" presStyleLbl="callout" presStyleIdx="1" presStyleCnt="5"/>
      <dgm:spPr/>
    </dgm:pt>
    <dgm:pt modelId="{50F3BBAD-2B58-F442-B0FD-907B6B530492}" type="pres">
      <dgm:prSet presAssocID="{C2F2670A-8276-9541-A8A1-F0C18D5894B5}" presName="vertSpace2b" presStyleCnt="0"/>
      <dgm:spPr/>
    </dgm:pt>
    <dgm:pt modelId="{313D77CB-F02E-4945-B81F-AED8FCC93F31}" type="pres">
      <dgm:prSet presAssocID="{0D343716-D6C8-B347-8A65-E2BEA25E712F}" presName="horz2" presStyleCnt="0"/>
      <dgm:spPr/>
    </dgm:pt>
    <dgm:pt modelId="{E8C17173-7CE5-8D4D-B379-6E489B39CD98}" type="pres">
      <dgm:prSet presAssocID="{0D343716-D6C8-B347-8A65-E2BEA25E712F}" presName="horzSpace2" presStyleCnt="0"/>
      <dgm:spPr/>
    </dgm:pt>
    <dgm:pt modelId="{DE90087E-7B31-044A-ADC3-B30348BD66FF}" type="pres">
      <dgm:prSet presAssocID="{0D343716-D6C8-B347-8A65-E2BEA25E712F}" presName="tx2" presStyleLbl="revTx" presStyleIdx="4" presStyleCnt="8"/>
      <dgm:spPr/>
      <dgm:t>
        <a:bodyPr/>
        <a:lstStyle/>
        <a:p>
          <a:endParaRPr lang="zh-CN" altLang="en-US"/>
        </a:p>
      </dgm:t>
    </dgm:pt>
    <dgm:pt modelId="{9179839D-F5B7-A44E-8695-08176BA37332}" type="pres">
      <dgm:prSet presAssocID="{0D343716-D6C8-B347-8A65-E2BEA25E712F}" presName="vert2" presStyleCnt="0"/>
      <dgm:spPr/>
    </dgm:pt>
    <dgm:pt modelId="{21735364-7C1D-D343-B462-3D9BFEBDC661}" type="pres">
      <dgm:prSet presAssocID="{0D343716-D6C8-B347-8A65-E2BEA25E712F}" presName="thinLine2b" presStyleLbl="callout" presStyleIdx="2" presStyleCnt="5"/>
      <dgm:spPr/>
    </dgm:pt>
    <dgm:pt modelId="{CD73FB2A-0C46-4848-8645-5C0FC54978F8}" type="pres">
      <dgm:prSet presAssocID="{0D343716-D6C8-B347-8A65-E2BEA25E712F}" presName="vertSpace2b" presStyleCnt="0"/>
      <dgm:spPr/>
    </dgm:pt>
    <dgm:pt modelId="{7D17D000-6EA2-3541-9B0A-451950294840}" type="pres">
      <dgm:prSet presAssocID="{81E1F2A7-D46B-E14B-A88F-66DD4379CCE5}" presName="horz2" presStyleCnt="0"/>
      <dgm:spPr/>
    </dgm:pt>
    <dgm:pt modelId="{54D82C61-A611-A54E-B300-B24EBAEEAC80}" type="pres">
      <dgm:prSet presAssocID="{81E1F2A7-D46B-E14B-A88F-66DD4379CCE5}" presName="horzSpace2" presStyleCnt="0"/>
      <dgm:spPr/>
    </dgm:pt>
    <dgm:pt modelId="{A15D99F1-66AD-1E44-9F2A-5C663E2563D7}" type="pres">
      <dgm:prSet presAssocID="{81E1F2A7-D46B-E14B-A88F-66DD4379CCE5}" presName="tx2" presStyleLbl="revTx" presStyleIdx="5" presStyleCnt="8"/>
      <dgm:spPr/>
      <dgm:t>
        <a:bodyPr/>
        <a:lstStyle/>
        <a:p>
          <a:endParaRPr lang="zh-CN" altLang="en-US"/>
        </a:p>
      </dgm:t>
    </dgm:pt>
    <dgm:pt modelId="{EF404DC1-3B9E-7E4C-9C8C-4313211F5E3D}" type="pres">
      <dgm:prSet presAssocID="{81E1F2A7-D46B-E14B-A88F-66DD4379CCE5}" presName="vert2" presStyleCnt="0"/>
      <dgm:spPr/>
    </dgm:pt>
    <dgm:pt modelId="{55B544CC-61CE-104C-96DB-69065EA5A5C1}" type="pres">
      <dgm:prSet presAssocID="{81E1F2A7-D46B-E14B-A88F-66DD4379CCE5}" presName="thinLine2b" presStyleLbl="callout" presStyleIdx="3" presStyleCnt="5"/>
      <dgm:spPr/>
    </dgm:pt>
    <dgm:pt modelId="{57C71AB2-D2FB-2046-85C7-BFCC6DE7A5A8}" type="pres">
      <dgm:prSet presAssocID="{81E1F2A7-D46B-E14B-A88F-66DD4379CCE5}" presName="vertSpace2b" presStyleCnt="0"/>
      <dgm:spPr/>
    </dgm:pt>
    <dgm:pt modelId="{A6E49130-963C-B344-8F84-7AD93AABF31E}" type="pres">
      <dgm:prSet presAssocID="{C88AF2EE-55FF-0141-B25A-82BF2804183E}" presName="thickLine" presStyleLbl="alignNode1" presStyleIdx="2" presStyleCnt="3"/>
      <dgm:spPr/>
    </dgm:pt>
    <dgm:pt modelId="{D4F3E16C-C0F8-6146-83C7-E428C6B30B74}" type="pres">
      <dgm:prSet presAssocID="{C88AF2EE-55FF-0141-B25A-82BF2804183E}" presName="horz1" presStyleCnt="0"/>
      <dgm:spPr/>
    </dgm:pt>
    <dgm:pt modelId="{22A714EB-D1DA-524B-889C-112095473A4D}" type="pres">
      <dgm:prSet presAssocID="{C88AF2EE-55FF-0141-B25A-82BF2804183E}" presName="tx1" presStyleLbl="revTx" presStyleIdx="6" presStyleCnt="8"/>
      <dgm:spPr/>
      <dgm:t>
        <a:bodyPr/>
        <a:lstStyle/>
        <a:p>
          <a:endParaRPr lang="zh-CN" altLang="en-US"/>
        </a:p>
      </dgm:t>
    </dgm:pt>
    <dgm:pt modelId="{F3055F59-5950-0141-88AC-BE6511D914AD}" type="pres">
      <dgm:prSet presAssocID="{C88AF2EE-55FF-0141-B25A-82BF2804183E}" presName="vert1" presStyleCnt="0"/>
      <dgm:spPr/>
    </dgm:pt>
    <dgm:pt modelId="{1E889DED-4B0C-8F42-A15F-774DE8D9D74B}" type="pres">
      <dgm:prSet presAssocID="{9E402EBE-8F54-A042-B84F-861D9A5C535B}" presName="vertSpace2a" presStyleCnt="0"/>
      <dgm:spPr/>
    </dgm:pt>
    <dgm:pt modelId="{7E14C715-339A-634A-8216-5C09A3CD5CE8}" type="pres">
      <dgm:prSet presAssocID="{9E402EBE-8F54-A042-B84F-861D9A5C535B}" presName="horz2" presStyleCnt="0"/>
      <dgm:spPr/>
    </dgm:pt>
    <dgm:pt modelId="{EA9E85EA-BE61-8947-A458-96D5384CE35C}" type="pres">
      <dgm:prSet presAssocID="{9E402EBE-8F54-A042-B84F-861D9A5C535B}" presName="horzSpace2" presStyleCnt="0"/>
      <dgm:spPr/>
    </dgm:pt>
    <dgm:pt modelId="{C69996CD-CE9D-124D-A442-4A787749EC86}" type="pres">
      <dgm:prSet presAssocID="{9E402EBE-8F54-A042-B84F-861D9A5C535B}" presName="tx2" presStyleLbl="revTx" presStyleIdx="7" presStyleCnt="8"/>
      <dgm:spPr/>
      <dgm:t>
        <a:bodyPr/>
        <a:lstStyle/>
        <a:p>
          <a:endParaRPr lang="zh-CN" altLang="en-US"/>
        </a:p>
      </dgm:t>
    </dgm:pt>
    <dgm:pt modelId="{E108B3B3-C84E-0241-9858-859A1BC2056A}" type="pres">
      <dgm:prSet presAssocID="{9E402EBE-8F54-A042-B84F-861D9A5C535B}" presName="vert2" presStyleCnt="0"/>
      <dgm:spPr/>
    </dgm:pt>
    <dgm:pt modelId="{CB736E7B-0734-7A42-B78C-F007CAA71FEB}" type="pres">
      <dgm:prSet presAssocID="{9E402EBE-8F54-A042-B84F-861D9A5C535B}" presName="thinLine2b" presStyleLbl="callout" presStyleIdx="4" presStyleCnt="5"/>
      <dgm:spPr/>
    </dgm:pt>
    <dgm:pt modelId="{9686CABC-4B53-8446-B724-F74D988659FB}" type="pres">
      <dgm:prSet presAssocID="{9E402EBE-8F54-A042-B84F-861D9A5C535B}" presName="vertSpace2b" presStyleCnt="0"/>
      <dgm:spPr/>
    </dgm:pt>
  </dgm:ptLst>
  <dgm:cxnLst>
    <dgm:cxn modelId="{0EB3077F-4DC3-384A-8F71-3F408A5DEC8D}" srcId="{B911AD7D-2567-D447-A74B-6DAB176E5DE1}" destId="{81E1F2A7-D46B-E14B-A88F-66DD4379CCE5}" srcOrd="2" destOrd="0" parTransId="{275CDAD5-A832-9E49-8FAD-C86D1E6375AE}" sibTransId="{5F808E05-B63C-7E4D-B85A-6345AE6B2FBE}"/>
    <dgm:cxn modelId="{A21FCA4E-820E-FB49-94D6-4EFB3CA0285B}" type="presOf" srcId="{B911AD7D-2567-D447-A74B-6DAB176E5DE1}" destId="{1079D722-4DEF-3049-9958-6B08329675A4}" srcOrd="0" destOrd="0" presId="urn:microsoft.com/office/officeart/2008/layout/LinedList"/>
    <dgm:cxn modelId="{4606BF0C-9B65-3041-9F49-700FA6DFD48A}" srcId="{C88AF2EE-55FF-0141-B25A-82BF2804183E}" destId="{9E402EBE-8F54-A042-B84F-861D9A5C535B}" srcOrd="0" destOrd="0" parTransId="{00904C5C-1026-674E-8473-29BF2BA14A44}" sibTransId="{295F3BB2-700B-2947-9DD4-CCA3F38637BF}"/>
    <dgm:cxn modelId="{F6E6FDF2-1BB6-624C-B57D-2B7A1C8E6982}" type="presOf" srcId="{C2F2670A-8276-9541-A8A1-F0C18D5894B5}" destId="{8A0D0B08-9C76-FD4A-8275-17E41654E3F5}" srcOrd="0" destOrd="0" presId="urn:microsoft.com/office/officeart/2008/layout/LinedList"/>
    <dgm:cxn modelId="{5F568A29-C1FC-DF47-B598-6FF00C7D9961}" srcId="{B75F09AC-DBC4-E24A-AAE1-5D165319AD0D}" destId="{B911AD7D-2567-D447-A74B-6DAB176E5DE1}" srcOrd="1" destOrd="0" parTransId="{359ACFD1-12F7-F04E-A406-E51DBAE9FE88}" sibTransId="{FD98926F-C6CE-FD40-8729-58278F8F780D}"/>
    <dgm:cxn modelId="{6101B94F-BA3D-1E4A-A17F-26BB240FF222}" type="presOf" srcId="{B75F09AC-DBC4-E24A-AAE1-5D165319AD0D}" destId="{052FDB26-61C5-6C4E-899A-D820EF66D966}" srcOrd="0" destOrd="0" presId="urn:microsoft.com/office/officeart/2008/layout/LinedList"/>
    <dgm:cxn modelId="{474F2B99-24B8-C640-B590-801C0B90D247}" type="presOf" srcId="{81E1F2A7-D46B-E14B-A88F-66DD4379CCE5}" destId="{A15D99F1-66AD-1E44-9F2A-5C663E2563D7}" srcOrd="0" destOrd="0" presId="urn:microsoft.com/office/officeart/2008/layout/LinedList"/>
    <dgm:cxn modelId="{C1FCC9F9-1277-C241-A28C-97DDE088ECDB}" type="presOf" srcId="{9E402EBE-8F54-A042-B84F-861D9A5C535B}" destId="{C69996CD-CE9D-124D-A442-4A787749EC86}" srcOrd="0" destOrd="0" presId="urn:microsoft.com/office/officeart/2008/layout/LinedList"/>
    <dgm:cxn modelId="{EC807E93-63E3-7641-ADC2-F17B24AEA4D0}" type="presOf" srcId="{C88AF2EE-55FF-0141-B25A-82BF2804183E}" destId="{22A714EB-D1DA-524B-889C-112095473A4D}" srcOrd="0" destOrd="0" presId="urn:microsoft.com/office/officeart/2008/layout/LinedList"/>
    <dgm:cxn modelId="{8AA04B32-72D1-D74C-8883-68B281ED3EF3}" type="presOf" srcId="{0D343716-D6C8-B347-8A65-E2BEA25E712F}" destId="{DE90087E-7B31-044A-ADC3-B30348BD66FF}" srcOrd="0" destOrd="0" presId="urn:microsoft.com/office/officeart/2008/layout/LinedList"/>
    <dgm:cxn modelId="{124413FD-9DE2-614E-BC62-77A2E5256F0A}" srcId="{B911AD7D-2567-D447-A74B-6DAB176E5DE1}" destId="{C2F2670A-8276-9541-A8A1-F0C18D5894B5}" srcOrd="0" destOrd="0" parTransId="{EF4DB47D-38AD-5749-90BC-E21B02638713}" sibTransId="{64BC8629-5473-5044-A94B-5A28BBCEAC07}"/>
    <dgm:cxn modelId="{35F10629-43E4-C44C-8540-B0C317B01CBF}" srcId="{3680F03D-59CE-0247-BCCA-25CB958610D8}" destId="{289CDBFA-BD56-C14F-B43C-A715D4144BEE}" srcOrd="0" destOrd="0" parTransId="{E3193A8F-2ED0-1E4C-BFE4-CB0E62F525D6}" sibTransId="{B5931A6E-BF50-BE4D-920A-3D07B3B55FED}"/>
    <dgm:cxn modelId="{723DCC1F-860E-D141-A143-6A73FFD887DE}" srcId="{B911AD7D-2567-D447-A74B-6DAB176E5DE1}" destId="{0D343716-D6C8-B347-8A65-E2BEA25E712F}" srcOrd="1" destOrd="0" parTransId="{24CC19AC-19E5-B04F-A117-DE3B28CC906F}" sibTransId="{01FCDA89-CB5F-5446-A97B-A1A7077F5A59}"/>
    <dgm:cxn modelId="{0859C35E-DB56-594A-9FE3-9A87FCAE848E}" type="presOf" srcId="{289CDBFA-BD56-C14F-B43C-A715D4144BEE}" destId="{6EE18B18-BA22-694E-A384-B8C8FD456EA6}" srcOrd="0" destOrd="0" presId="urn:microsoft.com/office/officeart/2008/layout/LinedList"/>
    <dgm:cxn modelId="{F33230DE-4B7A-3B4A-90F6-2113BD94FDF0}" type="presOf" srcId="{3680F03D-59CE-0247-BCCA-25CB958610D8}" destId="{06B22446-0E23-6542-B9F3-A7377FB7F6EC}" srcOrd="0" destOrd="0" presId="urn:microsoft.com/office/officeart/2008/layout/LinedList"/>
    <dgm:cxn modelId="{FE10B1F7-08D8-8B46-9639-A0597D827BC7}" srcId="{B75F09AC-DBC4-E24A-AAE1-5D165319AD0D}" destId="{3680F03D-59CE-0247-BCCA-25CB958610D8}" srcOrd="0" destOrd="0" parTransId="{E9FBE2C5-EBFA-E444-B731-097081986377}" sibTransId="{BCF366BE-E868-9549-A787-7206DDFE5645}"/>
    <dgm:cxn modelId="{F389ECBF-7E73-6D40-9250-ADC3A7AC7743}" srcId="{B75F09AC-DBC4-E24A-AAE1-5D165319AD0D}" destId="{C88AF2EE-55FF-0141-B25A-82BF2804183E}" srcOrd="2" destOrd="0" parTransId="{9A4C60C1-1AAA-D842-971E-F3CA0FB4E6F0}" sibTransId="{E5C45661-4C51-204B-9442-554DDBB358D4}"/>
    <dgm:cxn modelId="{55295F18-470D-B242-B426-B44D07005BF7}" type="presParOf" srcId="{052FDB26-61C5-6C4E-899A-D820EF66D966}" destId="{AB69341A-AB03-FB4B-9FDC-FAB02A2C32D4}" srcOrd="0" destOrd="0" presId="urn:microsoft.com/office/officeart/2008/layout/LinedList"/>
    <dgm:cxn modelId="{DBFBB073-E16D-F146-972F-FB0EB0D28BEB}" type="presParOf" srcId="{052FDB26-61C5-6C4E-899A-D820EF66D966}" destId="{B7C93E40-B86C-0D41-AAAD-66623A52B1F8}" srcOrd="1" destOrd="0" presId="urn:microsoft.com/office/officeart/2008/layout/LinedList"/>
    <dgm:cxn modelId="{DCE2EBF4-5F0E-2B44-8392-1C14CBD4F6BA}" type="presParOf" srcId="{B7C93E40-B86C-0D41-AAAD-66623A52B1F8}" destId="{06B22446-0E23-6542-B9F3-A7377FB7F6EC}" srcOrd="0" destOrd="0" presId="urn:microsoft.com/office/officeart/2008/layout/LinedList"/>
    <dgm:cxn modelId="{2E7588FC-2F78-4944-9636-BA907FCF8ECF}" type="presParOf" srcId="{B7C93E40-B86C-0D41-AAAD-66623A52B1F8}" destId="{6B980C69-F4CC-BA4C-81D9-FB1321C5E540}" srcOrd="1" destOrd="0" presId="urn:microsoft.com/office/officeart/2008/layout/LinedList"/>
    <dgm:cxn modelId="{1E9A3723-A1C6-6542-83B3-E1EDDFCC1534}" type="presParOf" srcId="{6B980C69-F4CC-BA4C-81D9-FB1321C5E540}" destId="{23D19E68-F00E-574E-8CBF-C169D8D280B2}" srcOrd="0" destOrd="0" presId="urn:microsoft.com/office/officeart/2008/layout/LinedList"/>
    <dgm:cxn modelId="{25D44F42-8130-B243-B797-E9FD34D0CAE5}" type="presParOf" srcId="{6B980C69-F4CC-BA4C-81D9-FB1321C5E540}" destId="{EB6A85F8-E2EC-3943-B559-06D97519071F}" srcOrd="1" destOrd="0" presId="urn:microsoft.com/office/officeart/2008/layout/LinedList"/>
    <dgm:cxn modelId="{7FF87322-B534-6648-BF46-F6EE9944E529}" type="presParOf" srcId="{EB6A85F8-E2EC-3943-B559-06D97519071F}" destId="{D826F7A5-9959-044C-B5B1-7A9ABE5EE2B6}" srcOrd="0" destOrd="0" presId="urn:microsoft.com/office/officeart/2008/layout/LinedList"/>
    <dgm:cxn modelId="{DCC4B691-6A4A-F945-9F9C-EBCD6540BBCE}" type="presParOf" srcId="{EB6A85F8-E2EC-3943-B559-06D97519071F}" destId="{6EE18B18-BA22-694E-A384-B8C8FD456EA6}" srcOrd="1" destOrd="0" presId="urn:microsoft.com/office/officeart/2008/layout/LinedList"/>
    <dgm:cxn modelId="{A450B006-9778-FE47-9E74-DCE16582B14A}" type="presParOf" srcId="{EB6A85F8-E2EC-3943-B559-06D97519071F}" destId="{BE23CA9C-DF01-1C4B-AC4D-45DB9E7FAA85}" srcOrd="2" destOrd="0" presId="urn:microsoft.com/office/officeart/2008/layout/LinedList"/>
    <dgm:cxn modelId="{EAEDC6E7-88F0-7342-90A7-88058E44E1B7}" type="presParOf" srcId="{6B980C69-F4CC-BA4C-81D9-FB1321C5E540}" destId="{2886A23C-D748-FA43-BF64-06E3DA9954C9}" srcOrd="2" destOrd="0" presId="urn:microsoft.com/office/officeart/2008/layout/LinedList"/>
    <dgm:cxn modelId="{5EDD6106-752A-3249-8415-982B26268C9B}" type="presParOf" srcId="{6B980C69-F4CC-BA4C-81D9-FB1321C5E540}" destId="{A5A745A0-049A-4F4F-A79B-1CF7CA3CB99F}" srcOrd="3" destOrd="0" presId="urn:microsoft.com/office/officeart/2008/layout/LinedList"/>
    <dgm:cxn modelId="{348A77FC-B55D-114D-9CA3-34851FD6BC79}" type="presParOf" srcId="{052FDB26-61C5-6C4E-899A-D820EF66D966}" destId="{D92FA85D-6C49-954F-9928-C6F0E936DF59}" srcOrd="2" destOrd="0" presId="urn:microsoft.com/office/officeart/2008/layout/LinedList"/>
    <dgm:cxn modelId="{9DEDF15A-58AB-0B41-92AA-8B627FF96576}" type="presParOf" srcId="{052FDB26-61C5-6C4E-899A-D820EF66D966}" destId="{BE5795E8-2444-364C-84D7-7E24BD791BBE}" srcOrd="3" destOrd="0" presId="urn:microsoft.com/office/officeart/2008/layout/LinedList"/>
    <dgm:cxn modelId="{78A6B3BC-6FCC-E648-8AC6-2DFFAAC642A5}" type="presParOf" srcId="{BE5795E8-2444-364C-84D7-7E24BD791BBE}" destId="{1079D722-4DEF-3049-9958-6B08329675A4}" srcOrd="0" destOrd="0" presId="urn:microsoft.com/office/officeart/2008/layout/LinedList"/>
    <dgm:cxn modelId="{3177355E-C070-0C41-9EB1-11AF9BB28C18}" type="presParOf" srcId="{BE5795E8-2444-364C-84D7-7E24BD791BBE}" destId="{A3F4842B-C4FA-8F48-86C1-9FA61A5C9E70}" srcOrd="1" destOrd="0" presId="urn:microsoft.com/office/officeart/2008/layout/LinedList"/>
    <dgm:cxn modelId="{83DCA117-FFD0-1A4D-AE5C-0F1A4F354FA2}" type="presParOf" srcId="{A3F4842B-C4FA-8F48-86C1-9FA61A5C9E70}" destId="{693FB94E-879C-4246-A264-E53FC949F659}" srcOrd="0" destOrd="0" presId="urn:microsoft.com/office/officeart/2008/layout/LinedList"/>
    <dgm:cxn modelId="{B86607C7-4D9E-364E-A6AF-B3DC926E9586}" type="presParOf" srcId="{A3F4842B-C4FA-8F48-86C1-9FA61A5C9E70}" destId="{347C7861-37C0-4B46-BDCD-580EB698FBCC}" srcOrd="1" destOrd="0" presId="urn:microsoft.com/office/officeart/2008/layout/LinedList"/>
    <dgm:cxn modelId="{7A1A21EE-2322-2B4D-B033-08E7167886DD}" type="presParOf" srcId="{347C7861-37C0-4B46-BDCD-580EB698FBCC}" destId="{590AD3FE-4B9F-2D4C-9EC6-ECB6E7C0E201}" srcOrd="0" destOrd="0" presId="urn:microsoft.com/office/officeart/2008/layout/LinedList"/>
    <dgm:cxn modelId="{A13D22AC-6411-9A4D-A666-15564B64DAFB}" type="presParOf" srcId="{347C7861-37C0-4B46-BDCD-580EB698FBCC}" destId="{8A0D0B08-9C76-FD4A-8275-17E41654E3F5}" srcOrd="1" destOrd="0" presId="urn:microsoft.com/office/officeart/2008/layout/LinedList"/>
    <dgm:cxn modelId="{5A96F07A-5950-CF48-A891-46C50D9455C4}" type="presParOf" srcId="{347C7861-37C0-4B46-BDCD-580EB698FBCC}" destId="{AB2E05BF-4CFD-7D4D-93B0-2F101B74D320}" srcOrd="2" destOrd="0" presId="urn:microsoft.com/office/officeart/2008/layout/LinedList"/>
    <dgm:cxn modelId="{EA50A826-3FFD-F84B-8CDE-C31B804AC542}" type="presParOf" srcId="{A3F4842B-C4FA-8F48-86C1-9FA61A5C9E70}" destId="{D729B098-ADA6-8344-B832-10CA09AF8DC7}" srcOrd="2" destOrd="0" presId="urn:microsoft.com/office/officeart/2008/layout/LinedList"/>
    <dgm:cxn modelId="{D1516F21-4D92-E340-A653-C7249B789A4A}" type="presParOf" srcId="{A3F4842B-C4FA-8F48-86C1-9FA61A5C9E70}" destId="{50F3BBAD-2B58-F442-B0FD-907B6B530492}" srcOrd="3" destOrd="0" presId="urn:microsoft.com/office/officeart/2008/layout/LinedList"/>
    <dgm:cxn modelId="{0CD57D26-9BED-B545-B093-6C8A777AF562}" type="presParOf" srcId="{A3F4842B-C4FA-8F48-86C1-9FA61A5C9E70}" destId="{313D77CB-F02E-4945-B81F-AED8FCC93F31}" srcOrd="4" destOrd="0" presId="urn:microsoft.com/office/officeart/2008/layout/LinedList"/>
    <dgm:cxn modelId="{6D2A2CCE-A1AC-6D43-9848-9BD7875B8865}" type="presParOf" srcId="{313D77CB-F02E-4945-B81F-AED8FCC93F31}" destId="{E8C17173-7CE5-8D4D-B379-6E489B39CD98}" srcOrd="0" destOrd="0" presId="urn:microsoft.com/office/officeart/2008/layout/LinedList"/>
    <dgm:cxn modelId="{C2636810-3941-5E48-B94F-E9E6A10036FD}" type="presParOf" srcId="{313D77CB-F02E-4945-B81F-AED8FCC93F31}" destId="{DE90087E-7B31-044A-ADC3-B30348BD66FF}" srcOrd="1" destOrd="0" presId="urn:microsoft.com/office/officeart/2008/layout/LinedList"/>
    <dgm:cxn modelId="{29997228-F439-DC4F-982E-9BF9477C8400}" type="presParOf" srcId="{313D77CB-F02E-4945-B81F-AED8FCC93F31}" destId="{9179839D-F5B7-A44E-8695-08176BA37332}" srcOrd="2" destOrd="0" presId="urn:microsoft.com/office/officeart/2008/layout/LinedList"/>
    <dgm:cxn modelId="{4ECC8616-73E3-4F41-95BE-FA9EE084ED34}" type="presParOf" srcId="{A3F4842B-C4FA-8F48-86C1-9FA61A5C9E70}" destId="{21735364-7C1D-D343-B462-3D9BFEBDC661}" srcOrd="5" destOrd="0" presId="urn:microsoft.com/office/officeart/2008/layout/LinedList"/>
    <dgm:cxn modelId="{F117F333-2BEB-9144-8EED-80D6065E51D9}" type="presParOf" srcId="{A3F4842B-C4FA-8F48-86C1-9FA61A5C9E70}" destId="{CD73FB2A-0C46-4848-8645-5C0FC54978F8}" srcOrd="6" destOrd="0" presId="urn:microsoft.com/office/officeart/2008/layout/LinedList"/>
    <dgm:cxn modelId="{27D6F6D3-7D3F-BA48-B8BE-4128EED3061F}" type="presParOf" srcId="{A3F4842B-C4FA-8F48-86C1-9FA61A5C9E70}" destId="{7D17D000-6EA2-3541-9B0A-451950294840}" srcOrd="7" destOrd="0" presId="urn:microsoft.com/office/officeart/2008/layout/LinedList"/>
    <dgm:cxn modelId="{C8FBABDB-1F03-B141-9B0D-A5A62D8EA238}" type="presParOf" srcId="{7D17D000-6EA2-3541-9B0A-451950294840}" destId="{54D82C61-A611-A54E-B300-B24EBAEEAC80}" srcOrd="0" destOrd="0" presId="urn:microsoft.com/office/officeart/2008/layout/LinedList"/>
    <dgm:cxn modelId="{105C5CF2-A6CF-1148-A483-BDC9F0995987}" type="presParOf" srcId="{7D17D000-6EA2-3541-9B0A-451950294840}" destId="{A15D99F1-66AD-1E44-9F2A-5C663E2563D7}" srcOrd="1" destOrd="0" presId="urn:microsoft.com/office/officeart/2008/layout/LinedList"/>
    <dgm:cxn modelId="{9F7B6419-D841-1B46-9D0A-75003768202A}" type="presParOf" srcId="{7D17D000-6EA2-3541-9B0A-451950294840}" destId="{EF404DC1-3B9E-7E4C-9C8C-4313211F5E3D}" srcOrd="2" destOrd="0" presId="urn:microsoft.com/office/officeart/2008/layout/LinedList"/>
    <dgm:cxn modelId="{01969687-B068-0A40-9F47-B0B0F517E29F}" type="presParOf" srcId="{A3F4842B-C4FA-8F48-86C1-9FA61A5C9E70}" destId="{55B544CC-61CE-104C-96DB-69065EA5A5C1}" srcOrd="8" destOrd="0" presId="urn:microsoft.com/office/officeart/2008/layout/LinedList"/>
    <dgm:cxn modelId="{AC6A59B6-33D1-D54A-BAF5-73FA3A2D1A97}" type="presParOf" srcId="{A3F4842B-C4FA-8F48-86C1-9FA61A5C9E70}" destId="{57C71AB2-D2FB-2046-85C7-BFCC6DE7A5A8}" srcOrd="9" destOrd="0" presId="urn:microsoft.com/office/officeart/2008/layout/LinedList"/>
    <dgm:cxn modelId="{5C8ED62B-5B0A-7746-AC9A-C4825069E11A}" type="presParOf" srcId="{052FDB26-61C5-6C4E-899A-D820EF66D966}" destId="{A6E49130-963C-B344-8F84-7AD93AABF31E}" srcOrd="4" destOrd="0" presId="urn:microsoft.com/office/officeart/2008/layout/LinedList"/>
    <dgm:cxn modelId="{9C373790-9DBF-0042-B3B6-6BBC22058326}" type="presParOf" srcId="{052FDB26-61C5-6C4E-899A-D820EF66D966}" destId="{D4F3E16C-C0F8-6146-83C7-E428C6B30B74}" srcOrd="5" destOrd="0" presId="urn:microsoft.com/office/officeart/2008/layout/LinedList"/>
    <dgm:cxn modelId="{90F78000-2556-FE42-BA60-1B1FA4CAD32C}" type="presParOf" srcId="{D4F3E16C-C0F8-6146-83C7-E428C6B30B74}" destId="{22A714EB-D1DA-524B-889C-112095473A4D}" srcOrd="0" destOrd="0" presId="urn:microsoft.com/office/officeart/2008/layout/LinedList"/>
    <dgm:cxn modelId="{FB52B071-B677-9246-AB05-76E0FADD3E17}" type="presParOf" srcId="{D4F3E16C-C0F8-6146-83C7-E428C6B30B74}" destId="{F3055F59-5950-0141-88AC-BE6511D914AD}" srcOrd="1" destOrd="0" presId="urn:microsoft.com/office/officeart/2008/layout/LinedList"/>
    <dgm:cxn modelId="{F5903E55-DA68-9845-A132-A7A4F97742E9}" type="presParOf" srcId="{F3055F59-5950-0141-88AC-BE6511D914AD}" destId="{1E889DED-4B0C-8F42-A15F-774DE8D9D74B}" srcOrd="0" destOrd="0" presId="urn:microsoft.com/office/officeart/2008/layout/LinedList"/>
    <dgm:cxn modelId="{380541CD-50CF-FD49-A2CE-A10EEF391A96}" type="presParOf" srcId="{F3055F59-5950-0141-88AC-BE6511D914AD}" destId="{7E14C715-339A-634A-8216-5C09A3CD5CE8}" srcOrd="1" destOrd="0" presId="urn:microsoft.com/office/officeart/2008/layout/LinedList"/>
    <dgm:cxn modelId="{54A86B16-94FD-3045-9B99-9ED272923124}" type="presParOf" srcId="{7E14C715-339A-634A-8216-5C09A3CD5CE8}" destId="{EA9E85EA-BE61-8947-A458-96D5384CE35C}" srcOrd="0" destOrd="0" presId="urn:microsoft.com/office/officeart/2008/layout/LinedList"/>
    <dgm:cxn modelId="{C177A1CD-7F1D-2B49-BC38-B8F545A2A877}" type="presParOf" srcId="{7E14C715-339A-634A-8216-5C09A3CD5CE8}" destId="{C69996CD-CE9D-124D-A442-4A787749EC86}" srcOrd="1" destOrd="0" presId="urn:microsoft.com/office/officeart/2008/layout/LinedList"/>
    <dgm:cxn modelId="{DE648E7D-25EC-CA47-9280-78FD9DE85D67}" type="presParOf" srcId="{7E14C715-339A-634A-8216-5C09A3CD5CE8}" destId="{E108B3B3-C84E-0241-9858-859A1BC2056A}" srcOrd="2" destOrd="0" presId="urn:microsoft.com/office/officeart/2008/layout/LinedList"/>
    <dgm:cxn modelId="{FBC76752-21A3-5748-9558-8CE0C70405B2}" type="presParOf" srcId="{F3055F59-5950-0141-88AC-BE6511D914AD}" destId="{CB736E7B-0734-7A42-B78C-F007CAA71FEB}" srcOrd="2" destOrd="0" presId="urn:microsoft.com/office/officeart/2008/layout/LinedList"/>
    <dgm:cxn modelId="{A3DD1062-4868-EB46-A842-9084AD822A21}" type="presParOf" srcId="{F3055F59-5950-0141-88AC-BE6511D914AD}" destId="{9686CABC-4B53-8446-B724-F74D988659FB}" srcOrd="3" destOrd="0" presId="urn:microsoft.com/office/officeart/2008/layout/Lin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33D869AC-26F9-43EE-85BF-4E62861DD24B}">
      <dsp:nvSpPr>
        <dsp:cNvPr id="3" name="椭圆 2"/>
        <dsp:cNvSpPr/>
      </dsp:nvSpPr>
      <dsp:spPr bwMode="white">
        <a:xfrm>
          <a:off x="3081413" y="2459189"/>
          <a:ext cx="2066774" cy="2066774"/>
        </a:xfrm>
        <a:prstGeom prst="ellipse">
          <a:avLst/>
        </a:prstGeom>
      </dsp:spPr>
      <dsp:style>
        <a:lnRef idx="2">
          <a:schemeClr val="lt1"/>
        </a:lnRef>
        <a:fillRef idx="1">
          <a:schemeClr val="accent1"/>
        </a:fillRef>
        <a:effectRef idx="0">
          <a:scrgbClr r="0" g="0" b="0"/>
        </a:effectRef>
        <a:fontRef idx="minor">
          <a:schemeClr val="lt1"/>
        </a:fontRef>
      </dsp:style>
      <dsp:txBody>
        <a:bodyPr lIns="17780" tIns="17780" rIns="17780" bIns="17780" anchor="ctr"/>
        <a:lstStyle>
          <a:lvl1pPr algn="ctr">
            <a:defRPr sz="28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zh-CN" altLang="en-US" dirty="0"/>
            <a:t>确定</a:t>
          </a:r>
          <a:endParaRPr lang="en-US" altLang="zh-CN" dirty="0"/>
        </a:p>
        <a:p>
          <a:pPr lvl="0">
            <a:lnSpc>
              <a:spcPct val="100000"/>
            </a:lnSpc>
            <a:spcBef>
              <a:spcPct val="0"/>
            </a:spcBef>
            <a:spcAft>
              <a:spcPct val="35000"/>
            </a:spcAft>
          </a:pPr>
          <a:r>
            <a:rPr lang="zh-CN" altLang="en-US" dirty="0"/>
            <a:t>国家秘密</a:t>
          </a:r>
        </a:p>
      </dsp:txBody>
      <dsp:txXfrm>
        <a:off x="3081413" y="2459189"/>
        <a:ext cx="2066774" cy="2066774"/>
      </dsp:txXfrm>
    </dsp:sp>
    <dsp:sp modelId="{CB2DC16F-5068-44ED-AC59-7F6C20F5FFE3}">
      <dsp:nvSpPr>
        <dsp:cNvPr id="4" name="左箭头 3"/>
        <dsp:cNvSpPr/>
      </dsp:nvSpPr>
      <dsp:spPr bwMode="white">
        <a:xfrm rot="12899999">
          <a:off x="1791867" y="2125304"/>
          <a:ext cx="1581755" cy="589031"/>
        </a:xfrm>
        <a:prstGeom prst="lef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Xfrm rot="12899999">
        <a:off x="1791867" y="2125304"/>
        <a:ext cx="1581755" cy="589031"/>
      </dsp:txXfrm>
    </dsp:sp>
    <dsp:sp modelId="{A909A1C2-D15E-4224-9CC6-7153B4B58ED8}">
      <dsp:nvSpPr>
        <dsp:cNvPr id="5" name="圆角矩形 4"/>
        <dsp:cNvSpPr/>
      </dsp:nvSpPr>
      <dsp:spPr bwMode="white">
        <a:xfrm>
          <a:off x="915472" y="1154415"/>
          <a:ext cx="1963436" cy="1570749"/>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49530" tIns="49530" rIns="49530" bIns="4953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zh-CN" altLang="en-US" dirty="0"/>
            <a:t>定密对象（国家秘密）</a:t>
          </a:r>
        </a:p>
      </dsp:txBody>
      <dsp:txXfrm>
        <a:off x="915472" y="1154415"/>
        <a:ext cx="1963436" cy="1570749"/>
      </dsp:txXfrm>
    </dsp:sp>
    <dsp:sp modelId="{A4ED1599-DD3A-46A6-9677-33AB5A2FA0D0}">
      <dsp:nvSpPr>
        <dsp:cNvPr id="6" name="左箭头 5"/>
        <dsp:cNvSpPr/>
      </dsp:nvSpPr>
      <dsp:spPr bwMode="white">
        <a:xfrm rot="16199999">
          <a:off x="3323923" y="1327766"/>
          <a:ext cx="1581755" cy="589031"/>
        </a:xfrm>
        <a:prstGeom prst="lef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Xfrm rot="16199999">
        <a:off x="3323923" y="1327766"/>
        <a:ext cx="1581755" cy="589031"/>
      </dsp:txXfrm>
    </dsp:sp>
    <dsp:sp modelId="{299C34B4-AE86-474A-89E6-2AFAAD9675CB}">
      <dsp:nvSpPr>
        <dsp:cNvPr id="7" name="圆角矩形 6"/>
        <dsp:cNvSpPr/>
      </dsp:nvSpPr>
      <dsp:spPr bwMode="white">
        <a:xfrm>
          <a:off x="3133082" y="0"/>
          <a:ext cx="1963436" cy="1570749"/>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49530" tIns="49530" rIns="49530" bIns="4953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zh-CN" altLang="en-US" dirty="0"/>
            <a:t>定密权</a:t>
          </a:r>
          <a:endParaRPr lang="en-US" altLang="zh-CN" dirty="0"/>
        </a:p>
        <a:p>
          <a:pPr lvl="0">
            <a:lnSpc>
              <a:spcPct val="100000"/>
            </a:lnSpc>
            <a:spcBef>
              <a:spcPct val="0"/>
            </a:spcBef>
            <a:spcAft>
              <a:spcPct val="35000"/>
            </a:spcAft>
          </a:pPr>
          <a:r>
            <a:rPr lang="zh-CN" altLang="en-US" dirty="0"/>
            <a:t>定密责任人（主体）</a:t>
          </a:r>
        </a:p>
      </dsp:txBody>
      <dsp:txXfrm>
        <a:off x="3133082" y="0"/>
        <a:ext cx="1963436" cy="1570749"/>
      </dsp:txXfrm>
    </dsp:sp>
    <dsp:sp modelId="{E5EB306D-DAD3-46F5-96B6-807599B531AB}">
      <dsp:nvSpPr>
        <dsp:cNvPr id="8" name="左箭头 7"/>
        <dsp:cNvSpPr/>
      </dsp:nvSpPr>
      <dsp:spPr bwMode="white">
        <a:xfrm rot="-2099999">
          <a:off x="4855978" y="2125304"/>
          <a:ext cx="1581755" cy="589031"/>
        </a:xfrm>
        <a:prstGeom prst="lef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Xfrm rot="-2099999">
        <a:off x="4855978" y="2125304"/>
        <a:ext cx="1581755" cy="589031"/>
      </dsp:txXfrm>
    </dsp:sp>
    <dsp:sp modelId="{CA241551-5918-4901-B6D6-01A920417A16}">
      <dsp:nvSpPr>
        <dsp:cNvPr id="9" name="圆角矩形 8"/>
        <dsp:cNvSpPr/>
      </dsp:nvSpPr>
      <dsp:spPr bwMode="white">
        <a:xfrm>
          <a:off x="5350692" y="1154415"/>
          <a:ext cx="1963436" cy="1570749"/>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49530" tIns="49530" rIns="49530" bIns="4953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zh-CN" altLang="en-US" dirty="0"/>
            <a:t>定密依据</a:t>
          </a:r>
        </a:p>
      </dsp:txBody>
      <dsp:txXfrm>
        <a:off x="5350692" y="1154415"/>
        <a:ext cx="1963436" cy="1570749"/>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5657454" cy="4525963"/>
        <a:chOff x="0" y="0"/>
        <a:chExt cx="5657454" cy="4525963"/>
      </a:xfrm>
    </dsp:grpSpPr>
    <dsp:sp modelId="{273FC35D-F18B-2249-9BDD-A055D6394118}">
      <dsp:nvSpPr>
        <dsp:cNvPr id="11" name="椭圆 10"/>
        <dsp:cNvSpPr/>
      </dsp:nvSpPr>
      <dsp:spPr bwMode="white">
        <a:xfrm>
          <a:off x="1286073" y="1131491"/>
          <a:ext cx="3394472" cy="3394472"/>
        </a:xfrm>
        <a:prstGeom prst="ellipse">
          <a:avLst/>
        </a:prstGeom>
      </dsp:spPr>
      <dsp:style>
        <a:lnRef idx="1">
          <a:schemeClr val="lt1"/>
        </a:lnRef>
        <a:fillRef idx="3">
          <a:schemeClr val="accent1"/>
        </a:fillRef>
        <a:effectRef idx="2">
          <a:scrgbClr r="0" g="0" b="0"/>
        </a:effectRef>
        <a:fontRef idx="minor">
          <a:schemeClr val="lt1"/>
        </a:fontRef>
      </dsp:style>
      <dsp:txXfrm>
        <a:off x="1286073" y="1131491"/>
        <a:ext cx="3394472" cy="3394472"/>
      </dsp:txXfrm>
    </dsp:sp>
    <dsp:sp modelId="{DE1A4DC6-AD93-4243-B048-8CF9AEAECC08}">
      <dsp:nvSpPr>
        <dsp:cNvPr id="7" name="椭圆 6"/>
        <dsp:cNvSpPr/>
      </dsp:nvSpPr>
      <dsp:spPr bwMode="white">
        <a:xfrm>
          <a:off x="1964968" y="1810385"/>
          <a:ext cx="2036683" cy="2036683"/>
        </a:xfrm>
        <a:prstGeom prst="ellipse">
          <a:avLst/>
        </a:prstGeom>
      </dsp:spPr>
      <dsp:style>
        <a:lnRef idx="1">
          <a:schemeClr val="lt1"/>
        </a:lnRef>
        <a:fillRef idx="3">
          <a:schemeClr val="accent1"/>
        </a:fillRef>
        <a:effectRef idx="2">
          <a:scrgbClr r="0" g="0" b="0"/>
        </a:effectRef>
        <a:fontRef idx="minor">
          <a:schemeClr val="lt1"/>
        </a:fontRef>
      </dsp:style>
      <dsp:txXfrm>
        <a:off x="1964968" y="1810385"/>
        <a:ext cx="2036683" cy="2036683"/>
      </dsp:txXfrm>
    </dsp:sp>
    <dsp:sp modelId="{ED081DE4-CB55-5143-A70E-94B7235E3B34}">
      <dsp:nvSpPr>
        <dsp:cNvPr id="3" name="椭圆 2"/>
        <dsp:cNvSpPr/>
      </dsp:nvSpPr>
      <dsp:spPr bwMode="white">
        <a:xfrm>
          <a:off x="2643862" y="2489280"/>
          <a:ext cx="678894" cy="678894"/>
        </a:xfrm>
        <a:prstGeom prst="ellipse">
          <a:avLst/>
        </a:prstGeom>
      </dsp:spPr>
      <dsp:style>
        <a:lnRef idx="1">
          <a:schemeClr val="lt1"/>
        </a:lnRef>
        <a:fillRef idx="3">
          <a:schemeClr val="accent1"/>
        </a:fillRef>
        <a:effectRef idx="2">
          <a:scrgbClr r="0" g="0" b="0"/>
        </a:effectRef>
        <a:fontRef idx="minor">
          <a:schemeClr val="lt1"/>
        </a:fontRef>
      </dsp:style>
      <dsp:txXfrm>
        <a:off x="2643862" y="2489280"/>
        <a:ext cx="678894" cy="678894"/>
      </dsp:txXfrm>
    </dsp:sp>
    <dsp:sp modelId="{08590864-FC89-B44F-9878-A7C255426351}">
      <dsp:nvSpPr>
        <dsp:cNvPr id="4" name="矩形 3"/>
        <dsp:cNvSpPr/>
      </dsp:nvSpPr>
      <dsp:spPr bwMode="white">
        <a:xfrm>
          <a:off x="5246291" y="0"/>
          <a:ext cx="1697236" cy="99005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55600" tIns="63500" rIns="63500" bIns="63500" anchor="ctr"/>
        <a:lstStyle>
          <a:lvl1pPr algn="l">
            <a:defRPr sz="5000"/>
          </a:lvl1pPr>
          <a:lvl2pPr marL="285750" indent="-285750" algn="l">
            <a:defRPr sz="3900"/>
          </a:lvl2pPr>
          <a:lvl3pPr marL="571500" indent="-285750" algn="l">
            <a:defRPr sz="3900"/>
          </a:lvl3pPr>
          <a:lvl4pPr marL="857250" indent="-285750" algn="l">
            <a:defRPr sz="3900"/>
          </a:lvl4pPr>
          <a:lvl5pPr marL="1143000" indent="-285750" algn="l">
            <a:defRPr sz="3900"/>
          </a:lvl5pPr>
          <a:lvl6pPr marL="1428750" indent="-285750" algn="l">
            <a:defRPr sz="3900"/>
          </a:lvl6pPr>
          <a:lvl7pPr marL="1714500" indent="-285750" algn="l">
            <a:defRPr sz="3900"/>
          </a:lvl7pPr>
          <a:lvl8pPr marL="2000250" indent="-285750" algn="l">
            <a:defRPr sz="3900"/>
          </a:lvl8pPr>
          <a:lvl9pPr marL="2286000" indent="-285750" algn="l">
            <a:defRPr sz="3900"/>
          </a:lvl9pPr>
        </a:lstStyle>
        <a:p>
          <a:pPr lvl="0">
            <a:lnSpc>
              <a:spcPct val="100000"/>
            </a:lnSpc>
            <a:spcBef>
              <a:spcPct val="0"/>
            </a:spcBef>
            <a:spcAft>
              <a:spcPct val="35000"/>
            </a:spcAft>
          </a:pPr>
          <a:r>
            <a:rPr lang="zh-CN" altLang="en-US" dirty="0" smtClean="0">
              <a:solidFill>
                <a:schemeClr val="tx1"/>
              </a:solidFill>
            </a:rPr>
            <a:t>内容</a:t>
          </a:r>
          <a:endParaRPr lang="zh-CN" altLang="en-US" dirty="0">
            <a:solidFill>
              <a:schemeClr val="tx1"/>
            </a:solidFill>
          </a:endParaRPr>
        </a:p>
      </dsp:txBody>
      <dsp:txXfrm>
        <a:off x="5246291" y="0"/>
        <a:ext cx="1697236" cy="990054"/>
      </dsp:txXfrm>
    </dsp:sp>
    <dsp:sp modelId="{C42F87B9-B985-F94B-89EF-B55DC4E99A8E}">
      <dsp:nvSpPr>
        <dsp:cNvPr id="5" name="直接连接符 4"/>
        <dsp:cNvSpPr/>
      </dsp:nvSpPr>
      <dsp:spPr bwMode="white">
        <a:xfrm>
          <a:off x="4821982" y="495027"/>
          <a:ext cx="424309" cy="0"/>
        </a:xfrm>
        <a:prstGeom prst="line">
          <a:avLst/>
        </a:prstGeom>
      </dsp:spPr>
      <dsp:style>
        <a:lnRef idx="2">
          <a:schemeClr val="accent1">
            <a:tint val="50000"/>
          </a:schemeClr>
        </a:lnRef>
        <a:fillRef idx="1">
          <a:schemeClr val="accent1"/>
        </a:fillRef>
        <a:effectRef idx="1">
          <a:scrgbClr r="0" g="0" b="0"/>
        </a:effectRef>
        <a:fontRef idx="minor"/>
      </dsp:style>
      <dsp:txXfrm>
        <a:off x="4821982" y="495027"/>
        <a:ext cx="424309" cy="0"/>
      </dsp:txXfrm>
    </dsp:sp>
    <dsp:sp modelId="{7ECD8A7C-86FB-5F4B-B414-42365A9083BC}">
      <dsp:nvSpPr>
        <dsp:cNvPr id="6" name="直接连接符 5"/>
        <dsp:cNvSpPr/>
      </dsp:nvSpPr>
      <dsp:spPr bwMode="white">
        <a:xfrm rot="5400000">
          <a:off x="2735230" y="743672"/>
          <a:ext cx="2333134" cy="1836975"/>
        </a:xfrm>
        <a:prstGeom prst="line">
          <a:avLst/>
        </a:prstGeom>
      </dsp:spPr>
      <dsp:style>
        <a:lnRef idx="2">
          <a:schemeClr val="accent1">
            <a:tint val="50000"/>
          </a:schemeClr>
        </a:lnRef>
        <a:fillRef idx="1">
          <a:schemeClr val="accent1"/>
        </a:fillRef>
        <a:effectRef idx="1">
          <a:scrgbClr r="0" g="0" b="0"/>
        </a:effectRef>
        <a:fontRef idx="minor"/>
      </dsp:style>
      <dsp:txXfrm rot="5400000">
        <a:off x="2735230" y="743672"/>
        <a:ext cx="2333134" cy="1836975"/>
      </dsp:txXfrm>
    </dsp:sp>
    <dsp:sp modelId="{700BAA32-1DEF-9C48-80EA-E939AD1ECFB3}">
      <dsp:nvSpPr>
        <dsp:cNvPr id="8" name="矩形 7"/>
        <dsp:cNvSpPr/>
      </dsp:nvSpPr>
      <dsp:spPr bwMode="white">
        <a:xfrm>
          <a:off x="5246291" y="990054"/>
          <a:ext cx="1697236" cy="99005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55600" tIns="63500" rIns="63500" bIns="63500" anchor="ctr"/>
        <a:lstStyle>
          <a:lvl1pPr algn="l">
            <a:defRPr sz="5000"/>
          </a:lvl1pPr>
          <a:lvl2pPr marL="285750" indent="-285750" algn="l">
            <a:defRPr sz="3900"/>
          </a:lvl2pPr>
          <a:lvl3pPr marL="571500" indent="-285750" algn="l">
            <a:defRPr sz="3900"/>
          </a:lvl3pPr>
          <a:lvl4pPr marL="857250" indent="-285750" algn="l">
            <a:defRPr sz="3900"/>
          </a:lvl4pPr>
          <a:lvl5pPr marL="1143000" indent="-285750" algn="l">
            <a:defRPr sz="3900"/>
          </a:lvl5pPr>
          <a:lvl6pPr marL="1428750" indent="-285750" algn="l">
            <a:defRPr sz="3900"/>
          </a:lvl6pPr>
          <a:lvl7pPr marL="1714500" indent="-285750" algn="l">
            <a:defRPr sz="3900"/>
          </a:lvl7pPr>
          <a:lvl8pPr marL="2000250" indent="-285750" algn="l">
            <a:defRPr sz="3900"/>
          </a:lvl8pPr>
          <a:lvl9pPr marL="2286000" indent="-285750" algn="l">
            <a:defRPr sz="3900"/>
          </a:lvl9pPr>
        </a:lstStyle>
        <a:p>
          <a:pPr lvl="0">
            <a:lnSpc>
              <a:spcPct val="100000"/>
            </a:lnSpc>
            <a:spcBef>
              <a:spcPct val="0"/>
            </a:spcBef>
            <a:spcAft>
              <a:spcPct val="35000"/>
            </a:spcAft>
          </a:pPr>
          <a:r>
            <a:rPr lang="zh-CN" altLang="en-US" dirty="0" smtClean="0">
              <a:solidFill>
                <a:schemeClr val="tx1"/>
              </a:solidFill>
            </a:rPr>
            <a:t>流程</a:t>
          </a:r>
          <a:endParaRPr lang="zh-CN" altLang="en-US" dirty="0">
            <a:solidFill>
              <a:schemeClr val="tx1"/>
            </a:solidFill>
          </a:endParaRPr>
        </a:p>
      </dsp:txBody>
      <dsp:txXfrm>
        <a:off x="5246291" y="990054"/>
        <a:ext cx="1697236" cy="990054"/>
      </dsp:txXfrm>
    </dsp:sp>
    <dsp:sp modelId="{D2F54456-11BD-534E-BE77-EE42F700E923}">
      <dsp:nvSpPr>
        <dsp:cNvPr id="9" name="直接连接符 8"/>
        <dsp:cNvSpPr/>
      </dsp:nvSpPr>
      <dsp:spPr bwMode="white">
        <a:xfrm>
          <a:off x="4821982" y="1485082"/>
          <a:ext cx="424309" cy="0"/>
        </a:xfrm>
        <a:prstGeom prst="line">
          <a:avLst/>
        </a:prstGeom>
      </dsp:spPr>
      <dsp:style>
        <a:lnRef idx="2">
          <a:schemeClr val="accent1">
            <a:tint val="50000"/>
          </a:schemeClr>
        </a:lnRef>
        <a:fillRef idx="1">
          <a:schemeClr val="accent1"/>
        </a:fillRef>
        <a:effectRef idx="1">
          <a:scrgbClr r="0" g="0" b="0"/>
        </a:effectRef>
        <a:fontRef idx="minor"/>
      </dsp:style>
      <dsp:txXfrm>
        <a:off x="4821982" y="1485082"/>
        <a:ext cx="424309" cy="0"/>
      </dsp:txXfrm>
    </dsp:sp>
    <dsp:sp modelId="{43082541-F4E4-6C45-BFE9-C5C69D092940}">
      <dsp:nvSpPr>
        <dsp:cNvPr id="10" name="直接连接符 9"/>
        <dsp:cNvSpPr/>
      </dsp:nvSpPr>
      <dsp:spPr bwMode="white">
        <a:xfrm rot="5400000">
          <a:off x="3236028" y="1718293"/>
          <a:ext cx="1818079" cy="1350434"/>
        </a:xfrm>
        <a:prstGeom prst="line">
          <a:avLst/>
        </a:prstGeom>
      </dsp:spPr>
      <dsp:style>
        <a:lnRef idx="2">
          <a:schemeClr val="accent1">
            <a:tint val="50000"/>
          </a:schemeClr>
        </a:lnRef>
        <a:fillRef idx="1">
          <a:schemeClr val="accent1"/>
        </a:fillRef>
        <a:effectRef idx="1">
          <a:scrgbClr r="0" g="0" b="0"/>
        </a:effectRef>
        <a:fontRef idx="minor"/>
      </dsp:style>
      <dsp:txXfrm rot="5400000">
        <a:off x="3236028" y="1718293"/>
        <a:ext cx="1818079" cy="1350434"/>
      </dsp:txXfrm>
    </dsp:sp>
    <dsp:sp modelId="{6E9AB9A2-3CAB-984F-82B2-94D313A4A885}">
      <dsp:nvSpPr>
        <dsp:cNvPr id="12" name="矩形 11"/>
        <dsp:cNvSpPr/>
      </dsp:nvSpPr>
      <dsp:spPr bwMode="white">
        <a:xfrm>
          <a:off x="5246291" y="1980109"/>
          <a:ext cx="1697236" cy="99005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355600" tIns="63500" rIns="63500" bIns="63500" anchor="ctr"/>
        <a:lstStyle>
          <a:lvl1pPr algn="l">
            <a:defRPr sz="5000"/>
          </a:lvl1pPr>
          <a:lvl2pPr marL="285750" indent="-285750" algn="l">
            <a:defRPr sz="3900"/>
          </a:lvl2pPr>
          <a:lvl3pPr marL="571500" indent="-285750" algn="l">
            <a:defRPr sz="3900"/>
          </a:lvl3pPr>
          <a:lvl4pPr marL="857250" indent="-285750" algn="l">
            <a:defRPr sz="3900"/>
          </a:lvl4pPr>
          <a:lvl5pPr marL="1143000" indent="-285750" algn="l">
            <a:defRPr sz="3900"/>
          </a:lvl5pPr>
          <a:lvl6pPr marL="1428750" indent="-285750" algn="l">
            <a:defRPr sz="3900"/>
          </a:lvl6pPr>
          <a:lvl7pPr marL="1714500" indent="-285750" algn="l">
            <a:defRPr sz="3900"/>
          </a:lvl7pPr>
          <a:lvl8pPr marL="2000250" indent="-285750" algn="l">
            <a:defRPr sz="3900"/>
          </a:lvl8pPr>
          <a:lvl9pPr marL="2286000" indent="-285750" algn="l">
            <a:defRPr sz="3900"/>
          </a:lvl9pPr>
        </a:lstStyle>
        <a:p>
          <a:pPr lvl="0">
            <a:lnSpc>
              <a:spcPct val="100000"/>
            </a:lnSpc>
            <a:spcBef>
              <a:spcPct val="0"/>
            </a:spcBef>
            <a:spcAft>
              <a:spcPct val="35000"/>
            </a:spcAft>
          </a:pPr>
          <a:r>
            <a:rPr lang="zh-CN" altLang="en-US" dirty="0" smtClean="0">
              <a:solidFill>
                <a:schemeClr val="tx1"/>
              </a:solidFill>
            </a:rPr>
            <a:t>方法</a:t>
          </a:r>
          <a:endParaRPr lang="zh-CN" altLang="en-US" dirty="0">
            <a:solidFill>
              <a:schemeClr val="tx1"/>
            </a:solidFill>
          </a:endParaRPr>
        </a:p>
      </dsp:txBody>
      <dsp:txXfrm>
        <a:off x="5246291" y="1980109"/>
        <a:ext cx="1697236" cy="990054"/>
      </dsp:txXfrm>
    </dsp:sp>
    <dsp:sp modelId="{7149FAC1-A9DB-5345-9445-0F3FAC444561}">
      <dsp:nvSpPr>
        <dsp:cNvPr id="13" name="直接连接符 12"/>
        <dsp:cNvSpPr/>
      </dsp:nvSpPr>
      <dsp:spPr bwMode="white">
        <a:xfrm>
          <a:off x="4821982" y="2475136"/>
          <a:ext cx="424309" cy="0"/>
        </a:xfrm>
        <a:prstGeom prst="line">
          <a:avLst/>
        </a:prstGeom>
      </dsp:spPr>
      <dsp:style>
        <a:lnRef idx="2">
          <a:schemeClr val="accent1">
            <a:tint val="50000"/>
          </a:schemeClr>
        </a:lnRef>
        <a:fillRef idx="1">
          <a:schemeClr val="accent1"/>
        </a:fillRef>
        <a:effectRef idx="1">
          <a:scrgbClr r="0" g="0" b="0"/>
        </a:effectRef>
        <a:fontRef idx="minor"/>
      </dsp:style>
      <dsp:txXfrm>
        <a:off x="4821982" y="2475136"/>
        <a:ext cx="424309" cy="0"/>
      </dsp:txXfrm>
    </dsp:sp>
    <dsp:sp modelId="{615A59FF-9D1A-8A4A-877C-2DB6FCE1FF20}">
      <dsp:nvSpPr>
        <dsp:cNvPr id="14" name="直接连接符 13"/>
        <dsp:cNvSpPr/>
      </dsp:nvSpPr>
      <dsp:spPr bwMode="white">
        <a:xfrm rot="5400000">
          <a:off x="3737448" y="2692099"/>
          <a:ext cx="1298951" cy="863893"/>
        </a:xfrm>
        <a:prstGeom prst="line">
          <a:avLst/>
        </a:prstGeom>
      </dsp:spPr>
      <dsp:style>
        <a:lnRef idx="2">
          <a:schemeClr val="accent1">
            <a:tint val="50000"/>
          </a:schemeClr>
        </a:lnRef>
        <a:fillRef idx="1">
          <a:schemeClr val="accent1"/>
        </a:fillRef>
        <a:effectRef idx="1">
          <a:scrgbClr r="0" g="0" b="0"/>
        </a:effectRef>
        <a:fontRef idx="minor"/>
      </dsp:style>
      <dsp:txXfrm rot="5400000">
        <a:off x="3737448" y="2692099"/>
        <a:ext cx="1298951" cy="863893"/>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86B0BD93-0EFA-3D40-8D93-5995D9336ED6}">
      <dsp:nvSpPr>
        <dsp:cNvPr id="3" name="圆角矩形 2"/>
        <dsp:cNvSpPr/>
      </dsp:nvSpPr>
      <dsp:spPr bwMode="white">
        <a:xfrm>
          <a:off x="0" y="2344195"/>
          <a:ext cx="2165684" cy="1082842"/>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25400" tIns="25400" rIns="25400" bIns="25400" anchor="ctr"/>
        <a:lstStyle>
          <a:lvl1pPr algn="ctr">
            <a:defRPr sz="40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zh-CN" altLang="en-US" dirty="0"/>
            <a:t>定密程序</a:t>
          </a:r>
        </a:p>
      </dsp:txBody>
      <dsp:txXfrm>
        <a:off x="0" y="2344195"/>
        <a:ext cx="2165684" cy="1082842"/>
      </dsp:txXfrm>
    </dsp:sp>
    <dsp:sp modelId="{C723E5B5-E946-224A-86DD-204D5F1690E8}">
      <dsp:nvSpPr>
        <dsp:cNvPr id="4" name="任意多边形 3"/>
        <dsp:cNvSpPr/>
      </dsp:nvSpPr>
      <dsp:spPr bwMode="white">
        <a:xfrm>
          <a:off x="2065411" y="2552766"/>
          <a:ext cx="1066819" cy="43065"/>
        </a:xfrm>
        <a:custGeom>
          <a:avLst/>
          <a:gdLst/>
          <a:ahLst/>
          <a:cxnLst/>
          <a:pathLst>
            <a:path w="1680" h="68">
              <a:moveTo>
                <a:pt x="158" y="524"/>
              </a:moveTo>
              <a:lnTo>
                <a:pt x="1522" y="-456"/>
              </a:lnTo>
            </a:path>
          </a:pathLst>
        </a:custGeom>
      </dsp:spPr>
      <dsp:style>
        <a:lnRef idx="1">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2065411" y="2552766"/>
        <a:ext cx="1066819" cy="43065"/>
      </dsp:txXfrm>
    </dsp:sp>
    <dsp:sp modelId="{E917B708-D82C-F541-BA42-4395FA557C16}">
      <dsp:nvSpPr>
        <dsp:cNvPr id="5" name="圆角矩形 4"/>
        <dsp:cNvSpPr/>
      </dsp:nvSpPr>
      <dsp:spPr bwMode="white">
        <a:xfrm>
          <a:off x="3031958" y="1721560"/>
          <a:ext cx="2165684" cy="1082842"/>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25400" tIns="25400" rIns="25400" bIns="25400" anchor="ctr"/>
        <a:lstStyle>
          <a:lvl1pPr algn="ctr">
            <a:defRPr sz="40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zh-CN" altLang="en-US" dirty="0"/>
            <a:t>特殊</a:t>
          </a:r>
        </a:p>
      </dsp:txBody>
      <dsp:txXfrm>
        <a:off x="3031958" y="1721560"/>
        <a:ext cx="2165684" cy="1082842"/>
      </dsp:txXfrm>
    </dsp:sp>
    <dsp:sp modelId="{02C19660-074C-DA4F-BC5D-492A0CD4B2FA}">
      <dsp:nvSpPr>
        <dsp:cNvPr id="6" name="任意多边形 5"/>
        <dsp:cNvSpPr/>
      </dsp:nvSpPr>
      <dsp:spPr bwMode="white">
        <a:xfrm>
          <a:off x="4872306" y="1618815"/>
          <a:ext cx="1516945" cy="43065"/>
        </a:xfrm>
        <a:custGeom>
          <a:avLst/>
          <a:gdLst/>
          <a:ahLst/>
          <a:cxnLst/>
          <a:pathLst>
            <a:path w="2389" h="68">
              <a:moveTo>
                <a:pt x="512" y="1014"/>
              </a:moveTo>
              <a:lnTo>
                <a:pt x="1877" y="-947"/>
              </a:lnTo>
            </a:path>
          </a:pathLst>
        </a:custGeom>
      </dsp:spPr>
      <dsp:style>
        <a:lnRef idx="1">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4872306" y="1618815"/>
        <a:ext cx="1516945" cy="43065"/>
      </dsp:txXfrm>
    </dsp:sp>
    <dsp:sp modelId="{BB3A7E5B-4049-AF4E-9792-1E3479832699}">
      <dsp:nvSpPr>
        <dsp:cNvPr id="7" name="圆角矩形 6"/>
        <dsp:cNvSpPr/>
      </dsp:nvSpPr>
      <dsp:spPr bwMode="white">
        <a:xfrm>
          <a:off x="6063916" y="476292"/>
          <a:ext cx="2165684" cy="1082842"/>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25400" tIns="25400" rIns="25400" bIns="25400" anchor="ctr"/>
        <a:lstStyle>
          <a:lvl1pPr algn="ctr">
            <a:defRPr sz="40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zh-CN" altLang="en-US" dirty="0"/>
            <a:t>不明确</a:t>
          </a:r>
        </a:p>
      </dsp:txBody>
      <dsp:txXfrm>
        <a:off x="6063916" y="476292"/>
        <a:ext cx="2165684" cy="1082842"/>
      </dsp:txXfrm>
    </dsp:sp>
    <dsp:sp modelId="{C4373EB5-D428-A043-920C-EB66832FE957}">
      <dsp:nvSpPr>
        <dsp:cNvPr id="8" name="任意多边形 7"/>
        <dsp:cNvSpPr/>
      </dsp:nvSpPr>
      <dsp:spPr bwMode="white">
        <a:xfrm>
          <a:off x="5197642" y="2241449"/>
          <a:ext cx="866274" cy="43065"/>
        </a:xfrm>
        <a:custGeom>
          <a:avLst/>
          <a:gdLst/>
          <a:ahLst/>
          <a:cxnLst/>
          <a:pathLst>
            <a:path w="1364" h="68">
              <a:moveTo>
                <a:pt x="0" y="34"/>
              </a:moveTo>
              <a:lnTo>
                <a:pt x="1364" y="34"/>
              </a:lnTo>
            </a:path>
          </a:pathLst>
        </a:custGeom>
      </dsp:spPr>
      <dsp:style>
        <a:lnRef idx="1">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5197642" y="2241449"/>
        <a:ext cx="866274" cy="43065"/>
      </dsp:txXfrm>
    </dsp:sp>
    <dsp:sp modelId="{F75E1F7A-2F85-844F-8810-BD8D24BABC68}">
      <dsp:nvSpPr>
        <dsp:cNvPr id="9" name="圆角矩形 8"/>
        <dsp:cNvSpPr/>
      </dsp:nvSpPr>
      <dsp:spPr bwMode="white">
        <a:xfrm>
          <a:off x="6063916" y="1721560"/>
          <a:ext cx="2165684" cy="1082842"/>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25400" tIns="25400" rIns="25400" bIns="25400" anchor="ctr"/>
        <a:lstStyle>
          <a:lvl1pPr algn="ctr">
            <a:defRPr sz="40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zh-CN" altLang="en-US"/>
            <a:t>有争议</a:t>
          </a:r>
        </a:p>
      </dsp:txBody>
      <dsp:txXfrm>
        <a:off x="6063916" y="1721560"/>
        <a:ext cx="2165684" cy="1082842"/>
      </dsp:txXfrm>
    </dsp:sp>
    <dsp:sp modelId="{AC2F0A37-28CD-F342-B097-B3770416D278}">
      <dsp:nvSpPr>
        <dsp:cNvPr id="10" name="任意多边形 9"/>
        <dsp:cNvSpPr/>
      </dsp:nvSpPr>
      <dsp:spPr bwMode="white">
        <a:xfrm>
          <a:off x="4872306" y="2864083"/>
          <a:ext cx="1516945" cy="43065"/>
        </a:xfrm>
        <a:custGeom>
          <a:avLst/>
          <a:gdLst/>
          <a:ahLst/>
          <a:cxnLst/>
          <a:pathLst>
            <a:path w="2389" h="68">
              <a:moveTo>
                <a:pt x="512" y="-947"/>
              </a:moveTo>
              <a:lnTo>
                <a:pt x="1877" y="1014"/>
              </a:lnTo>
            </a:path>
          </a:pathLst>
        </a:custGeom>
      </dsp:spPr>
      <dsp:style>
        <a:lnRef idx="1">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4872306" y="2864083"/>
        <a:ext cx="1516945" cy="43065"/>
      </dsp:txXfrm>
    </dsp:sp>
    <dsp:sp modelId="{23B3671E-1825-6C4A-9C3E-DC3DE41BA5A8}">
      <dsp:nvSpPr>
        <dsp:cNvPr id="11" name="圆角矩形 10"/>
        <dsp:cNvSpPr/>
      </dsp:nvSpPr>
      <dsp:spPr bwMode="white">
        <a:xfrm>
          <a:off x="6063916" y="2966829"/>
          <a:ext cx="2165684" cy="1082842"/>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25400" tIns="25400" rIns="25400" bIns="25400" anchor="ctr"/>
        <a:lstStyle>
          <a:lvl1pPr algn="ctr">
            <a:defRPr sz="40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zh-CN" altLang="en-US" dirty="0"/>
            <a:t>无权</a:t>
          </a:r>
        </a:p>
      </dsp:txBody>
      <dsp:txXfrm>
        <a:off x="6063916" y="2966829"/>
        <a:ext cx="2165684" cy="1082842"/>
      </dsp:txXfrm>
    </dsp:sp>
    <dsp:sp modelId="{6B67EAF5-2AEC-0E45-9216-20ED9CEAFC17}">
      <dsp:nvSpPr>
        <dsp:cNvPr id="12" name="任意多边形 11"/>
        <dsp:cNvSpPr/>
      </dsp:nvSpPr>
      <dsp:spPr bwMode="white">
        <a:xfrm>
          <a:off x="2065411" y="3175400"/>
          <a:ext cx="1066819" cy="43065"/>
        </a:xfrm>
        <a:custGeom>
          <a:avLst/>
          <a:gdLst/>
          <a:ahLst/>
          <a:cxnLst/>
          <a:pathLst>
            <a:path w="1680" h="68">
              <a:moveTo>
                <a:pt x="158" y="-456"/>
              </a:moveTo>
              <a:lnTo>
                <a:pt x="1522" y="524"/>
              </a:lnTo>
            </a:path>
          </a:pathLst>
        </a:custGeom>
      </dsp:spPr>
      <dsp:style>
        <a:lnRef idx="1">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2065411" y="3175400"/>
        <a:ext cx="1066819" cy="43065"/>
      </dsp:txXfrm>
    </dsp:sp>
    <dsp:sp modelId="{1EA7E810-02B8-9D42-8532-FF42465EEBBC}">
      <dsp:nvSpPr>
        <dsp:cNvPr id="13" name="圆角矩形 12"/>
        <dsp:cNvSpPr/>
      </dsp:nvSpPr>
      <dsp:spPr bwMode="white">
        <a:xfrm>
          <a:off x="3031958" y="2966829"/>
          <a:ext cx="2165684" cy="1082842"/>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25400" tIns="25400" rIns="25400" bIns="25400" anchor="ctr"/>
        <a:lstStyle>
          <a:lvl1pPr algn="ctr">
            <a:defRPr sz="40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zh-CN" altLang="en-US" dirty="0"/>
            <a:t>普通</a:t>
          </a:r>
        </a:p>
      </dsp:txBody>
      <dsp:txXfrm>
        <a:off x="3031958" y="2966829"/>
        <a:ext cx="2165684" cy="1082842"/>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A09A9108-445B-0943-B14C-76334F0BB593}">
      <dsp:nvSpPr>
        <dsp:cNvPr id="3" name="圆角矩形 2"/>
        <dsp:cNvSpPr/>
      </dsp:nvSpPr>
      <dsp:spPr bwMode="white">
        <a:xfrm>
          <a:off x="0" y="2032878"/>
          <a:ext cx="2165684" cy="1082842"/>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25400" tIns="25400" rIns="25400" bIns="25400" anchor="ctr"/>
        <a:lstStyle>
          <a:lvl1pPr algn="ctr">
            <a:defRPr sz="40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zh-CN" altLang="en-US" dirty="0"/>
            <a:t>定密方式</a:t>
          </a:r>
        </a:p>
      </dsp:txBody>
      <dsp:txXfrm>
        <a:off x="0" y="2032878"/>
        <a:ext cx="2165684" cy="1082842"/>
      </dsp:txXfrm>
    </dsp:sp>
    <dsp:sp modelId="{93B80796-E9C0-9747-AC8B-2F143B284899}">
      <dsp:nvSpPr>
        <dsp:cNvPr id="4" name="任意多边形 3"/>
        <dsp:cNvSpPr/>
      </dsp:nvSpPr>
      <dsp:spPr bwMode="white">
        <a:xfrm>
          <a:off x="1961896" y="2085790"/>
          <a:ext cx="1273851" cy="43065"/>
        </a:xfrm>
        <a:custGeom>
          <a:avLst/>
          <a:gdLst/>
          <a:ahLst/>
          <a:cxnLst/>
          <a:pathLst>
            <a:path w="2006" h="68">
              <a:moveTo>
                <a:pt x="321" y="769"/>
              </a:moveTo>
              <a:lnTo>
                <a:pt x="1685" y="-701"/>
              </a:lnTo>
            </a:path>
          </a:pathLst>
        </a:custGeom>
      </dsp:spPr>
      <dsp:style>
        <a:lnRef idx="1">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1961896" y="2085790"/>
        <a:ext cx="1273851" cy="43065"/>
      </dsp:txXfrm>
    </dsp:sp>
    <dsp:sp modelId="{0514F14E-34DC-9946-B58F-8D59E1B1B4C0}">
      <dsp:nvSpPr>
        <dsp:cNvPr id="5" name="圆角矩形 4"/>
        <dsp:cNvSpPr/>
      </dsp:nvSpPr>
      <dsp:spPr bwMode="white">
        <a:xfrm>
          <a:off x="3031958" y="1098926"/>
          <a:ext cx="2165684" cy="1082842"/>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25400" tIns="25400" rIns="25400" bIns="25400" anchor="ctr"/>
        <a:lstStyle>
          <a:lvl1pPr algn="ctr">
            <a:defRPr sz="40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zh-CN" altLang="en-US" dirty="0"/>
            <a:t>申请定密</a:t>
          </a:r>
        </a:p>
      </dsp:txBody>
      <dsp:txXfrm>
        <a:off x="3031958" y="1098926"/>
        <a:ext cx="2165684" cy="1082842"/>
      </dsp:txXfrm>
    </dsp:sp>
    <dsp:sp modelId="{59599250-3AC1-E34D-9674-6D784FC5A7DE}">
      <dsp:nvSpPr>
        <dsp:cNvPr id="6" name="任意多边形 5"/>
        <dsp:cNvSpPr/>
      </dsp:nvSpPr>
      <dsp:spPr bwMode="white">
        <a:xfrm>
          <a:off x="5097369" y="1307498"/>
          <a:ext cx="1066819" cy="43065"/>
        </a:xfrm>
        <a:custGeom>
          <a:avLst/>
          <a:gdLst/>
          <a:ahLst/>
          <a:cxnLst/>
          <a:pathLst>
            <a:path w="1680" h="68">
              <a:moveTo>
                <a:pt x="158" y="524"/>
              </a:moveTo>
              <a:lnTo>
                <a:pt x="1522" y="-456"/>
              </a:lnTo>
            </a:path>
          </a:pathLst>
        </a:custGeom>
      </dsp:spPr>
      <dsp:style>
        <a:lnRef idx="1">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5097369" y="1307498"/>
        <a:ext cx="1066819" cy="43065"/>
      </dsp:txXfrm>
    </dsp:sp>
    <dsp:sp modelId="{47975D70-9A69-034A-90BC-BB1BC8030729}">
      <dsp:nvSpPr>
        <dsp:cNvPr id="7" name="圆角矩形 6"/>
        <dsp:cNvSpPr/>
      </dsp:nvSpPr>
      <dsp:spPr bwMode="white">
        <a:xfrm>
          <a:off x="6063916" y="476292"/>
          <a:ext cx="2165684" cy="1082842"/>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25400" tIns="25400" rIns="25400" bIns="25400" anchor="ctr"/>
        <a:lstStyle>
          <a:lvl1pPr algn="ctr">
            <a:defRPr sz="40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zh-CN" altLang="en-US" dirty="0"/>
            <a:t>不明确</a:t>
          </a:r>
        </a:p>
      </dsp:txBody>
      <dsp:txXfrm>
        <a:off x="6063916" y="476292"/>
        <a:ext cx="2165684" cy="1082842"/>
      </dsp:txXfrm>
    </dsp:sp>
    <dsp:sp modelId="{56F0BB8B-2CA6-7B47-942A-E97FCA3A4F5E}">
      <dsp:nvSpPr>
        <dsp:cNvPr id="8" name="任意多边形 7"/>
        <dsp:cNvSpPr/>
      </dsp:nvSpPr>
      <dsp:spPr bwMode="white">
        <a:xfrm>
          <a:off x="5097369" y="1930132"/>
          <a:ext cx="1066819" cy="43065"/>
        </a:xfrm>
        <a:custGeom>
          <a:avLst/>
          <a:gdLst/>
          <a:ahLst/>
          <a:cxnLst/>
          <a:pathLst>
            <a:path w="1680" h="68">
              <a:moveTo>
                <a:pt x="158" y="-456"/>
              </a:moveTo>
              <a:lnTo>
                <a:pt x="1522" y="524"/>
              </a:lnTo>
            </a:path>
          </a:pathLst>
        </a:custGeom>
      </dsp:spPr>
      <dsp:style>
        <a:lnRef idx="1">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5097369" y="1930132"/>
        <a:ext cx="1066819" cy="43065"/>
      </dsp:txXfrm>
    </dsp:sp>
    <dsp:sp modelId="{4211350B-12B3-6E43-8725-1AF82068F9DC}">
      <dsp:nvSpPr>
        <dsp:cNvPr id="9" name="圆角矩形 8"/>
        <dsp:cNvSpPr/>
      </dsp:nvSpPr>
      <dsp:spPr bwMode="white">
        <a:xfrm>
          <a:off x="6063916" y="1721560"/>
          <a:ext cx="2165684" cy="1082842"/>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25400" tIns="25400" rIns="25400" bIns="25400" anchor="ctr"/>
        <a:lstStyle>
          <a:lvl1pPr algn="ctr">
            <a:defRPr sz="40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zh-CN" altLang="en-US" dirty="0"/>
            <a:t>有争议</a:t>
          </a:r>
        </a:p>
      </dsp:txBody>
      <dsp:txXfrm>
        <a:off x="6063916" y="1721560"/>
        <a:ext cx="2165684" cy="1082842"/>
      </dsp:txXfrm>
    </dsp:sp>
    <dsp:sp modelId="{AE310975-1EAE-0342-B54D-723F45FA2C5C}">
      <dsp:nvSpPr>
        <dsp:cNvPr id="10" name="任意多边形 9"/>
        <dsp:cNvSpPr/>
      </dsp:nvSpPr>
      <dsp:spPr bwMode="white">
        <a:xfrm>
          <a:off x="1961896" y="3019742"/>
          <a:ext cx="1273851" cy="43065"/>
        </a:xfrm>
        <a:custGeom>
          <a:avLst/>
          <a:gdLst/>
          <a:ahLst/>
          <a:cxnLst/>
          <a:pathLst>
            <a:path w="2006" h="68">
              <a:moveTo>
                <a:pt x="321" y="-701"/>
              </a:moveTo>
              <a:lnTo>
                <a:pt x="1685" y="769"/>
              </a:lnTo>
            </a:path>
          </a:pathLst>
        </a:custGeom>
      </dsp:spPr>
      <dsp:style>
        <a:lnRef idx="1">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1961896" y="3019742"/>
        <a:ext cx="1273851" cy="43065"/>
      </dsp:txXfrm>
    </dsp:sp>
    <dsp:sp modelId="{69E4AC8B-5E68-264E-8CF3-22FA2ECB121A}">
      <dsp:nvSpPr>
        <dsp:cNvPr id="11" name="圆角矩形 10"/>
        <dsp:cNvSpPr/>
      </dsp:nvSpPr>
      <dsp:spPr bwMode="white">
        <a:xfrm>
          <a:off x="3031958" y="2966829"/>
          <a:ext cx="2165684" cy="1082842"/>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25400" tIns="25400" rIns="25400" bIns="25400" anchor="ctr"/>
        <a:lstStyle>
          <a:lvl1pPr algn="ctr">
            <a:defRPr sz="40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zh-CN" altLang="en-US" dirty="0"/>
            <a:t>直接定密</a:t>
          </a:r>
        </a:p>
      </dsp:txBody>
      <dsp:txXfrm>
        <a:off x="3031958" y="2966829"/>
        <a:ext cx="2165684" cy="1082842"/>
      </dsp:txXfrm>
    </dsp:sp>
    <dsp:sp modelId="{B9D50EE2-1D2A-4B49-A87A-1B1B2B805BEC}">
      <dsp:nvSpPr>
        <dsp:cNvPr id="12" name="任意多边形 11"/>
        <dsp:cNvSpPr/>
      </dsp:nvSpPr>
      <dsp:spPr bwMode="white">
        <a:xfrm>
          <a:off x="5197642" y="3486717"/>
          <a:ext cx="866274" cy="43065"/>
        </a:xfrm>
        <a:custGeom>
          <a:avLst/>
          <a:gdLst/>
          <a:ahLst/>
          <a:cxnLst/>
          <a:pathLst>
            <a:path w="1364" h="68">
              <a:moveTo>
                <a:pt x="0" y="34"/>
              </a:moveTo>
              <a:lnTo>
                <a:pt x="1364" y="34"/>
              </a:lnTo>
            </a:path>
          </a:pathLst>
        </a:custGeom>
      </dsp:spPr>
      <dsp:style>
        <a:lnRef idx="1">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5197642" y="3486717"/>
        <a:ext cx="866274" cy="43065"/>
      </dsp:txXfrm>
    </dsp:sp>
    <dsp:sp modelId="{99BDFFCB-5C75-D84A-8177-9B2895E35754}">
      <dsp:nvSpPr>
        <dsp:cNvPr id="13" name="圆角矩形 12"/>
        <dsp:cNvSpPr/>
      </dsp:nvSpPr>
      <dsp:spPr bwMode="white">
        <a:xfrm>
          <a:off x="6063916" y="2966829"/>
          <a:ext cx="2165684" cy="1082842"/>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25400" tIns="25400" rIns="25400" bIns="25400" anchor="ctr"/>
        <a:lstStyle>
          <a:lvl1pPr algn="ctr">
            <a:defRPr sz="40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zh-CN" altLang="en-US" dirty="0"/>
            <a:t>对号入座</a:t>
          </a:r>
        </a:p>
      </dsp:txBody>
      <dsp:txXfrm>
        <a:off x="6063916" y="2966829"/>
        <a:ext cx="2165684" cy="1082842"/>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992888" cy="5472608"/>
        <a:chOff x="0" y="0"/>
        <a:chExt cx="7992888" cy="5472608"/>
      </a:xfrm>
    </dsp:grpSpPr>
    <dsp:sp modelId="{1AB5BE4E-8980-3C47-AF68-4FF72C281332}">
      <dsp:nvSpPr>
        <dsp:cNvPr id="4" name="同侧圆角矩形 3"/>
        <dsp:cNvSpPr/>
      </dsp:nvSpPr>
      <dsp:spPr bwMode="white">
        <a:xfrm rot="5400000">
          <a:off x="4907684" y="-1898374"/>
          <a:ext cx="1054961" cy="5115448"/>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68580" tIns="34290" rIns="68580" bIns="34290" anchor="ctr"/>
        <a:lstStyle>
          <a:lvl1pPr algn="l">
            <a:defRPr sz="18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1">
            <a:lnSpc>
              <a:spcPct val="100000"/>
            </a:lnSpc>
            <a:spcBef>
              <a:spcPct val="0"/>
            </a:spcBef>
            <a:spcAft>
              <a:spcPct val="15000"/>
            </a:spcAft>
            <a:buChar char="•"/>
          </a:pPr>
          <a:r>
            <a:rPr lang="zh-CN" altLang="en-US" b="0" i="0" u="none" strike="noStrike" dirty="0" smtClean="0">
              <a:solidFill>
                <a:schemeClr val="tx1"/>
              </a:solidFill>
              <a:effectLst/>
              <a:latin typeface="+mn-lt"/>
              <a:ea typeface="+mn-ea"/>
              <a:cs typeface="+mn-cs"/>
            </a:rPr>
            <a:t>派生定密，是指机关、单位对执行或者办理已定密事项所产生的国家秘密，依法确定、变更和解除的活动。</a:t>
          </a:r>
          <a:endParaRPr lang="zh-CN" altLang="en-US" dirty="0">
            <a:solidFill>
              <a:schemeClr val="dk1"/>
            </a:solidFill>
          </a:endParaRPr>
        </a:p>
      </dsp:txBody>
      <dsp:txXfrm rot="5400000">
        <a:off x="4907684" y="-1898374"/>
        <a:ext cx="1054961" cy="5115448"/>
      </dsp:txXfrm>
    </dsp:sp>
    <dsp:sp modelId="{416E291C-1DB7-6C43-9FDB-37C00AECACD6}">
      <dsp:nvSpPr>
        <dsp:cNvPr id="3" name="圆角矩形 2"/>
        <dsp:cNvSpPr/>
      </dsp:nvSpPr>
      <dsp:spPr bwMode="white">
        <a:xfrm>
          <a:off x="0" y="0"/>
          <a:ext cx="2877440" cy="1318701"/>
        </a:xfrm>
        <a:prstGeom prst="roundRect">
          <a:avLst/>
        </a:prstGeom>
      </dsp:spPr>
      <dsp:style>
        <a:lnRef idx="0">
          <a:schemeClr val="lt1"/>
        </a:lnRef>
        <a:fillRef idx="3">
          <a:schemeClr val="accent1"/>
        </a:fillRef>
        <a:effectRef idx="2">
          <a:scrgbClr r="0" g="0" b="0"/>
        </a:effectRef>
        <a:fontRef idx="minor">
          <a:schemeClr val="lt1"/>
        </a:fontRef>
      </dsp:style>
      <dsp:txBody>
        <a:bodyPr lIns="236219" tIns="118109" rIns="236219" bIns="118109" anchor="ctr"/>
        <a:lstStyle>
          <a:lvl1pPr algn="ctr">
            <a:defRPr sz="6200"/>
          </a:lvl1pPr>
          <a:lvl2pPr marL="285750" indent="-285750" algn="ctr">
            <a:defRPr sz="4800"/>
          </a:lvl2pPr>
          <a:lvl3pPr marL="571500" indent="-285750" algn="ctr">
            <a:defRPr sz="4800"/>
          </a:lvl3pPr>
          <a:lvl4pPr marL="857250" indent="-285750" algn="ctr">
            <a:defRPr sz="4800"/>
          </a:lvl4pPr>
          <a:lvl5pPr marL="1143000" indent="-285750" algn="ctr">
            <a:defRPr sz="4800"/>
          </a:lvl5pPr>
          <a:lvl6pPr marL="1428750" indent="-285750" algn="ctr">
            <a:defRPr sz="4800"/>
          </a:lvl6pPr>
          <a:lvl7pPr marL="1714500" indent="-285750" algn="ctr">
            <a:defRPr sz="4800"/>
          </a:lvl7pPr>
          <a:lvl8pPr marL="2000250" indent="-285750" algn="ctr">
            <a:defRPr sz="4800"/>
          </a:lvl8pPr>
          <a:lvl9pPr marL="2286000" indent="-285750" algn="ctr">
            <a:defRPr sz="4800"/>
          </a:lvl9pPr>
        </a:lstStyle>
        <a:p>
          <a:pPr lvl="0">
            <a:lnSpc>
              <a:spcPct val="100000"/>
            </a:lnSpc>
            <a:spcBef>
              <a:spcPct val="0"/>
            </a:spcBef>
            <a:spcAft>
              <a:spcPct val="35000"/>
            </a:spcAft>
          </a:pPr>
          <a:r>
            <a:rPr lang="zh-CN" altLang="en-US" dirty="0" smtClean="0"/>
            <a:t>含义</a:t>
          </a:r>
          <a:endParaRPr lang="zh-CN" altLang="en-US" dirty="0"/>
        </a:p>
      </dsp:txBody>
      <dsp:txXfrm>
        <a:off x="0" y="0"/>
        <a:ext cx="2877440" cy="1318701"/>
      </dsp:txXfrm>
    </dsp:sp>
    <dsp:sp modelId="{93ED61A2-7D4A-A642-A51F-1EB03658FA07}">
      <dsp:nvSpPr>
        <dsp:cNvPr id="6" name="同侧圆角矩形 5"/>
        <dsp:cNvSpPr/>
      </dsp:nvSpPr>
      <dsp:spPr bwMode="white">
        <a:xfrm rot="5400000">
          <a:off x="4907684" y="-513738"/>
          <a:ext cx="1054961" cy="5115448"/>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68580" tIns="34290" rIns="68580" bIns="34290" anchor="ctr"/>
        <a:lstStyle>
          <a:lvl1pPr algn="l">
            <a:defRPr sz="18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1">
            <a:lnSpc>
              <a:spcPct val="100000"/>
            </a:lnSpc>
            <a:spcBef>
              <a:spcPct val="0"/>
            </a:spcBef>
            <a:spcAft>
              <a:spcPct val="15000"/>
            </a:spcAft>
            <a:buChar char="•"/>
          </a:pPr>
          <a:r>
            <a:rPr lang="zh-CN" altLang="en-US" dirty="0" smtClean="0">
              <a:solidFill>
                <a:schemeClr val="dk1"/>
              </a:solidFill>
            </a:rPr>
            <a:t>不受定密权限限制</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只要是国家秘密事项知悉范围或执行范围内的机关、单位</a:t>
          </a:r>
          <a:endParaRPr lang="zh-CN" altLang="en-US" dirty="0">
            <a:solidFill>
              <a:schemeClr val="dk1"/>
            </a:solidFill>
          </a:endParaRPr>
        </a:p>
      </dsp:txBody>
      <dsp:txXfrm rot="5400000">
        <a:off x="4907684" y="-513738"/>
        <a:ext cx="1054961" cy="5115448"/>
      </dsp:txXfrm>
    </dsp:sp>
    <dsp:sp modelId="{10A4B4C4-9524-9F49-95BE-E0E99036031F}">
      <dsp:nvSpPr>
        <dsp:cNvPr id="5" name="圆角矩形 4"/>
        <dsp:cNvSpPr/>
      </dsp:nvSpPr>
      <dsp:spPr bwMode="white">
        <a:xfrm>
          <a:off x="0" y="1384636"/>
          <a:ext cx="2877440" cy="1318701"/>
        </a:xfrm>
        <a:prstGeom prst="roundRect">
          <a:avLst/>
        </a:prstGeom>
      </dsp:spPr>
      <dsp:style>
        <a:lnRef idx="0">
          <a:schemeClr val="lt1"/>
        </a:lnRef>
        <a:fillRef idx="3">
          <a:schemeClr val="accent1"/>
        </a:fillRef>
        <a:effectRef idx="2">
          <a:scrgbClr r="0" g="0" b="0"/>
        </a:effectRef>
        <a:fontRef idx="minor">
          <a:schemeClr val="lt1"/>
        </a:fontRef>
      </dsp:style>
      <dsp:txBody>
        <a:bodyPr lIns="236219" tIns="118109" rIns="236219" bIns="118109" anchor="ctr"/>
        <a:lstStyle>
          <a:lvl1pPr algn="ctr">
            <a:defRPr sz="6200"/>
          </a:lvl1pPr>
          <a:lvl2pPr marL="285750" indent="-285750" algn="ctr">
            <a:defRPr sz="4800"/>
          </a:lvl2pPr>
          <a:lvl3pPr marL="571500" indent="-285750" algn="ctr">
            <a:defRPr sz="4800"/>
          </a:lvl3pPr>
          <a:lvl4pPr marL="857250" indent="-285750" algn="ctr">
            <a:defRPr sz="4800"/>
          </a:lvl4pPr>
          <a:lvl5pPr marL="1143000" indent="-285750" algn="ctr">
            <a:defRPr sz="4800"/>
          </a:lvl5pPr>
          <a:lvl6pPr marL="1428750" indent="-285750" algn="ctr">
            <a:defRPr sz="4800"/>
          </a:lvl6pPr>
          <a:lvl7pPr marL="1714500" indent="-285750" algn="ctr">
            <a:defRPr sz="4800"/>
          </a:lvl7pPr>
          <a:lvl8pPr marL="2000250" indent="-285750" algn="ctr">
            <a:defRPr sz="4800"/>
          </a:lvl8pPr>
          <a:lvl9pPr marL="2286000" indent="-285750" algn="ctr">
            <a:defRPr sz="4800"/>
          </a:lvl9pPr>
        </a:lstStyle>
        <a:p>
          <a:pPr lvl="0">
            <a:lnSpc>
              <a:spcPct val="100000"/>
            </a:lnSpc>
            <a:spcBef>
              <a:spcPct val="0"/>
            </a:spcBef>
            <a:spcAft>
              <a:spcPct val="35000"/>
            </a:spcAft>
          </a:pPr>
          <a:r>
            <a:rPr lang="zh-CN" altLang="en-US" dirty="0" smtClean="0"/>
            <a:t>权限</a:t>
          </a:r>
          <a:endParaRPr lang="zh-CN" altLang="en-US" dirty="0"/>
        </a:p>
      </dsp:txBody>
      <dsp:txXfrm>
        <a:off x="0" y="1384636"/>
        <a:ext cx="2877440" cy="1318701"/>
      </dsp:txXfrm>
    </dsp:sp>
    <dsp:sp modelId="{78673B60-EADF-A44F-8EA1-6C7B50A13E91}">
      <dsp:nvSpPr>
        <dsp:cNvPr id="8" name="同侧圆角矩形 7"/>
        <dsp:cNvSpPr/>
      </dsp:nvSpPr>
      <dsp:spPr bwMode="white">
        <a:xfrm rot="5400000">
          <a:off x="4907684" y="870898"/>
          <a:ext cx="1054961" cy="5115448"/>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68580" tIns="34290" rIns="68580" bIns="34290" anchor="ctr"/>
        <a:lstStyle>
          <a:lvl1pPr algn="l">
            <a:defRPr sz="18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1">
            <a:lnSpc>
              <a:spcPct val="100000"/>
            </a:lnSpc>
            <a:spcBef>
              <a:spcPct val="0"/>
            </a:spcBef>
            <a:spcAft>
              <a:spcPct val="15000"/>
            </a:spcAft>
            <a:buChar char="•"/>
          </a:pPr>
          <a:r>
            <a:rPr lang="zh-CN" altLang="en-US" dirty="0" smtClean="0">
              <a:solidFill>
                <a:schemeClr val="dk1"/>
              </a:solidFill>
            </a:rPr>
            <a:t>不需要依据保密事项范围</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所执行、使用和办理的国家秘密事项的定密结果</a:t>
          </a:r>
          <a:endParaRPr lang="zh-CN" altLang="en-US" dirty="0">
            <a:solidFill>
              <a:schemeClr val="dk1"/>
            </a:solidFill>
          </a:endParaRPr>
        </a:p>
      </dsp:txBody>
      <dsp:txXfrm rot="5400000">
        <a:off x="4907684" y="870898"/>
        <a:ext cx="1054961" cy="5115448"/>
      </dsp:txXfrm>
    </dsp:sp>
    <dsp:sp modelId="{80C897F9-5C13-3B45-AB42-67DA1C2ED755}">
      <dsp:nvSpPr>
        <dsp:cNvPr id="7" name="圆角矩形 6"/>
        <dsp:cNvSpPr/>
      </dsp:nvSpPr>
      <dsp:spPr bwMode="white">
        <a:xfrm>
          <a:off x="0" y="2769272"/>
          <a:ext cx="2877440" cy="1318701"/>
        </a:xfrm>
        <a:prstGeom prst="roundRect">
          <a:avLst/>
        </a:prstGeom>
      </dsp:spPr>
      <dsp:style>
        <a:lnRef idx="0">
          <a:schemeClr val="lt1"/>
        </a:lnRef>
        <a:fillRef idx="3">
          <a:schemeClr val="accent1"/>
        </a:fillRef>
        <a:effectRef idx="2">
          <a:scrgbClr r="0" g="0" b="0"/>
        </a:effectRef>
        <a:fontRef idx="minor">
          <a:schemeClr val="lt1"/>
        </a:fontRef>
      </dsp:style>
      <dsp:txBody>
        <a:bodyPr lIns="236219" tIns="118109" rIns="236219" bIns="118109" anchor="ctr"/>
        <a:lstStyle>
          <a:lvl1pPr algn="ctr">
            <a:defRPr sz="6200"/>
          </a:lvl1pPr>
          <a:lvl2pPr marL="285750" indent="-285750" algn="ctr">
            <a:defRPr sz="4800"/>
          </a:lvl2pPr>
          <a:lvl3pPr marL="571500" indent="-285750" algn="ctr">
            <a:defRPr sz="4800"/>
          </a:lvl3pPr>
          <a:lvl4pPr marL="857250" indent="-285750" algn="ctr">
            <a:defRPr sz="4800"/>
          </a:lvl4pPr>
          <a:lvl5pPr marL="1143000" indent="-285750" algn="ctr">
            <a:defRPr sz="4800"/>
          </a:lvl5pPr>
          <a:lvl6pPr marL="1428750" indent="-285750" algn="ctr">
            <a:defRPr sz="4800"/>
          </a:lvl6pPr>
          <a:lvl7pPr marL="1714500" indent="-285750" algn="ctr">
            <a:defRPr sz="4800"/>
          </a:lvl7pPr>
          <a:lvl8pPr marL="2000250" indent="-285750" algn="ctr">
            <a:defRPr sz="4800"/>
          </a:lvl8pPr>
          <a:lvl9pPr marL="2286000" indent="-285750" algn="ctr">
            <a:defRPr sz="4800"/>
          </a:lvl9pPr>
        </a:lstStyle>
        <a:p>
          <a:pPr lvl="0">
            <a:lnSpc>
              <a:spcPct val="100000"/>
            </a:lnSpc>
            <a:spcBef>
              <a:spcPct val="0"/>
            </a:spcBef>
            <a:spcAft>
              <a:spcPct val="35000"/>
            </a:spcAft>
          </a:pPr>
          <a:r>
            <a:rPr lang="zh-CN" altLang="en-US" dirty="0" smtClean="0"/>
            <a:t>依据</a:t>
          </a:r>
          <a:endParaRPr lang="zh-CN" altLang="en-US" dirty="0"/>
        </a:p>
      </dsp:txBody>
      <dsp:txXfrm>
        <a:off x="0" y="2769272"/>
        <a:ext cx="2877440" cy="1318701"/>
      </dsp:txXfrm>
    </dsp:sp>
    <dsp:sp modelId="{C300FD2C-3D20-A645-B959-A90C01061E60}">
      <dsp:nvSpPr>
        <dsp:cNvPr id="10" name="同侧圆角矩形 9"/>
        <dsp:cNvSpPr/>
      </dsp:nvSpPr>
      <dsp:spPr bwMode="white">
        <a:xfrm rot="5400000">
          <a:off x="4907684" y="2255533"/>
          <a:ext cx="1054961" cy="5115448"/>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68580" tIns="34290" rIns="68580" bIns="34290" anchor="ctr"/>
        <a:lstStyle>
          <a:lvl1pPr algn="l">
            <a:defRPr sz="18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1">
            <a:lnSpc>
              <a:spcPct val="100000"/>
            </a:lnSpc>
            <a:spcBef>
              <a:spcPct val="0"/>
            </a:spcBef>
            <a:spcAft>
              <a:spcPct val="15000"/>
            </a:spcAft>
            <a:buChar char="•"/>
          </a:pPr>
          <a:r>
            <a:rPr lang="zh-CN" altLang="en-US" dirty="0" smtClean="0">
              <a:solidFill>
                <a:schemeClr val="dk1"/>
              </a:solidFill>
            </a:rPr>
            <a:t>与原始定密程序基本相同</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除了定密依据不同</a:t>
          </a:r>
          <a:endParaRPr lang="zh-CN" altLang="en-US" dirty="0">
            <a:solidFill>
              <a:schemeClr val="dk1"/>
            </a:solidFill>
          </a:endParaRPr>
        </a:p>
      </dsp:txBody>
      <dsp:txXfrm rot="5400000">
        <a:off x="4907684" y="2255533"/>
        <a:ext cx="1054961" cy="5115448"/>
      </dsp:txXfrm>
    </dsp:sp>
    <dsp:sp modelId="{F033DC80-DA20-974A-B450-5247C07EC4AE}">
      <dsp:nvSpPr>
        <dsp:cNvPr id="9" name="圆角矩形 8"/>
        <dsp:cNvSpPr/>
      </dsp:nvSpPr>
      <dsp:spPr bwMode="white">
        <a:xfrm>
          <a:off x="0" y="4153907"/>
          <a:ext cx="2877440" cy="1318701"/>
        </a:xfrm>
        <a:prstGeom prst="roundRect">
          <a:avLst/>
        </a:prstGeom>
      </dsp:spPr>
      <dsp:style>
        <a:lnRef idx="0">
          <a:schemeClr val="lt1"/>
        </a:lnRef>
        <a:fillRef idx="3">
          <a:schemeClr val="accent1"/>
        </a:fillRef>
        <a:effectRef idx="2">
          <a:scrgbClr r="0" g="0" b="0"/>
        </a:effectRef>
        <a:fontRef idx="minor">
          <a:schemeClr val="lt1"/>
        </a:fontRef>
      </dsp:style>
      <dsp:txBody>
        <a:bodyPr lIns="236219" tIns="118109" rIns="236219" bIns="118109" anchor="ctr"/>
        <a:lstStyle>
          <a:lvl1pPr algn="ctr">
            <a:defRPr sz="6200"/>
          </a:lvl1pPr>
          <a:lvl2pPr marL="285750" indent="-285750" algn="ctr">
            <a:defRPr sz="4800"/>
          </a:lvl2pPr>
          <a:lvl3pPr marL="571500" indent="-285750" algn="ctr">
            <a:defRPr sz="4800"/>
          </a:lvl3pPr>
          <a:lvl4pPr marL="857250" indent="-285750" algn="ctr">
            <a:defRPr sz="4800"/>
          </a:lvl4pPr>
          <a:lvl5pPr marL="1143000" indent="-285750" algn="ctr">
            <a:defRPr sz="4800"/>
          </a:lvl5pPr>
          <a:lvl6pPr marL="1428750" indent="-285750" algn="ctr">
            <a:defRPr sz="4800"/>
          </a:lvl6pPr>
          <a:lvl7pPr marL="1714500" indent="-285750" algn="ctr">
            <a:defRPr sz="4800"/>
          </a:lvl7pPr>
          <a:lvl8pPr marL="2000250" indent="-285750" algn="ctr">
            <a:defRPr sz="4800"/>
          </a:lvl8pPr>
          <a:lvl9pPr marL="2286000" indent="-285750" algn="ctr">
            <a:defRPr sz="4800"/>
          </a:lvl9pPr>
        </a:lstStyle>
        <a:p>
          <a:pPr lvl="0">
            <a:lnSpc>
              <a:spcPct val="100000"/>
            </a:lnSpc>
            <a:spcBef>
              <a:spcPct val="0"/>
            </a:spcBef>
            <a:spcAft>
              <a:spcPct val="35000"/>
            </a:spcAft>
          </a:pPr>
          <a:r>
            <a:rPr lang="zh-CN" altLang="en-US" dirty="0" smtClean="0"/>
            <a:t>程序</a:t>
          </a:r>
          <a:endParaRPr lang="zh-CN" altLang="en-US" dirty="0"/>
        </a:p>
      </dsp:txBody>
      <dsp:txXfrm>
        <a:off x="0" y="4153907"/>
        <a:ext cx="2877440" cy="1318701"/>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1ABD9324-EA7C-4142-B1B0-8DD8CF280367}">
      <dsp:nvSpPr>
        <dsp:cNvPr id="3" name="直角上箭头 2"/>
        <dsp:cNvSpPr/>
      </dsp:nvSpPr>
      <dsp:spPr bwMode="white">
        <a:xfrm rot="5400000">
          <a:off x="895533" y="2009149"/>
          <a:ext cx="1705000" cy="1941082"/>
        </a:xfrm>
        <a:prstGeom prst="bentUpArrow">
          <a:avLst>
            <a:gd name="adj1" fmla="val 32840"/>
            <a:gd name="adj2" fmla="val 25000"/>
            <a:gd name="adj3" fmla="val 35780"/>
          </a:avLst>
        </a:prstGeom>
      </dsp:spPr>
      <dsp:style>
        <a:lnRef idx="0">
          <a:schemeClr val="lt1"/>
        </a:lnRef>
        <a:fillRef idx="1">
          <a:schemeClr val="accent1">
            <a:tint val="50000"/>
          </a:schemeClr>
        </a:fillRef>
        <a:effectRef idx="2">
          <a:scrgbClr r="0" g="0" b="0"/>
        </a:effectRef>
        <a:fontRef idx="minor"/>
      </dsp:style>
      <dsp:txXfrm rot="5400000">
        <a:off x="895533" y="2009149"/>
        <a:ext cx="1705000" cy="1941082"/>
      </dsp:txXfrm>
    </dsp:sp>
    <dsp:sp modelId="{44DBE2D6-C9A4-824E-B0B9-73F502A7BCEE}">
      <dsp:nvSpPr>
        <dsp:cNvPr id="4" name="圆角矩形 3"/>
        <dsp:cNvSpPr/>
      </dsp:nvSpPr>
      <dsp:spPr bwMode="white">
        <a:xfrm>
          <a:off x="424017" y="0"/>
          <a:ext cx="2870216" cy="2009058"/>
        </a:xfrm>
        <a:prstGeom prst="roundRect">
          <a:avLst>
            <a:gd name="adj" fmla="val 16670"/>
          </a:avLst>
        </a:prstGeom>
      </dsp:spPr>
      <dsp:style>
        <a:lnRef idx="0">
          <a:schemeClr val="lt1"/>
        </a:lnRef>
        <a:fillRef idx="3">
          <a:schemeClr val="accent1"/>
        </a:fillRef>
        <a:effectRef idx="2">
          <a:scrgbClr r="0" g="0" b="0"/>
        </a:effectRef>
        <a:fontRef idx="minor">
          <a:schemeClr val="lt1"/>
        </a:fontRef>
      </dsp:style>
      <dsp:txBody>
        <a:bodyPr lIns="179070" tIns="179070" rIns="179070" bIns="179070" anchor="ctr"/>
        <a:lstStyle>
          <a:lvl1pPr algn="ctr">
            <a:defRPr sz="4700"/>
          </a:lvl1pPr>
          <a:lvl2pPr marL="285750" indent="-285750" algn="ctr">
            <a:defRPr sz="3600"/>
          </a:lvl2pPr>
          <a:lvl3pPr marL="571500" indent="-285750" algn="ctr">
            <a:defRPr sz="3600"/>
          </a:lvl3pPr>
          <a:lvl4pPr marL="857250" indent="-285750" algn="ctr">
            <a:defRPr sz="3600"/>
          </a:lvl4pPr>
          <a:lvl5pPr marL="1143000" indent="-285750" algn="ctr">
            <a:defRPr sz="3600"/>
          </a:lvl5pPr>
          <a:lvl6pPr marL="1428750" indent="-285750" algn="ctr">
            <a:defRPr sz="3600"/>
          </a:lvl6pPr>
          <a:lvl7pPr marL="1714500" indent="-285750" algn="ctr">
            <a:defRPr sz="3600"/>
          </a:lvl7pPr>
          <a:lvl8pPr marL="2000250" indent="-285750" algn="ctr">
            <a:defRPr sz="3600"/>
          </a:lvl8pPr>
          <a:lvl9pPr marL="2286000" indent="-285750" algn="ctr">
            <a:defRPr sz="3600"/>
          </a:lvl9pPr>
        </a:lstStyle>
        <a:p>
          <a:pPr lvl="0">
            <a:lnSpc>
              <a:spcPct val="100000"/>
            </a:lnSpc>
            <a:spcBef>
              <a:spcPct val="0"/>
            </a:spcBef>
            <a:spcAft>
              <a:spcPct val="35000"/>
            </a:spcAft>
          </a:pPr>
          <a:r>
            <a:rPr lang="zh-CN" altLang="en-US" dirty="0" smtClean="0"/>
            <a:t>找到排号</a:t>
          </a:r>
          <a:endParaRPr lang="zh-CN" altLang="en-US" dirty="0"/>
        </a:p>
      </dsp:txBody>
      <dsp:txXfrm>
        <a:off x="424017" y="0"/>
        <a:ext cx="2870216" cy="2009058"/>
      </dsp:txXfrm>
    </dsp:sp>
    <dsp:sp modelId="{069AE8B3-50AD-8F42-9443-48A1EA21C763}">
      <dsp:nvSpPr>
        <dsp:cNvPr id="5" name="矩形 4"/>
        <dsp:cNvSpPr/>
      </dsp:nvSpPr>
      <dsp:spPr bwMode="white">
        <a:xfrm>
          <a:off x="4014400" y="202976"/>
          <a:ext cx="2087522" cy="162380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6200" tIns="76200" rIns="76200" bIns="76200" anchor="ctr"/>
        <a:lstStyle>
          <a:lvl1pPr algn="l">
            <a:defRPr sz="2000"/>
          </a:lvl1pPr>
          <a:lvl2pPr marL="114300" indent="-114300" algn="l">
            <a:defRPr sz="1500"/>
          </a:lvl2pPr>
          <a:lvl3pPr marL="228600" indent="-114300" algn="l">
            <a:defRPr sz="1500"/>
          </a:lvl3pPr>
          <a:lvl4pPr marL="342900" indent="-114300" algn="l">
            <a:defRPr sz="1500"/>
          </a:lvl4pPr>
          <a:lvl5pPr marL="457200" indent="-114300" algn="l">
            <a:defRPr sz="1500"/>
          </a:lvl5pPr>
          <a:lvl6pPr marL="571500" indent="-114300" algn="l">
            <a:defRPr sz="1500"/>
          </a:lvl6pPr>
          <a:lvl7pPr marL="685800" indent="-114300" algn="l">
            <a:defRPr sz="1500"/>
          </a:lvl7pPr>
          <a:lvl8pPr marL="800100" indent="-114300" algn="l">
            <a:defRPr sz="1500"/>
          </a:lvl8pPr>
          <a:lvl9pPr marL="914400" indent="-114300" algn="l">
            <a:defRPr sz="1500"/>
          </a:lvl9pPr>
        </a:lstStyle>
        <a:p>
          <a:pPr lvl="1">
            <a:lnSpc>
              <a:spcPct val="100000"/>
            </a:lnSpc>
            <a:spcBef>
              <a:spcPct val="0"/>
            </a:spcBef>
            <a:spcAft>
              <a:spcPct val="15000"/>
            </a:spcAft>
            <a:buChar char="•"/>
          </a:pPr>
          <a:r>
            <a:rPr lang="zh-CN" altLang="en-US" dirty="0" smtClean="0">
              <a:solidFill>
                <a:schemeClr val="tx1"/>
              </a:solidFill>
            </a:rPr>
            <a:t>根据所产生事项的业务性质，对应找出有关该项业务工作的保密事项范围和与该业务事项有相关关系的保密事项范围</a:t>
          </a:r>
          <a:endParaRPr lang="zh-CN" altLang="en-US" dirty="0">
            <a:solidFill>
              <a:schemeClr val="tx1"/>
            </a:solidFill>
          </a:endParaRPr>
        </a:p>
      </dsp:txBody>
      <dsp:txXfrm>
        <a:off x="4014400" y="202976"/>
        <a:ext cx="2087522" cy="1623809"/>
      </dsp:txXfrm>
    </dsp:sp>
    <dsp:sp modelId="{BC2CEFFB-AC57-9C47-8331-7802EE2579CF}">
      <dsp:nvSpPr>
        <dsp:cNvPr id="6" name="圆角矩形 5"/>
        <dsp:cNvSpPr/>
      </dsp:nvSpPr>
      <dsp:spPr bwMode="white">
        <a:xfrm>
          <a:off x="2847845" y="2516905"/>
          <a:ext cx="2870216" cy="2009058"/>
        </a:xfrm>
        <a:prstGeom prst="roundRect">
          <a:avLst>
            <a:gd name="adj" fmla="val 16670"/>
          </a:avLst>
        </a:prstGeom>
      </dsp:spPr>
      <dsp:style>
        <a:lnRef idx="0">
          <a:schemeClr val="lt1"/>
        </a:lnRef>
        <a:fillRef idx="3">
          <a:schemeClr val="accent1"/>
        </a:fillRef>
        <a:effectRef idx="2">
          <a:scrgbClr r="0" g="0" b="0"/>
        </a:effectRef>
        <a:fontRef idx="minor">
          <a:schemeClr val="lt1"/>
        </a:fontRef>
      </dsp:style>
      <dsp:txBody>
        <a:bodyPr lIns="179070" tIns="179070" rIns="179070" bIns="179070" anchor="ctr"/>
        <a:lstStyle>
          <a:lvl1pPr algn="ctr">
            <a:defRPr sz="4700"/>
          </a:lvl1pPr>
          <a:lvl2pPr marL="285750" indent="-285750" algn="ctr">
            <a:defRPr sz="3600"/>
          </a:lvl2pPr>
          <a:lvl3pPr marL="571500" indent="-285750" algn="ctr">
            <a:defRPr sz="3600"/>
          </a:lvl3pPr>
          <a:lvl4pPr marL="857250" indent="-285750" algn="ctr">
            <a:defRPr sz="3600"/>
          </a:lvl4pPr>
          <a:lvl5pPr marL="1143000" indent="-285750" algn="ctr">
            <a:defRPr sz="3600"/>
          </a:lvl5pPr>
          <a:lvl6pPr marL="1428750" indent="-285750" algn="ctr">
            <a:defRPr sz="3600"/>
          </a:lvl6pPr>
          <a:lvl7pPr marL="1714500" indent="-285750" algn="ctr">
            <a:defRPr sz="3600"/>
          </a:lvl7pPr>
          <a:lvl8pPr marL="2000250" indent="-285750" algn="ctr">
            <a:defRPr sz="3600"/>
          </a:lvl8pPr>
          <a:lvl9pPr marL="2286000" indent="-285750" algn="ctr">
            <a:defRPr sz="3600"/>
          </a:lvl9pPr>
        </a:lstStyle>
        <a:p>
          <a:pPr lvl="0">
            <a:lnSpc>
              <a:spcPct val="100000"/>
            </a:lnSpc>
            <a:spcBef>
              <a:spcPct val="0"/>
            </a:spcBef>
            <a:spcAft>
              <a:spcPct val="35000"/>
            </a:spcAft>
          </a:pPr>
          <a:r>
            <a:rPr lang="zh-CN" altLang="en-US" dirty="0" smtClean="0"/>
            <a:t>找到座号</a:t>
          </a:r>
          <a:endParaRPr lang="zh-CN" altLang="en-US" dirty="0"/>
        </a:p>
      </dsp:txBody>
      <dsp:txXfrm>
        <a:off x="2847845" y="2516905"/>
        <a:ext cx="2870216" cy="2009058"/>
      </dsp:txXfrm>
    </dsp:sp>
    <dsp:sp modelId="{85F1CBA7-51B9-B243-83A0-D81B1DFCA736}">
      <dsp:nvSpPr>
        <dsp:cNvPr id="7" name="矩形 6"/>
        <dsp:cNvSpPr/>
      </dsp:nvSpPr>
      <dsp:spPr bwMode="white">
        <a:xfrm>
          <a:off x="5718061" y="2719881"/>
          <a:ext cx="2087522" cy="162380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87630" tIns="87630" rIns="87630" bIns="8763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1">
            <a:lnSpc>
              <a:spcPct val="100000"/>
            </a:lnSpc>
            <a:spcBef>
              <a:spcPct val="0"/>
            </a:spcBef>
            <a:spcAft>
              <a:spcPct val="15000"/>
            </a:spcAft>
            <a:buChar char="•"/>
          </a:pPr>
          <a:r>
            <a:rPr lang="zh-CN" altLang="en-US" dirty="0" smtClean="0">
              <a:solidFill>
                <a:schemeClr val="tx1"/>
              </a:solidFill>
            </a:rPr>
            <a:t>在有关保密事项范围中找到该类事项具体密级的规定，就可以准确对号入座确定密级</a:t>
          </a:r>
          <a:endParaRPr lang="zh-CN" altLang="en-US" dirty="0">
            <a:solidFill>
              <a:schemeClr val="tx1"/>
            </a:solidFill>
          </a:endParaRPr>
        </a:p>
      </dsp:txBody>
      <dsp:txXfrm>
        <a:off x="5718061" y="2719881"/>
        <a:ext cx="2087522" cy="1623809"/>
      </dsp:txXfrm>
    </dsp:sp>
  </dsp:spTree>
</dsp:drawing>
</file>

<file path=ppt/diagrams/drawing7.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96000" cy="4064000"/>
        <a:chOff x="0" y="0"/>
        <a:chExt cx="6096000" cy="4064000"/>
      </a:xfrm>
    </dsp:grpSpPr>
    <dsp:sp modelId="{B388EC4B-8A60-CE45-BD98-2B63A898B1A2}">
      <dsp:nvSpPr>
        <dsp:cNvPr id="3" name="减号 2"/>
        <dsp:cNvSpPr/>
      </dsp:nvSpPr>
      <dsp:spPr bwMode="white">
        <a:xfrm rot="-300000">
          <a:off x="18707" y="1685100"/>
          <a:ext cx="6058586" cy="693800"/>
        </a:xfrm>
        <a:prstGeom prst="mathMinus">
          <a:avLst/>
        </a:prstGeom>
      </dsp:spPr>
      <dsp:style>
        <a:lnRef idx="0">
          <a:schemeClr val="lt1"/>
        </a:lnRef>
        <a:fillRef idx="3">
          <a:schemeClr val="accent1">
            <a:tint val="60000"/>
          </a:schemeClr>
        </a:fillRef>
        <a:effectRef idx="2">
          <a:scrgbClr r="0" g="0" b="0"/>
        </a:effectRef>
        <a:fontRef idx="minor"/>
      </dsp:style>
      <dsp:txXfrm rot="-300000">
        <a:off x="18707" y="1685100"/>
        <a:ext cx="6058586" cy="693800"/>
      </dsp:txXfrm>
    </dsp:sp>
    <dsp:sp modelId="{D3CB41CF-C113-6D41-938C-3F2DD88549C7}">
      <dsp:nvSpPr>
        <dsp:cNvPr id="4" name="下箭头 3"/>
        <dsp:cNvSpPr/>
      </dsp:nvSpPr>
      <dsp:spPr bwMode="white">
        <a:xfrm>
          <a:off x="731520" y="203200"/>
          <a:ext cx="1828800" cy="1625600"/>
        </a:xfrm>
        <a:prstGeom prst="downArrow">
          <a:avLst/>
        </a:prstGeom>
      </dsp:spPr>
      <dsp:style>
        <a:lnRef idx="0">
          <a:schemeClr val="lt1"/>
        </a:lnRef>
        <a:fillRef idx="3">
          <a:schemeClr val="accent1"/>
        </a:fillRef>
        <a:effectRef idx="2">
          <a:scrgbClr r="0" g="0" b="0"/>
        </a:effectRef>
        <a:fontRef idx="minor">
          <a:schemeClr val="lt1"/>
        </a:fontRef>
      </dsp:style>
      <dsp:txXfrm>
        <a:off x="731520" y="203200"/>
        <a:ext cx="1828800" cy="1625600"/>
      </dsp:txXfrm>
    </dsp:sp>
    <dsp:sp modelId="{0DAA55B9-D123-074E-AC3C-AD99502332AA}">
      <dsp:nvSpPr>
        <dsp:cNvPr id="5" name="矩形 4"/>
        <dsp:cNvSpPr/>
      </dsp:nvSpPr>
      <dsp:spPr bwMode="white">
        <a:xfrm>
          <a:off x="3230880" y="0"/>
          <a:ext cx="1950720" cy="170688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28016" tIns="128016" rIns="128016" bIns="128016"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altLang="en-US" dirty="0" smtClean="0">
              <a:solidFill>
                <a:schemeClr val="tx1"/>
              </a:solidFill>
            </a:rPr>
            <a:t>充分的理由证明该事项符合保密法规定，泄漏后对国家安全和利益造成损害</a:t>
          </a:r>
          <a:endParaRPr lang="zh-CN" altLang="en-US" dirty="0">
            <a:solidFill>
              <a:schemeClr val="tx1"/>
            </a:solidFill>
          </a:endParaRPr>
        </a:p>
      </dsp:txBody>
      <dsp:txXfrm>
        <a:off x="3230880" y="0"/>
        <a:ext cx="1950720" cy="1706880"/>
      </dsp:txXfrm>
    </dsp:sp>
    <dsp:sp modelId="{A696875A-0EC5-0640-8B30-15A862D34B1D}">
      <dsp:nvSpPr>
        <dsp:cNvPr id="6" name="上箭头 5"/>
        <dsp:cNvSpPr/>
      </dsp:nvSpPr>
      <dsp:spPr bwMode="white">
        <a:xfrm>
          <a:off x="3535680" y="2235200"/>
          <a:ext cx="1828800" cy="1625600"/>
        </a:xfrm>
        <a:prstGeom prst="upArrow">
          <a:avLst/>
        </a:prstGeom>
      </dsp:spPr>
      <dsp:style>
        <a:lnRef idx="0">
          <a:schemeClr val="lt1"/>
        </a:lnRef>
        <a:fillRef idx="3">
          <a:schemeClr val="accent1"/>
        </a:fillRef>
        <a:effectRef idx="2">
          <a:scrgbClr r="0" g="0" b="0"/>
        </a:effectRef>
        <a:fontRef idx="minor">
          <a:schemeClr val="lt1"/>
        </a:fontRef>
      </dsp:style>
      <dsp:txXfrm>
        <a:off x="3535680" y="2235200"/>
        <a:ext cx="1828800" cy="1625600"/>
      </dsp:txXfrm>
    </dsp:sp>
    <dsp:sp modelId="{BD7A03F6-E09C-9C44-BBD7-99C05FC0B696}">
      <dsp:nvSpPr>
        <dsp:cNvPr id="7" name="矩形 6"/>
        <dsp:cNvSpPr/>
      </dsp:nvSpPr>
      <dsp:spPr bwMode="white">
        <a:xfrm>
          <a:off x="914400" y="2357120"/>
          <a:ext cx="1950720" cy="170688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28016" tIns="128016" rIns="128016" bIns="128016"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altLang="en-US" dirty="0" smtClean="0">
              <a:solidFill>
                <a:schemeClr val="tx1"/>
              </a:solidFill>
            </a:rPr>
            <a:t>充分理由证明该事项符合保密法关于相关密级的衡量标准</a:t>
          </a:r>
          <a:endParaRPr lang="zh-CN" altLang="en-US" dirty="0">
            <a:solidFill>
              <a:schemeClr val="tx1"/>
            </a:solidFill>
          </a:endParaRPr>
        </a:p>
      </dsp:txBody>
      <dsp:txXfrm>
        <a:off x="914400" y="2357120"/>
        <a:ext cx="1950720" cy="1706880"/>
      </dsp:txXfrm>
    </dsp:sp>
  </dsp:spTree>
</dsp:drawing>
</file>

<file path=ppt/diagrams/drawing8.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96000" cy="2438400"/>
        <a:chOff x="0" y="0"/>
        <a:chExt cx="6096000" cy="2438400"/>
      </a:xfrm>
    </dsp:grpSpPr>
    <dsp:sp modelId="{015F68D6-2D13-4048-A59A-0BA4F014C88C}">
      <dsp:nvSpPr>
        <dsp:cNvPr id="3" name="形状 2"/>
        <dsp:cNvSpPr/>
      </dsp:nvSpPr>
      <dsp:spPr bwMode="white">
        <a:xfrm>
          <a:off x="0" y="812800"/>
          <a:ext cx="6096000" cy="2438400"/>
        </a:xfrm>
        <a:prstGeom prst="leftRightRibbon">
          <a:avLst/>
        </a:prstGeom>
      </dsp:spPr>
      <dsp:style>
        <a:lnRef idx="0">
          <a:schemeClr val="lt1"/>
        </a:lnRef>
        <a:fillRef idx="3">
          <a:schemeClr val="accent1"/>
        </a:fillRef>
        <a:effectRef idx="2">
          <a:scrgbClr r="0" g="0" b="0"/>
        </a:effectRef>
        <a:fontRef idx="minor">
          <a:schemeClr val="lt1"/>
        </a:fontRef>
      </dsp:style>
      <dsp:txXfrm>
        <a:off x="0" y="812800"/>
        <a:ext cx="6096000" cy="2438400"/>
      </dsp:txXfrm>
    </dsp:sp>
    <dsp:sp modelId="{52B636E3-5B83-4D43-B405-0D01E2896E59}">
      <dsp:nvSpPr>
        <dsp:cNvPr id="4" name="矩形 3"/>
        <dsp:cNvSpPr/>
      </dsp:nvSpPr>
      <dsp:spPr bwMode="white">
        <a:xfrm>
          <a:off x="731520" y="1239520"/>
          <a:ext cx="2011680" cy="1194816"/>
        </a:xfrm>
        <a:prstGeom prst="rect">
          <a:avLst/>
        </a:prstGeom>
        <a:noFill/>
        <a:ln>
          <a:noFill/>
        </a:ln>
      </dsp:spPr>
      <dsp:style>
        <a:lnRef idx="0">
          <a:scrgbClr r="0" g="0" b="0"/>
        </a:lnRef>
        <a:fillRef idx="3">
          <a:scrgbClr r="0" g="0" b="0"/>
        </a:fillRef>
        <a:effectRef idx="2">
          <a:scrgbClr r="0" g="0" b="0"/>
        </a:effectRef>
        <a:fontRef idx="minor">
          <a:schemeClr val="lt1"/>
        </a:fontRef>
      </dsp:style>
      <dsp:txBody>
        <a:bodyPr lIns="0" tIns="138684" rIns="0" bIns="148590" anchor="ctr"/>
        <a:lstStyle>
          <a:lvl1pPr algn="ctr">
            <a:defRPr sz="3900"/>
          </a:lvl1pPr>
          <a:lvl2pPr marL="285750" indent="-285750" algn="ctr">
            <a:defRPr sz="3000"/>
          </a:lvl2pPr>
          <a:lvl3pPr marL="571500" indent="-285750" algn="ctr">
            <a:defRPr sz="3000"/>
          </a:lvl3pPr>
          <a:lvl4pPr marL="857250" indent="-285750" algn="ctr">
            <a:defRPr sz="3000"/>
          </a:lvl4pPr>
          <a:lvl5pPr marL="1143000" indent="-285750" algn="ctr">
            <a:defRPr sz="3000"/>
          </a:lvl5pPr>
          <a:lvl6pPr marL="1428750" indent="-285750" algn="ctr">
            <a:defRPr sz="3000"/>
          </a:lvl6pPr>
          <a:lvl7pPr marL="1714500" indent="-285750" algn="ctr">
            <a:defRPr sz="3000"/>
          </a:lvl7pPr>
          <a:lvl8pPr marL="2000250" indent="-285750" algn="ctr">
            <a:defRPr sz="3000"/>
          </a:lvl8pPr>
          <a:lvl9pPr marL="2286000" indent="-285750" algn="ctr">
            <a:defRPr sz="3000"/>
          </a:lvl9pPr>
        </a:lstStyle>
        <a:p>
          <a:pPr lvl="0">
            <a:lnSpc>
              <a:spcPct val="100000"/>
            </a:lnSpc>
            <a:spcBef>
              <a:spcPct val="0"/>
            </a:spcBef>
            <a:spcAft>
              <a:spcPct val="35000"/>
            </a:spcAft>
          </a:pPr>
          <a:r>
            <a:rPr lang="zh-CN" altLang="en-US" dirty="0" smtClean="0"/>
            <a:t>组织工作</a:t>
          </a:r>
          <a:endParaRPr lang="zh-CN" altLang="en-US" dirty="0"/>
        </a:p>
      </dsp:txBody>
      <dsp:txXfrm>
        <a:off x="731520" y="1239520"/>
        <a:ext cx="2011680" cy="1194816"/>
      </dsp:txXfrm>
    </dsp:sp>
    <dsp:sp modelId="{B2048494-1F3B-3446-9C01-FD91EAED0D5E}">
      <dsp:nvSpPr>
        <dsp:cNvPr id="5" name="矩形 4"/>
        <dsp:cNvSpPr/>
      </dsp:nvSpPr>
      <dsp:spPr bwMode="white">
        <a:xfrm>
          <a:off x="3048000" y="1629664"/>
          <a:ext cx="2377440" cy="1194816"/>
        </a:xfrm>
        <a:prstGeom prst="rect">
          <a:avLst/>
        </a:prstGeom>
        <a:noFill/>
        <a:ln>
          <a:noFill/>
        </a:ln>
      </dsp:spPr>
      <dsp:style>
        <a:lnRef idx="0">
          <a:scrgbClr r="0" g="0" b="0"/>
        </a:lnRef>
        <a:fillRef idx="3">
          <a:scrgbClr r="0" g="0" b="0"/>
        </a:fillRef>
        <a:effectRef idx="2">
          <a:scrgbClr r="0" g="0" b="0"/>
        </a:effectRef>
        <a:fontRef idx="minor">
          <a:schemeClr val="lt1"/>
        </a:fontRef>
      </dsp:style>
      <dsp:txBody>
        <a:bodyPr lIns="0" tIns="138684" rIns="0" bIns="148590" anchor="ctr"/>
        <a:lstStyle>
          <a:lvl1pPr algn="ctr">
            <a:defRPr sz="3900"/>
          </a:lvl1pPr>
          <a:lvl2pPr marL="285750" indent="-285750" algn="ctr">
            <a:defRPr sz="3000"/>
          </a:lvl2pPr>
          <a:lvl3pPr marL="571500" indent="-285750" algn="ctr">
            <a:defRPr sz="3000"/>
          </a:lvl3pPr>
          <a:lvl4pPr marL="857250" indent="-285750" algn="ctr">
            <a:defRPr sz="3000"/>
          </a:lvl4pPr>
          <a:lvl5pPr marL="1143000" indent="-285750" algn="ctr">
            <a:defRPr sz="3000"/>
          </a:lvl5pPr>
          <a:lvl6pPr marL="1428750" indent="-285750" algn="ctr">
            <a:defRPr sz="3000"/>
          </a:lvl6pPr>
          <a:lvl7pPr marL="1714500" indent="-285750" algn="ctr">
            <a:defRPr sz="3000"/>
          </a:lvl7pPr>
          <a:lvl8pPr marL="2000250" indent="-285750" algn="ctr">
            <a:defRPr sz="3000"/>
          </a:lvl8pPr>
          <a:lvl9pPr marL="2286000" indent="-285750" algn="ctr">
            <a:defRPr sz="3000"/>
          </a:lvl9pPr>
        </a:lstStyle>
        <a:p>
          <a:pPr lvl="0">
            <a:lnSpc>
              <a:spcPct val="100000"/>
            </a:lnSpc>
            <a:spcBef>
              <a:spcPct val="0"/>
            </a:spcBef>
            <a:spcAft>
              <a:spcPct val="35000"/>
            </a:spcAft>
          </a:pPr>
          <a:r>
            <a:rPr lang="zh-CN" altLang="en-US" dirty="0" smtClean="0"/>
            <a:t>人事工作</a:t>
          </a:r>
          <a:endParaRPr lang="zh-CN" altLang="en-US" dirty="0"/>
        </a:p>
      </dsp:txBody>
      <dsp:txXfrm>
        <a:off x="3048000" y="1629664"/>
        <a:ext cx="2377440" cy="1194816"/>
      </dsp:txXfrm>
    </dsp:sp>
  </dsp:spTree>
</dsp:drawing>
</file>

<file path=ppt/diagrams/drawing9.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0B713843-6D21-8743-8B7E-0E9976685DE6}">
      <dsp:nvSpPr>
        <dsp:cNvPr id="3" name="圆角矩形 2"/>
        <dsp:cNvSpPr/>
      </dsp:nvSpPr>
      <dsp:spPr bwMode="white">
        <a:xfrm>
          <a:off x="2941628" y="0"/>
          <a:ext cx="2346345" cy="1173172"/>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76200" tIns="76200" rIns="76200" bIns="762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ltLang="en-US" dirty="0" smtClean="0"/>
            <a:t>从新不从旧</a:t>
          </a:r>
          <a:endParaRPr lang="zh-CN" altLang="en-US" dirty="0"/>
        </a:p>
      </dsp:txBody>
      <dsp:txXfrm>
        <a:off x="2941628" y="0"/>
        <a:ext cx="2346345" cy="1173172"/>
      </dsp:txXfrm>
    </dsp:sp>
    <dsp:sp modelId="{E2AFE420-DA96-A646-9B66-3EB90262BC9E}">
      <dsp:nvSpPr>
        <dsp:cNvPr id="4" name="左右箭头 3"/>
        <dsp:cNvSpPr/>
      </dsp:nvSpPr>
      <dsp:spPr bwMode="white">
        <a:xfrm rot="3599999">
          <a:off x="4472618" y="2057676"/>
          <a:ext cx="1220099" cy="410610"/>
        </a:xfrm>
        <a:prstGeom prst="leftRightArrow">
          <a:avLst>
            <a:gd name="adj1" fmla="val 60000"/>
            <a:gd name="adj2" fmla="val 50000"/>
          </a:avLst>
        </a:prstGeom>
      </dsp:spPr>
      <dsp:style>
        <a:lnRef idx="0">
          <a:schemeClr val="accent1">
            <a:tint val="60000"/>
          </a:schemeClr>
        </a:lnRef>
        <a:fillRef idx="3">
          <a:schemeClr val="accent1">
            <a:tint val="60000"/>
          </a:schemeClr>
        </a:fillRef>
        <a:effectRef idx="2">
          <a:scrgbClr r="0" g="0" b="0"/>
        </a:effectRef>
        <a:fontRef idx="minor">
          <a:schemeClr val="lt1"/>
        </a:fontRef>
      </dsp:style>
      <dsp:txBody>
        <a:bodyPr lIns="0" tIns="0" rIns="0" bIns="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p>
      </dsp:txBody>
      <dsp:txXfrm rot="3599999">
        <a:off x="4472618" y="2057676"/>
        <a:ext cx="1220099" cy="410610"/>
      </dsp:txXfrm>
    </dsp:sp>
    <dsp:sp modelId="{740D76A8-1B07-004D-A746-FF8D0A6DD2DC}">
      <dsp:nvSpPr>
        <dsp:cNvPr id="5" name="圆角矩形 4"/>
        <dsp:cNvSpPr/>
      </dsp:nvSpPr>
      <dsp:spPr bwMode="white">
        <a:xfrm>
          <a:off x="4877362" y="3352791"/>
          <a:ext cx="2346345" cy="1173172"/>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76200" tIns="76200" rIns="76200" bIns="762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ltLang="en-US" dirty="0" smtClean="0"/>
            <a:t>不属于有争议事项</a:t>
          </a:r>
          <a:endParaRPr lang="zh-CN" altLang="en-US" dirty="0" smtClean="0"/>
        </a:p>
        <a:p>
          <a:pPr lvl="0">
            <a:lnSpc>
              <a:spcPct val="100000"/>
            </a:lnSpc>
            <a:spcBef>
              <a:spcPct val="0"/>
            </a:spcBef>
            <a:spcAft>
              <a:spcPct val="35000"/>
            </a:spcAft>
          </a:pPr>
          <a:r>
            <a:rPr lang="zh-CN" altLang="en-US" dirty="0" smtClean="0"/>
            <a:t>解释条款</a:t>
          </a:r>
          <a:endParaRPr lang="zh-CN" altLang="en-US" dirty="0"/>
        </a:p>
      </dsp:txBody>
      <dsp:txXfrm>
        <a:off x="4877362" y="3352791"/>
        <a:ext cx="2346345" cy="1173172"/>
      </dsp:txXfrm>
    </dsp:sp>
    <dsp:sp modelId="{AF83C727-F3AD-CA40-A376-5124FBBDE9E3}">
      <dsp:nvSpPr>
        <dsp:cNvPr id="6" name="左右箭头 5"/>
        <dsp:cNvSpPr/>
      </dsp:nvSpPr>
      <dsp:spPr bwMode="white">
        <a:xfrm rot="10800000">
          <a:off x="3504750" y="3734072"/>
          <a:ext cx="1220099" cy="410610"/>
        </a:xfrm>
        <a:prstGeom prst="leftRightArrow">
          <a:avLst>
            <a:gd name="adj1" fmla="val 60000"/>
            <a:gd name="adj2" fmla="val 50000"/>
          </a:avLst>
        </a:prstGeom>
      </dsp:spPr>
      <dsp:style>
        <a:lnRef idx="0">
          <a:schemeClr val="accent1">
            <a:tint val="60000"/>
          </a:schemeClr>
        </a:lnRef>
        <a:fillRef idx="3">
          <a:schemeClr val="accent1">
            <a:tint val="60000"/>
          </a:schemeClr>
        </a:fillRef>
        <a:effectRef idx="2">
          <a:scrgbClr r="0" g="0" b="0"/>
        </a:effectRef>
        <a:fontRef idx="minor">
          <a:schemeClr val="lt1"/>
        </a:fontRef>
      </dsp:style>
      <dsp:txBody>
        <a:bodyPr rot="10800000" lIns="0" tIns="0" rIns="0" bIns="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p>
      </dsp:txBody>
      <dsp:txXfrm rot="10800000">
        <a:off x="3504750" y="3734072"/>
        <a:ext cx="1220099" cy="410610"/>
      </dsp:txXfrm>
    </dsp:sp>
    <dsp:sp modelId="{B99BD6DA-A703-A34F-B63D-B8E9D7FC8073}">
      <dsp:nvSpPr>
        <dsp:cNvPr id="7" name="圆角矩形 6"/>
        <dsp:cNvSpPr/>
      </dsp:nvSpPr>
      <dsp:spPr bwMode="white">
        <a:xfrm>
          <a:off x="1005893" y="3352791"/>
          <a:ext cx="2346345" cy="1173172"/>
        </a:xfrm>
        <a:prstGeom prst="roundRect">
          <a:avLst>
            <a:gd name="adj" fmla="val 10000"/>
          </a:avLst>
        </a:prstGeom>
      </dsp:spPr>
      <dsp:style>
        <a:lnRef idx="0">
          <a:schemeClr val="lt1"/>
        </a:lnRef>
        <a:fillRef idx="3">
          <a:schemeClr val="accent1"/>
        </a:fillRef>
        <a:effectRef idx="2">
          <a:scrgbClr r="0" g="0" b="0"/>
        </a:effectRef>
        <a:fontRef idx="minor">
          <a:schemeClr val="lt1"/>
        </a:fontRef>
      </dsp:style>
      <dsp:txBody>
        <a:bodyPr lIns="76200" tIns="76200" rIns="76200" bIns="762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ltLang="en-US" dirty="0" smtClean="0"/>
            <a:t>前排就座</a:t>
          </a:r>
          <a:endParaRPr lang="zh-CN" altLang="en-US" dirty="0"/>
        </a:p>
      </dsp:txBody>
      <dsp:txXfrm>
        <a:off x="1005893" y="3352791"/>
        <a:ext cx="2346345" cy="1173172"/>
      </dsp:txXfrm>
    </dsp:sp>
    <dsp:sp modelId="{0C1FB961-A089-BA48-B63F-0E2D5952E7CD}">
      <dsp:nvSpPr>
        <dsp:cNvPr id="8" name="左右箭头 7"/>
        <dsp:cNvSpPr/>
      </dsp:nvSpPr>
      <dsp:spPr bwMode="white">
        <a:xfrm rot="-3599999">
          <a:off x="2536883" y="2057676"/>
          <a:ext cx="1220099" cy="410610"/>
        </a:xfrm>
        <a:prstGeom prst="leftRightArrow">
          <a:avLst>
            <a:gd name="adj1" fmla="val 60000"/>
            <a:gd name="adj2" fmla="val 50000"/>
          </a:avLst>
        </a:prstGeom>
      </dsp:spPr>
      <dsp:style>
        <a:lnRef idx="0">
          <a:schemeClr val="accent1">
            <a:tint val="60000"/>
          </a:schemeClr>
        </a:lnRef>
        <a:fillRef idx="3">
          <a:schemeClr val="accent1">
            <a:tint val="60000"/>
          </a:schemeClr>
        </a:fillRef>
        <a:effectRef idx="2">
          <a:scrgbClr r="0" g="0" b="0"/>
        </a:effectRef>
        <a:fontRef idx="minor">
          <a:schemeClr val="lt1"/>
        </a:fontRef>
      </dsp:style>
      <dsp:txBody>
        <a:bodyPr lIns="0" tIns="0" rIns="0" bIns="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p>
      </dsp:txBody>
      <dsp:txXfrm rot="-3599999">
        <a:off x="2536883" y="2057676"/>
        <a:ext cx="1220099" cy="410610"/>
      </dsp:txXfrm>
    </dsp:sp>
  </dsp:spTree>
</dsp:drawing>
</file>

<file path=ppt/diagrams/drawing10.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241541" cy="4525963"/>
        <a:chOff x="0" y="0"/>
        <a:chExt cx="7241541" cy="4525963"/>
      </a:xfrm>
    </dsp:grpSpPr>
    <dsp:sp modelId="{BC09A113-2721-5A48-AFAE-53BE79502375}">
      <dsp:nvSpPr>
        <dsp:cNvPr id="3" name="形状 2"/>
        <dsp:cNvSpPr/>
      </dsp:nvSpPr>
      <dsp:spPr bwMode="white">
        <a:xfrm>
          <a:off x="494030" y="0"/>
          <a:ext cx="7241541" cy="4525963"/>
        </a:xfrm>
        <a:prstGeom prst="swooshArrow">
          <a:avLst>
            <a:gd name="adj1" fmla="val 25000"/>
            <a:gd name="adj2" fmla="val 25000"/>
          </a:avLst>
        </a:prstGeom>
      </dsp:spPr>
      <dsp:style>
        <a:lnRef idx="0">
          <a:schemeClr val="accent1"/>
        </a:lnRef>
        <a:fillRef idx="1">
          <a:schemeClr val="accent1">
            <a:tint val="40000"/>
          </a:schemeClr>
        </a:fillRef>
        <a:effectRef idx="2">
          <a:scrgbClr r="0" g="0" b="0"/>
        </a:effectRef>
        <a:fontRef idx="minor"/>
      </dsp:style>
      <dsp:txXfrm>
        <a:off x="494030" y="0"/>
        <a:ext cx="7241541" cy="4525963"/>
      </dsp:txXfrm>
    </dsp:sp>
    <dsp:sp modelId="{9128196C-CDA5-D749-ABFF-B5C0DAF2854A}">
      <dsp:nvSpPr>
        <dsp:cNvPr id="4" name="椭圆 3"/>
        <dsp:cNvSpPr/>
      </dsp:nvSpPr>
      <dsp:spPr bwMode="white">
        <a:xfrm>
          <a:off x="1413705" y="3123820"/>
          <a:ext cx="188280" cy="188280"/>
        </a:xfrm>
        <a:prstGeom prst="ellipse">
          <a:avLst/>
        </a:prstGeom>
      </dsp:spPr>
      <dsp:style>
        <a:lnRef idx="0">
          <a:schemeClr val="lt1"/>
        </a:lnRef>
        <a:fillRef idx="3">
          <a:schemeClr val="accent1"/>
        </a:fillRef>
        <a:effectRef idx="2">
          <a:scrgbClr r="0" g="0" b="0"/>
        </a:effectRef>
        <a:fontRef idx="minor">
          <a:schemeClr val="lt1"/>
        </a:fontRef>
      </dsp:style>
      <dsp:txXfrm>
        <a:off x="1413705" y="3123820"/>
        <a:ext cx="188280" cy="188280"/>
      </dsp:txXfrm>
    </dsp:sp>
    <dsp:sp modelId="{722053E9-8091-4649-B194-3AE20668B0AB}">
      <dsp:nvSpPr>
        <dsp:cNvPr id="5" name="矩形 4"/>
        <dsp:cNvSpPr/>
      </dsp:nvSpPr>
      <dsp:spPr bwMode="white">
        <a:xfrm>
          <a:off x="1507845" y="3217960"/>
          <a:ext cx="1687279" cy="1308003"/>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9765" tIns="0" rIns="0" bIns="0" anchor="t"/>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zh-CN" altLang="en-US" dirty="0" smtClean="0">
              <a:solidFill>
                <a:schemeClr val="tx1"/>
              </a:solidFill>
            </a:rPr>
            <a:t>根据该事项内容所涉及的业务，分别找出与之相对应的保密事项范围</a:t>
          </a:r>
          <a:endParaRPr lang="zh-CN" altLang="en-US" dirty="0">
            <a:solidFill>
              <a:schemeClr val="tx1"/>
            </a:solidFill>
          </a:endParaRPr>
        </a:p>
      </dsp:txBody>
      <dsp:txXfrm>
        <a:off x="1507845" y="3217960"/>
        <a:ext cx="1687279" cy="1308003"/>
      </dsp:txXfrm>
    </dsp:sp>
    <dsp:sp modelId="{5A93C401-BA98-F44D-9E7B-B27FCABB216F}">
      <dsp:nvSpPr>
        <dsp:cNvPr id="6" name="椭圆 5"/>
        <dsp:cNvSpPr/>
      </dsp:nvSpPr>
      <dsp:spPr bwMode="white">
        <a:xfrm>
          <a:off x="3075639" y="1893663"/>
          <a:ext cx="340352" cy="340352"/>
        </a:xfrm>
        <a:prstGeom prst="ellipse">
          <a:avLst/>
        </a:prstGeom>
      </dsp:spPr>
      <dsp:style>
        <a:lnRef idx="0">
          <a:schemeClr val="lt1"/>
        </a:lnRef>
        <a:fillRef idx="3">
          <a:schemeClr val="accent1"/>
        </a:fillRef>
        <a:effectRef idx="2">
          <a:scrgbClr r="0" g="0" b="0"/>
        </a:effectRef>
        <a:fontRef idx="minor">
          <a:schemeClr val="lt1"/>
        </a:fontRef>
      </dsp:style>
      <dsp:txXfrm>
        <a:off x="3075639" y="1893663"/>
        <a:ext cx="340352" cy="340352"/>
      </dsp:txXfrm>
    </dsp:sp>
    <dsp:sp modelId="{04D92AB4-15DF-DE4F-B4F0-5FA96E38D03A}">
      <dsp:nvSpPr>
        <dsp:cNvPr id="7" name="矩形 6"/>
        <dsp:cNvSpPr/>
      </dsp:nvSpPr>
      <dsp:spPr bwMode="white">
        <a:xfrm>
          <a:off x="3245815" y="2063839"/>
          <a:ext cx="1737970" cy="246212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80345" tIns="0" rIns="0" bIns="0" anchor="t"/>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zh-CN" altLang="en-US" dirty="0" smtClean="0">
              <a:solidFill>
                <a:schemeClr val="tx1"/>
              </a:solidFill>
            </a:rPr>
            <a:t>逐次在每个保密事项范围中找出与所涉及内容相对应的密级</a:t>
          </a:r>
          <a:endParaRPr lang="zh-CN" altLang="en-US" dirty="0">
            <a:solidFill>
              <a:schemeClr val="tx1"/>
            </a:solidFill>
          </a:endParaRPr>
        </a:p>
      </dsp:txBody>
      <dsp:txXfrm>
        <a:off x="3245815" y="2063839"/>
        <a:ext cx="1737970" cy="2462124"/>
      </dsp:txXfrm>
    </dsp:sp>
    <dsp:sp modelId="{22D03D61-D249-014B-B044-BA93C3BB0378}">
      <dsp:nvSpPr>
        <dsp:cNvPr id="8" name="椭圆 7"/>
        <dsp:cNvSpPr/>
      </dsp:nvSpPr>
      <dsp:spPr bwMode="white">
        <a:xfrm>
          <a:off x="5074304" y="1145069"/>
          <a:ext cx="470700" cy="470700"/>
        </a:xfrm>
        <a:prstGeom prst="ellipse">
          <a:avLst/>
        </a:prstGeom>
      </dsp:spPr>
      <dsp:style>
        <a:lnRef idx="0">
          <a:schemeClr val="lt1"/>
        </a:lnRef>
        <a:fillRef idx="3">
          <a:schemeClr val="accent1"/>
        </a:fillRef>
        <a:effectRef idx="2">
          <a:scrgbClr r="0" g="0" b="0"/>
        </a:effectRef>
        <a:fontRef idx="minor">
          <a:schemeClr val="lt1"/>
        </a:fontRef>
      </dsp:style>
      <dsp:txXfrm>
        <a:off x="5074304" y="1145069"/>
        <a:ext cx="470700" cy="470700"/>
      </dsp:txXfrm>
    </dsp:sp>
    <dsp:sp modelId="{213834AC-F79D-5549-AE11-CE66B6B30CFC}">
      <dsp:nvSpPr>
        <dsp:cNvPr id="9" name="矩形 8"/>
        <dsp:cNvSpPr/>
      </dsp:nvSpPr>
      <dsp:spPr bwMode="white">
        <a:xfrm>
          <a:off x="6239228" y="0"/>
          <a:ext cx="1737970" cy="314554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249414" tIns="0" rIns="0" bIns="0" anchor="t"/>
        <a:lstStyle>
          <a:lvl1pPr algn="l">
            <a:defRPr sz="17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0">
            <a:lnSpc>
              <a:spcPct val="100000"/>
            </a:lnSpc>
            <a:spcBef>
              <a:spcPct val="0"/>
            </a:spcBef>
            <a:spcAft>
              <a:spcPct val="35000"/>
            </a:spcAft>
          </a:pPr>
          <a:r>
            <a:rPr lang="zh-CN" altLang="en-US" dirty="0" smtClean="0">
              <a:solidFill>
                <a:schemeClr val="tx1"/>
              </a:solidFill>
            </a:rPr>
            <a:t>按照所涉及保密事项范围中对应的最高密级和最长保密期限共同确定该事项的密级和保密期限</a:t>
          </a:r>
          <a:endParaRPr lang="zh-CN" altLang="en-US" dirty="0">
            <a:solidFill>
              <a:schemeClr val="tx1"/>
            </a:solidFill>
          </a:endParaRPr>
        </a:p>
      </dsp:txBody>
      <dsp:txXfrm>
        <a:off x="6239228" y="0"/>
        <a:ext cx="1737970" cy="3145544"/>
      </dsp:txXfrm>
    </dsp:sp>
  </dsp:spTree>
</dsp:drawing>
</file>

<file path=ppt/diagrams/drawing1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22124640-4F9A-1842-AF05-021CBBA8CC35}">
      <dsp:nvSpPr>
        <dsp:cNvPr id="4" name="同侧圆角矩形 3"/>
        <dsp:cNvSpPr/>
      </dsp:nvSpPr>
      <dsp:spPr bwMode="white">
        <a:xfrm rot="5400000">
          <a:off x="5012133" y="-1903478"/>
          <a:ext cx="1167990" cy="5266944"/>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45719" tIns="22859" rIns="45719" bIns="22859" anchor="ctr"/>
        <a:lstStyle>
          <a:lvl1pPr algn="l">
            <a:defRPr sz="12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1">
            <a:lnSpc>
              <a:spcPct val="100000"/>
            </a:lnSpc>
            <a:spcBef>
              <a:spcPct val="0"/>
            </a:spcBef>
            <a:spcAft>
              <a:spcPct val="15000"/>
            </a:spcAft>
            <a:buChar char="•"/>
          </a:pPr>
          <a:r>
            <a:rPr lang="zh-CN" altLang="en-US" dirty="0" smtClean="0">
              <a:solidFill>
                <a:schemeClr val="dk1"/>
              </a:solidFill>
            </a:rPr>
            <a:t>观念认识到位</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宣传教育、依法行政、增强定密意识</a:t>
          </a:r>
          <a:endParaRPr lang="zh-CN" altLang="en-US" dirty="0">
            <a:solidFill>
              <a:schemeClr val="dk1"/>
            </a:solidFill>
          </a:endParaRPr>
        </a:p>
      </dsp:txBody>
      <dsp:txXfrm rot="5400000">
        <a:off x="5012133" y="-1903478"/>
        <a:ext cx="1167990" cy="5266944"/>
      </dsp:txXfrm>
    </dsp:sp>
    <dsp:sp modelId="{45A7E1C8-F855-F64D-913F-2D18BDA6365A}">
      <dsp:nvSpPr>
        <dsp:cNvPr id="3" name="圆角矩形 2"/>
        <dsp:cNvSpPr/>
      </dsp:nvSpPr>
      <dsp:spPr bwMode="white">
        <a:xfrm>
          <a:off x="0" y="0"/>
          <a:ext cx="2962656" cy="1459988"/>
        </a:xfrm>
        <a:prstGeom prst="roundRect">
          <a:avLst/>
        </a:prstGeom>
      </dsp:spPr>
      <dsp:style>
        <a:lnRef idx="0">
          <a:schemeClr val="lt1"/>
        </a:lnRef>
        <a:fillRef idx="3">
          <a:schemeClr val="accent1"/>
        </a:fillRef>
        <a:effectRef idx="2">
          <a:scrgbClr r="0" g="0" b="0"/>
        </a:effectRef>
        <a:fontRef idx="minor">
          <a:schemeClr val="lt1"/>
        </a:fontRef>
      </dsp:style>
      <dsp:txBody>
        <a:bodyPr lIns="110489" tIns="55244" rIns="110489" bIns="55244" anchor="ctr"/>
        <a:lstStyle>
          <a:lvl1pPr algn="ctr">
            <a:defRPr sz="29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r>
            <a:rPr lang="zh-CN" altLang="en-US" dirty="0" smtClean="0"/>
            <a:t>优化依法定密的内部环境</a:t>
          </a:r>
          <a:endParaRPr lang="zh-CN" altLang="en-US" dirty="0"/>
        </a:p>
      </dsp:txBody>
      <dsp:txXfrm>
        <a:off x="0" y="0"/>
        <a:ext cx="2962656" cy="1459988"/>
      </dsp:txXfrm>
    </dsp:sp>
    <dsp:sp modelId="{08EE55FE-54DB-2640-BFE8-85F37CBE7B9B}">
      <dsp:nvSpPr>
        <dsp:cNvPr id="6" name="同侧圆角矩形 5"/>
        <dsp:cNvSpPr/>
      </dsp:nvSpPr>
      <dsp:spPr bwMode="white">
        <a:xfrm rot="5400000">
          <a:off x="5012133" y="-370490"/>
          <a:ext cx="1167990" cy="5266944"/>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45719" tIns="22859" rIns="45719" bIns="22859" anchor="ctr"/>
        <a:lstStyle>
          <a:lvl1pPr algn="l">
            <a:defRPr sz="12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1">
            <a:lnSpc>
              <a:spcPct val="100000"/>
            </a:lnSpc>
            <a:spcBef>
              <a:spcPct val="0"/>
            </a:spcBef>
            <a:spcAft>
              <a:spcPct val="15000"/>
            </a:spcAft>
            <a:buChar char="•"/>
          </a:pPr>
          <a:r>
            <a:rPr lang="zh-CN" altLang="en-US" dirty="0" smtClean="0">
              <a:solidFill>
                <a:schemeClr val="dk1"/>
              </a:solidFill>
            </a:rPr>
            <a:t>熟知有关定密工作的法律法规和所涉及业务的保密事项范围</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工作中哪些是国家秘密，国家秘密集中在哪些方面，产生在哪些部门和岗位</a:t>
          </a:r>
          <a:endParaRPr lang="zh-CN" altLang="en-US" dirty="0">
            <a:solidFill>
              <a:schemeClr val="dk1"/>
            </a:solidFill>
          </a:endParaRPr>
        </a:p>
      </dsp:txBody>
      <dsp:txXfrm rot="5400000">
        <a:off x="5012133" y="-370490"/>
        <a:ext cx="1167990" cy="5266944"/>
      </dsp:txXfrm>
    </dsp:sp>
    <dsp:sp modelId="{559CDFC1-EF49-FB49-B4C8-FFA01D83FEF0}">
      <dsp:nvSpPr>
        <dsp:cNvPr id="5" name="圆角矩形 4"/>
        <dsp:cNvSpPr/>
      </dsp:nvSpPr>
      <dsp:spPr bwMode="white">
        <a:xfrm>
          <a:off x="0" y="1532987"/>
          <a:ext cx="2962656" cy="1459988"/>
        </a:xfrm>
        <a:prstGeom prst="roundRect">
          <a:avLst/>
        </a:prstGeom>
      </dsp:spPr>
      <dsp:style>
        <a:lnRef idx="0">
          <a:schemeClr val="lt1"/>
        </a:lnRef>
        <a:fillRef idx="3">
          <a:schemeClr val="accent1"/>
        </a:fillRef>
        <a:effectRef idx="2">
          <a:scrgbClr r="0" g="0" b="0"/>
        </a:effectRef>
        <a:fontRef idx="minor">
          <a:schemeClr val="lt1"/>
        </a:fontRef>
      </dsp:style>
      <dsp:txBody>
        <a:bodyPr lIns="110489" tIns="55244" rIns="110489" bIns="55244" anchor="ctr"/>
        <a:lstStyle>
          <a:lvl1pPr algn="ctr">
            <a:defRPr sz="29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r>
            <a:rPr lang="zh-CN" altLang="en-US" dirty="0" smtClean="0"/>
            <a:t>加强定密常识和技能的专业培训</a:t>
          </a:r>
          <a:endParaRPr lang="zh-CN" altLang="en-US" dirty="0"/>
        </a:p>
      </dsp:txBody>
      <dsp:txXfrm>
        <a:off x="0" y="1532987"/>
        <a:ext cx="2962656" cy="1459988"/>
      </dsp:txXfrm>
    </dsp:sp>
    <dsp:sp modelId="{9B4B6904-0F58-9248-89CE-4BFACE0D48B1}">
      <dsp:nvSpPr>
        <dsp:cNvPr id="8" name="同侧圆角矩形 7"/>
        <dsp:cNvSpPr/>
      </dsp:nvSpPr>
      <dsp:spPr bwMode="white">
        <a:xfrm rot="5400000">
          <a:off x="5012133" y="1162497"/>
          <a:ext cx="1167990" cy="5266944"/>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45719" tIns="22859" rIns="45719" bIns="22859" anchor="ctr"/>
        <a:lstStyle>
          <a:lvl1pPr algn="l">
            <a:defRPr sz="12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1">
            <a:lnSpc>
              <a:spcPct val="100000"/>
            </a:lnSpc>
            <a:spcBef>
              <a:spcPct val="0"/>
            </a:spcBef>
            <a:spcAft>
              <a:spcPct val="15000"/>
            </a:spcAft>
            <a:buChar char="•"/>
          </a:pPr>
          <a:r>
            <a:rPr lang="zh-CN" altLang="en-US" dirty="0" smtClean="0">
              <a:solidFill>
                <a:schemeClr val="dk1"/>
              </a:solidFill>
            </a:rPr>
            <a:t>定密责任制度、定密审核制度、监督检查制度、统计上报制度、奖惩制度</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制度执行情况的监督，建立异议复议纠错机制、奖罚分明的管理机制</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纠正定密随意，防止出现两个极端，纠正本位主义和实用主义，客服格式套用的错误做法</a:t>
          </a:r>
          <a:endParaRPr lang="zh-CN" altLang="en-US" dirty="0">
            <a:solidFill>
              <a:schemeClr val="dk1"/>
            </a:solidFill>
          </a:endParaRPr>
        </a:p>
      </dsp:txBody>
      <dsp:txXfrm rot="5400000">
        <a:off x="5012133" y="1162497"/>
        <a:ext cx="1167990" cy="5266944"/>
      </dsp:txXfrm>
    </dsp:sp>
    <dsp:sp modelId="{4EB002AA-192C-4142-89FE-0E1BD9344FCA}">
      <dsp:nvSpPr>
        <dsp:cNvPr id="7" name="圆角矩形 6"/>
        <dsp:cNvSpPr/>
      </dsp:nvSpPr>
      <dsp:spPr bwMode="white">
        <a:xfrm>
          <a:off x="0" y="3065975"/>
          <a:ext cx="2962656" cy="1459988"/>
        </a:xfrm>
        <a:prstGeom prst="roundRect">
          <a:avLst/>
        </a:prstGeom>
      </dsp:spPr>
      <dsp:style>
        <a:lnRef idx="0">
          <a:schemeClr val="lt1"/>
        </a:lnRef>
        <a:fillRef idx="3">
          <a:schemeClr val="accent1"/>
        </a:fillRef>
        <a:effectRef idx="2">
          <a:scrgbClr r="0" g="0" b="0"/>
        </a:effectRef>
        <a:fontRef idx="minor">
          <a:schemeClr val="lt1"/>
        </a:fontRef>
      </dsp:style>
      <dsp:txBody>
        <a:bodyPr lIns="110489" tIns="55244" rIns="110489" bIns="55244" anchor="ctr"/>
        <a:lstStyle>
          <a:lvl1pPr algn="ctr">
            <a:defRPr sz="29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r>
            <a:rPr lang="zh-CN" altLang="en-US" dirty="0" smtClean="0"/>
            <a:t>建立完善各项定密制度</a:t>
          </a:r>
          <a:endParaRPr lang="zh-CN" altLang="en-US" dirty="0"/>
        </a:p>
      </dsp:txBody>
      <dsp:txXfrm>
        <a:off x="0" y="3065975"/>
        <a:ext cx="2962656" cy="1459988"/>
      </dsp:txXfrm>
    </dsp:sp>
  </dsp:spTree>
</dsp:drawing>
</file>

<file path=ppt/diagrams/drawing1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2D225584-0693-8542-AD28-F1EBDE596B36}">
      <dsp:nvSpPr>
        <dsp:cNvPr id="4" name="同侧圆角矩形 3"/>
        <dsp:cNvSpPr/>
      </dsp:nvSpPr>
      <dsp:spPr bwMode="white">
        <a:xfrm rot="5400000">
          <a:off x="5247977" y="-2198283"/>
          <a:ext cx="696302" cy="5266944"/>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49530" tIns="24765" rIns="49530" bIns="24765" anchor="ctr"/>
        <a:lstStyle>
          <a:lvl1pPr algn="l">
            <a:defRPr sz="13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1">
            <a:lnSpc>
              <a:spcPct val="100000"/>
            </a:lnSpc>
            <a:spcBef>
              <a:spcPct val="0"/>
            </a:spcBef>
            <a:spcAft>
              <a:spcPct val="15000"/>
            </a:spcAft>
            <a:buChar char="•"/>
          </a:pPr>
          <a:r>
            <a:rPr lang="zh-CN" altLang="en-US" dirty="0" smtClean="0">
              <a:solidFill>
                <a:schemeClr val="dk1"/>
              </a:solidFill>
            </a:rPr>
            <a:t>绝密</a:t>
          </a:r>
          <a:r>
            <a:rPr lang="en-US" altLang="zh-CN" dirty="0" smtClean="0">
              <a:solidFill>
                <a:schemeClr val="dk1"/>
              </a:solidFill>
            </a:rPr>
            <a:t>30</a:t>
          </a:r>
          <a:r>
            <a:rPr lang="zh-CN" altLang="en-US" dirty="0" smtClean="0">
              <a:solidFill>
                <a:schemeClr val="dk1"/>
              </a:solidFill>
            </a:rPr>
            <a:t>年，机密</a:t>
          </a:r>
          <a:r>
            <a:rPr lang="en-US" altLang="zh-CN" dirty="0" smtClean="0">
              <a:solidFill>
                <a:schemeClr val="dk1"/>
              </a:solidFill>
            </a:rPr>
            <a:t>20</a:t>
          </a:r>
          <a:r>
            <a:rPr lang="zh-CN" altLang="en-US" dirty="0" smtClean="0">
              <a:solidFill>
                <a:schemeClr val="dk1"/>
              </a:solidFill>
            </a:rPr>
            <a:t>年，秘密</a:t>
          </a:r>
          <a:r>
            <a:rPr lang="en-US" altLang="zh-CN" dirty="0" smtClean="0">
              <a:solidFill>
                <a:schemeClr val="dk1"/>
              </a:solidFill>
            </a:rPr>
            <a:t>10</a:t>
          </a:r>
          <a:r>
            <a:rPr lang="zh-CN" altLang="en-US" dirty="0" smtClean="0">
              <a:solidFill>
                <a:schemeClr val="dk1"/>
              </a:solidFill>
            </a:rPr>
            <a:t>年</a:t>
          </a:r>
          <a:endParaRPr lang="zh-CN" altLang="en-US" dirty="0">
            <a:solidFill>
              <a:schemeClr val="dk1"/>
            </a:solidFill>
          </a:endParaRPr>
        </a:p>
      </dsp:txBody>
      <dsp:txXfrm rot="5400000">
        <a:off x="5247977" y="-2198283"/>
        <a:ext cx="696302" cy="5266944"/>
      </dsp:txXfrm>
    </dsp:sp>
    <dsp:sp modelId="{8FF5E0D6-118F-234F-83C5-5D85B3C49421}">
      <dsp:nvSpPr>
        <dsp:cNvPr id="3" name="圆角矩形 2"/>
        <dsp:cNvSpPr/>
      </dsp:nvSpPr>
      <dsp:spPr bwMode="white">
        <a:xfrm>
          <a:off x="0" y="0"/>
          <a:ext cx="2962656" cy="870377"/>
        </a:xfrm>
        <a:prstGeom prst="roundRect">
          <a:avLst/>
        </a:prstGeom>
      </dsp:spPr>
      <dsp:style>
        <a:lnRef idx="0">
          <a:schemeClr val="lt1"/>
        </a:lnRef>
        <a:fillRef idx="3">
          <a:schemeClr val="accent1"/>
        </a:fillRef>
        <a:effectRef idx="2">
          <a:scrgbClr r="0" g="0" b="0"/>
        </a:effectRef>
        <a:fontRef idx="minor">
          <a:schemeClr val="lt1"/>
        </a:fontRef>
      </dsp:style>
      <dsp:txBody>
        <a:bodyPr lIns="83820" tIns="41910" rIns="83820" bIns="41910"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smtClean="0"/>
            <a:t>基本保密期限</a:t>
          </a:r>
          <a:endParaRPr lang="zh-CN" altLang="en-US" dirty="0"/>
        </a:p>
      </dsp:txBody>
      <dsp:txXfrm>
        <a:off x="0" y="0"/>
        <a:ext cx="2962656" cy="870377"/>
      </dsp:txXfrm>
    </dsp:sp>
    <dsp:sp modelId="{B71E901F-0085-C449-BED5-DB04B99034C0}">
      <dsp:nvSpPr>
        <dsp:cNvPr id="6" name="同侧圆角矩形 5"/>
        <dsp:cNvSpPr/>
      </dsp:nvSpPr>
      <dsp:spPr bwMode="white">
        <a:xfrm rot="5400000">
          <a:off x="5247977" y="-1284387"/>
          <a:ext cx="696302" cy="5266944"/>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49530" tIns="24765" rIns="49530" bIns="24765" anchor="ctr"/>
        <a:lstStyle>
          <a:lvl1pPr algn="l">
            <a:defRPr sz="13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1">
            <a:lnSpc>
              <a:spcPct val="100000"/>
            </a:lnSpc>
            <a:spcBef>
              <a:spcPct val="0"/>
            </a:spcBef>
            <a:spcAft>
              <a:spcPct val="15000"/>
            </a:spcAft>
            <a:buChar char="•"/>
          </a:pPr>
          <a:r>
            <a:rPr lang="zh-CN" altLang="en-US" dirty="0" smtClean="0">
              <a:solidFill>
                <a:schemeClr val="dk1"/>
              </a:solidFill>
            </a:rPr>
            <a:t>稳定性强，长期关系国家安全利益、按照基本期限不能满足保密要求</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没有最长期限限制</a:t>
          </a:r>
          <a:endParaRPr lang="zh-CN" altLang="en-US" dirty="0">
            <a:solidFill>
              <a:schemeClr val="dk1"/>
            </a:solidFill>
          </a:endParaRPr>
        </a:p>
      </dsp:txBody>
      <dsp:txXfrm rot="5400000">
        <a:off x="5247977" y="-1284387"/>
        <a:ext cx="696302" cy="5266944"/>
      </dsp:txXfrm>
    </dsp:sp>
    <dsp:sp modelId="{2A74EA14-22B0-A94B-9745-78C6FF78BDE0}">
      <dsp:nvSpPr>
        <dsp:cNvPr id="5" name="圆角矩形 4"/>
        <dsp:cNvSpPr/>
      </dsp:nvSpPr>
      <dsp:spPr bwMode="white">
        <a:xfrm>
          <a:off x="0" y="913896"/>
          <a:ext cx="2962656" cy="870377"/>
        </a:xfrm>
        <a:prstGeom prst="roundRect">
          <a:avLst/>
        </a:prstGeom>
      </dsp:spPr>
      <dsp:style>
        <a:lnRef idx="0">
          <a:schemeClr val="lt1"/>
        </a:lnRef>
        <a:fillRef idx="3">
          <a:schemeClr val="accent1"/>
        </a:fillRef>
        <a:effectRef idx="2">
          <a:scrgbClr r="0" g="0" b="0"/>
        </a:effectRef>
        <a:fontRef idx="minor">
          <a:schemeClr val="lt1"/>
        </a:fontRef>
      </dsp:style>
      <dsp:txBody>
        <a:bodyPr lIns="83820" tIns="41910" rIns="83820" bIns="41910"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smtClean="0"/>
            <a:t>保密期限为“长期”</a:t>
          </a:r>
          <a:endParaRPr lang="zh-CN" altLang="en-US" dirty="0"/>
        </a:p>
      </dsp:txBody>
      <dsp:txXfrm>
        <a:off x="0" y="913896"/>
        <a:ext cx="2962656" cy="870377"/>
      </dsp:txXfrm>
    </dsp:sp>
    <dsp:sp modelId="{4D00BEA7-DAB2-9640-9637-10326714D789}">
      <dsp:nvSpPr>
        <dsp:cNvPr id="8" name="同侧圆角矩形 7"/>
        <dsp:cNvSpPr/>
      </dsp:nvSpPr>
      <dsp:spPr bwMode="white">
        <a:xfrm rot="5400000">
          <a:off x="5247977" y="-370490"/>
          <a:ext cx="696302" cy="5266944"/>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49530" tIns="24765" rIns="49530" bIns="24765" anchor="ctr"/>
        <a:lstStyle>
          <a:lvl1pPr algn="l">
            <a:defRPr sz="13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1">
            <a:lnSpc>
              <a:spcPct val="100000"/>
            </a:lnSpc>
            <a:spcBef>
              <a:spcPct val="0"/>
            </a:spcBef>
            <a:spcAft>
              <a:spcPct val="15000"/>
            </a:spcAft>
            <a:buChar char="•"/>
          </a:pPr>
          <a:r>
            <a:rPr lang="zh-CN" altLang="en-US" dirty="0" smtClean="0">
              <a:solidFill>
                <a:schemeClr val="dk1"/>
              </a:solidFill>
            </a:rPr>
            <a:t>保密事项范围规定的国家秘密事项的保密期限</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即使明显短于基本保密期限，也应以此为最长</a:t>
          </a:r>
          <a:endParaRPr lang="zh-CN" altLang="en-US" dirty="0">
            <a:solidFill>
              <a:schemeClr val="dk1"/>
            </a:solidFill>
          </a:endParaRPr>
        </a:p>
      </dsp:txBody>
      <dsp:txXfrm rot="5400000">
        <a:off x="5247977" y="-370490"/>
        <a:ext cx="696302" cy="5266944"/>
      </dsp:txXfrm>
    </dsp:sp>
    <dsp:sp modelId="{DC1CE835-BC05-CB4B-99EA-320BFAD068BF}">
      <dsp:nvSpPr>
        <dsp:cNvPr id="7" name="圆角矩形 6"/>
        <dsp:cNvSpPr/>
      </dsp:nvSpPr>
      <dsp:spPr bwMode="white">
        <a:xfrm>
          <a:off x="0" y="1827793"/>
          <a:ext cx="2962656" cy="870377"/>
        </a:xfrm>
        <a:prstGeom prst="roundRect">
          <a:avLst/>
        </a:prstGeom>
      </dsp:spPr>
      <dsp:style>
        <a:lnRef idx="0">
          <a:schemeClr val="lt1"/>
        </a:lnRef>
        <a:fillRef idx="3">
          <a:schemeClr val="accent1"/>
        </a:fillRef>
        <a:effectRef idx="2">
          <a:scrgbClr r="0" g="0" b="0"/>
        </a:effectRef>
        <a:fontRef idx="minor">
          <a:schemeClr val="lt1"/>
        </a:fontRef>
      </dsp:style>
      <dsp:txBody>
        <a:bodyPr lIns="83820" tIns="41910" rIns="83820" bIns="41910"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smtClean="0"/>
            <a:t>保密期限为“最长”</a:t>
          </a:r>
          <a:endParaRPr lang="zh-CN" altLang="en-US" dirty="0"/>
        </a:p>
      </dsp:txBody>
      <dsp:txXfrm>
        <a:off x="0" y="1827793"/>
        <a:ext cx="2962656" cy="870377"/>
      </dsp:txXfrm>
    </dsp:sp>
    <dsp:sp modelId="{2B5DCD37-FFA7-2C44-9946-AF3F00BA3B73}">
      <dsp:nvSpPr>
        <dsp:cNvPr id="10" name="同侧圆角矩形 9"/>
        <dsp:cNvSpPr/>
      </dsp:nvSpPr>
      <dsp:spPr bwMode="white">
        <a:xfrm rot="5400000">
          <a:off x="5247977" y="543406"/>
          <a:ext cx="696302" cy="5266944"/>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49530" tIns="24765" rIns="49530" bIns="24765" anchor="ctr"/>
        <a:lstStyle>
          <a:lvl1pPr algn="l">
            <a:defRPr sz="13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1">
            <a:lnSpc>
              <a:spcPct val="100000"/>
            </a:lnSpc>
            <a:spcBef>
              <a:spcPct val="0"/>
            </a:spcBef>
            <a:spcAft>
              <a:spcPct val="15000"/>
            </a:spcAft>
            <a:buChar char="•"/>
          </a:pPr>
          <a:r>
            <a:rPr lang="zh-CN" altLang="en-US" dirty="0" smtClean="0">
              <a:solidFill>
                <a:schemeClr val="dk1"/>
              </a:solidFill>
            </a:rPr>
            <a:t>保密期限为“某年某月某日”表示到此时间节点解密</a:t>
          </a:r>
          <a:endParaRPr lang="zh-CN" altLang="en-US" dirty="0">
            <a:solidFill>
              <a:schemeClr val="dk1"/>
            </a:solidFill>
          </a:endParaRPr>
        </a:p>
      </dsp:txBody>
      <dsp:txXfrm rot="5400000">
        <a:off x="5247977" y="543406"/>
        <a:ext cx="696302" cy="5266944"/>
      </dsp:txXfrm>
    </dsp:sp>
    <dsp:sp modelId="{96179812-302A-4648-AA8F-EC722260521F}">
      <dsp:nvSpPr>
        <dsp:cNvPr id="9" name="圆角矩形 8"/>
        <dsp:cNvSpPr/>
      </dsp:nvSpPr>
      <dsp:spPr bwMode="white">
        <a:xfrm>
          <a:off x="0" y="2741689"/>
          <a:ext cx="2962656" cy="870377"/>
        </a:xfrm>
        <a:prstGeom prst="roundRect">
          <a:avLst/>
        </a:prstGeom>
      </dsp:spPr>
      <dsp:style>
        <a:lnRef idx="0">
          <a:schemeClr val="lt1"/>
        </a:lnRef>
        <a:fillRef idx="3">
          <a:schemeClr val="accent1"/>
        </a:fillRef>
        <a:effectRef idx="2">
          <a:scrgbClr r="0" g="0" b="0"/>
        </a:effectRef>
        <a:fontRef idx="minor">
          <a:schemeClr val="lt1"/>
        </a:fontRef>
      </dsp:style>
      <dsp:txBody>
        <a:bodyPr lIns="83820" tIns="41910" rIns="83820" bIns="41910"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smtClean="0"/>
            <a:t>保密期限为“解密时间”</a:t>
          </a:r>
          <a:endParaRPr lang="zh-CN" altLang="en-US" dirty="0"/>
        </a:p>
      </dsp:txBody>
      <dsp:txXfrm>
        <a:off x="0" y="2741689"/>
        <a:ext cx="2962656" cy="870377"/>
      </dsp:txXfrm>
    </dsp:sp>
    <dsp:sp modelId="{52883275-E32F-5944-805B-47E482170207}">
      <dsp:nvSpPr>
        <dsp:cNvPr id="12" name="同侧圆角矩形 11"/>
        <dsp:cNvSpPr/>
      </dsp:nvSpPr>
      <dsp:spPr bwMode="white">
        <a:xfrm rot="5400000">
          <a:off x="5247977" y="1457302"/>
          <a:ext cx="696302" cy="5266944"/>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49530" tIns="24765" rIns="49530" bIns="24765" anchor="ctr"/>
        <a:lstStyle>
          <a:lvl1pPr algn="l">
            <a:defRPr sz="13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1">
            <a:lnSpc>
              <a:spcPct val="100000"/>
            </a:lnSpc>
            <a:spcBef>
              <a:spcPct val="0"/>
            </a:spcBef>
            <a:spcAft>
              <a:spcPct val="15000"/>
            </a:spcAft>
            <a:buChar char="•"/>
          </a:pPr>
          <a:r>
            <a:rPr lang="zh-CN" altLang="en-US" dirty="0" smtClean="0">
              <a:solidFill>
                <a:schemeClr val="dk1"/>
              </a:solidFill>
            </a:rPr>
            <a:t>该事项的保密时间需要</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促使该事项秘密性消失的条件</a:t>
          </a:r>
          <a:endParaRPr lang="zh-CN" altLang="en-US" dirty="0">
            <a:solidFill>
              <a:schemeClr val="dk1"/>
            </a:solidFill>
          </a:endParaRPr>
        </a:p>
      </dsp:txBody>
      <dsp:txXfrm rot="5400000">
        <a:off x="5247977" y="1457302"/>
        <a:ext cx="696302" cy="5266944"/>
      </dsp:txXfrm>
    </dsp:sp>
    <dsp:sp modelId="{88CC977C-7366-FF49-8AF0-CE93E378AF4F}">
      <dsp:nvSpPr>
        <dsp:cNvPr id="11" name="圆角矩形 10"/>
        <dsp:cNvSpPr/>
      </dsp:nvSpPr>
      <dsp:spPr bwMode="white">
        <a:xfrm>
          <a:off x="0" y="3655585"/>
          <a:ext cx="2962656" cy="870377"/>
        </a:xfrm>
        <a:prstGeom prst="roundRect">
          <a:avLst/>
        </a:prstGeom>
      </dsp:spPr>
      <dsp:style>
        <a:lnRef idx="0">
          <a:schemeClr val="lt1"/>
        </a:lnRef>
        <a:fillRef idx="3">
          <a:schemeClr val="accent1"/>
        </a:fillRef>
        <a:effectRef idx="2">
          <a:scrgbClr r="0" g="0" b="0"/>
        </a:effectRef>
        <a:fontRef idx="minor">
          <a:schemeClr val="lt1"/>
        </a:fontRef>
      </dsp:style>
      <dsp:txBody>
        <a:bodyPr lIns="83820" tIns="41910" rIns="83820" bIns="41910"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smtClean="0"/>
            <a:t>保密期限为“解密条件”</a:t>
          </a:r>
          <a:endParaRPr lang="zh-CN" altLang="en-US" dirty="0"/>
        </a:p>
      </dsp:txBody>
      <dsp:txXfrm>
        <a:off x="0" y="3655585"/>
        <a:ext cx="2962656" cy="870377"/>
      </dsp:txXfrm>
    </dsp:sp>
  </dsp:spTree>
</dsp:drawing>
</file>

<file path=ppt/diagrams/drawing1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74B2A0B3-1BC1-8047-8125-528CC592571F}">
      <dsp:nvSpPr>
        <dsp:cNvPr id="3" name="矩形 2"/>
        <dsp:cNvSpPr/>
      </dsp:nvSpPr>
      <dsp:spPr bwMode="white">
        <a:xfrm>
          <a:off x="0" y="11001"/>
          <a:ext cx="1861900" cy="744760"/>
        </a:xfrm>
        <a:prstGeom prst="rect">
          <a:avLst/>
        </a:prstGeom>
      </dsp:spPr>
      <dsp:style>
        <a:lnRef idx="1">
          <a:schemeClr val="accent1"/>
        </a:lnRef>
        <a:fillRef idx="3">
          <a:schemeClr val="accent1"/>
        </a:fillRef>
        <a:effectRef idx="2">
          <a:scrgbClr r="0" g="0" b="0"/>
        </a:effectRef>
        <a:fontRef idx="minor">
          <a:schemeClr val="lt1"/>
        </a:fontRef>
      </dsp:style>
      <dsp:txBody>
        <a:bodyPr lIns="213360" tIns="121920" rIns="213360" bIns="12192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a:lnSpc>
              <a:spcPct val="100000"/>
            </a:lnSpc>
            <a:spcBef>
              <a:spcPct val="0"/>
            </a:spcBef>
            <a:spcAft>
              <a:spcPct val="35000"/>
            </a:spcAft>
          </a:pPr>
          <a:r>
            <a:rPr lang="zh-CN" altLang="en-US" dirty="0" smtClean="0"/>
            <a:t>知晓类</a:t>
          </a:r>
          <a:endParaRPr lang="zh-CN" altLang="en-US" dirty="0"/>
        </a:p>
      </dsp:txBody>
      <dsp:txXfrm>
        <a:off x="0" y="11001"/>
        <a:ext cx="1861900" cy="744760"/>
      </dsp:txXfrm>
    </dsp:sp>
    <dsp:sp modelId="{D90725EA-6251-7A49-BFB8-7002F8A2CD26}">
      <dsp:nvSpPr>
        <dsp:cNvPr id="4" name="矩形 3"/>
        <dsp:cNvSpPr/>
      </dsp:nvSpPr>
      <dsp:spPr bwMode="white">
        <a:xfrm>
          <a:off x="0" y="755762"/>
          <a:ext cx="1861900" cy="3759200"/>
        </a:xfrm>
        <a:prstGeom prst="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lIns="160020" tIns="160020" rIns="213360" bIns="240029" anchor="t"/>
        <a:lstStyle>
          <a:lvl1pPr algn="l">
            <a:defRPr sz="3000"/>
          </a:lvl1pPr>
          <a:lvl2pPr marL="285750" indent="-285750" algn="l">
            <a:defRPr sz="3000"/>
          </a:lvl2pPr>
          <a:lvl3pPr marL="571500" indent="-285750" algn="l">
            <a:defRPr sz="3000"/>
          </a:lvl3pPr>
          <a:lvl4pPr marL="857250" indent="-285750" algn="l">
            <a:defRPr sz="3000"/>
          </a:lvl4pPr>
          <a:lvl5pPr marL="1143000" indent="-285750" algn="l">
            <a:defRPr sz="3000"/>
          </a:lvl5pPr>
          <a:lvl6pPr marL="1428750" indent="-285750" algn="l">
            <a:defRPr sz="3000"/>
          </a:lvl6pPr>
          <a:lvl7pPr marL="1714500" indent="-285750" algn="l">
            <a:defRPr sz="3000"/>
          </a:lvl7pPr>
          <a:lvl8pPr marL="2000250" indent="-285750" algn="l">
            <a:defRPr sz="3000"/>
          </a:lvl8pPr>
          <a:lvl9pPr marL="2286000" indent="-285750" algn="l">
            <a:defRPr sz="3000"/>
          </a:lvl9pPr>
        </a:lstStyle>
        <a:p>
          <a:pPr lvl="1">
            <a:lnSpc>
              <a:spcPct val="100000"/>
            </a:lnSpc>
            <a:spcBef>
              <a:spcPct val="0"/>
            </a:spcBef>
            <a:spcAft>
              <a:spcPct val="15000"/>
            </a:spcAft>
            <a:buChar char="•"/>
          </a:pPr>
          <a:r>
            <a:rPr lang="zh-CN" altLang="en-US" dirty="0" smtClean="0">
              <a:solidFill>
                <a:schemeClr val="dk1"/>
              </a:solidFill>
            </a:rPr>
            <a:t>统一认识、预防预警</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不宜过长</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越紧急越短</a:t>
          </a:r>
          <a:endParaRPr lang="zh-CN" altLang="en-US" dirty="0">
            <a:solidFill>
              <a:schemeClr val="dk1"/>
            </a:solidFill>
          </a:endParaRPr>
        </a:p>
      </dsp:txBody>
      <dsp:txXfrm>
        <a:off x="0" y="755762"/>
        <a:ext cx="1861900" cy="3759200"/>
      </dsp:txXfrm>
    </dsp:sp>
    <dsp:sp modelId="{84A7B06A-EAF7-C84C-8C6C-D7DA65853BFB}">
      <dsp:nvSpPr>
        <dsp:cNvPr id="5" name="矩形 4"/>
        <dsp:cNvSpPr/>
      </dsp:nvSpPr>
      <dsp:spPr bwMode="white">
        <a:xfrm>
          <a:off x="2122567" y="11001"/>
          <a:ext cx="1861900" cy="744760"/>
        </a:xfrm>
        <a:prstGeom prst="rect">
          <a:avLst/>
        </a:prstGeom>
      </dsp:spPr>
      <dsp:style>
        <a:lnRef idx="1">
          <a:schemeClr val="accent1"/>
        </a:lnRef>
        <a:fillRef idx="3">
          <a:schemeClr val="accent1"/>
        </a:fillRef>
        <a:effectRef idx="2">
          <a:scrgbClr r="0" g="0" b="0"/>
        </a:effectRef>
        <a:fontRef idx="minor">
          <a:schemeClr val="lt1"/>
        </a:fontRef>
      </dsp:style>
      <dsp:txBody>
        <a:bodyPr lIns="213360" tIns="121920" rIns="213360" bIns="12192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a:lnSpc>
              <a:spcPct val="100000"/>
            </a:lnSpc>
            <a:spcBef>
              <a:spcPct val="0"/>
            </a:spcBef>
            <a:spcAft>
              <a:spcPct val="35000"/>
            </a:spcAft>
          </a:pPr>
          <a:r>
            <a:rPr lang="zh-CN" altLang="en-US" dirty="0" smtClean="0"/>
            <a:t>决策类</a:t>
          </a:r>
          <a:endParaRPr lang="zh-CN" altLang="en-US" dirty="0"/>
        </a:p>
      </dsp:txBody>
      <dsp:txXfrm>
        <a:off x="2122567" y="11001"/>
        <a:ext cx="1861900" cy="744760"/>
      </dsp:txXfrm>
    </dsp:sp>
    <dsp:sp modelId="{20AB9AA5-0CDF-4E4E-BF09-6435A920D093}">
      <dsp:nvSpPr>
        <dsp:cNvPr id="6" name="矩形 5"/>
        <dsp:cNvSpPr/>
      </dsp:nvSpPr>
      <dsp:spPr bwMode="white">
        <a:xfrm>
          <a:off x="2122567" y="755762"/>
          <a:ext cx="1861900" cy="3759200"/>
        </a:xfrm>
        <a:prstGeom prst="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lIns="160020" tIns="160020" rIns="213360" bIns="240029" anchor="t"/>
        <a:lstStyle>
          <a:lvl1pPr algn="l">
            <a:defRPr sz="3000"/>
          </a:lvl1pPr>
          <a:lvl2pPr marL="285750" indent="-285750" algn="l">
            <a:defRPr sz="3000"/>
          </a:lvl2pPr>
          <a:lvl3pPr marL="571500" indent="-285750" algn="l">
            <a:defRPr sz="3000"/>
          </a:lvl3pPr>
          <a:lvl4pPr marL="857250" indent="-285750" algn="l">
            <a:defRPr sz="3000"/>
          </a:lvl4pPr>
          <a:lvl5pPr marL="1143000" indent="-285750" algn="l">
            <a:defRPr sz="3000"/>
          </a:lvl5pPr>
          <a:lvl6pPr marL="1428750" indent="-285750" algn="l">
            <a:defRPr sz="3000"/>
          </a:lvl6pPr>
          <a:lvl7pPr marL="1714500" indent="-285750" algn="l">
            <a:defRPr sz="3000"/>
          </a:lvl7pPr>
          <a:lvl8pPr marL="2000250" indent="-285750" algn="l">
            <a:defRPr sz="3000"/>
          </a:lvl8pPr>
          <a:lvl9pPr marL="2286000" indent="-285750" algn="l">
            <a:defRPr sz="3000"/>
          </a:lvl9pPr>
        </a:lstStyle>
        <a:p>
          <a:pPr lvl="1">
            <a:lnSpc>
              <a:spcPct val="100000"/>
            </a:lnSpc>
            <a:spcBef>
              <a:spcPct val="0"/>
            </a:spcBef>
            <a:spcAft>
              <a:spcPct val="15000"/>
            </a:spcAft>
            <a:buChar char="•"/>
          </a:pPr>
          <a:r>
            <a:rPr lang="zh-CN" altLang="en-US" dirty="0" smtClean="0">
              <a:solidFill>
                <a:schemeClr val="dk1"/>
              </a:solidFill>
            </a:rPr>
            <a:t>涉及国计方面，期限长</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涉及民生 ，期限短</a:t>
          </a:r>
          <a:endParaRPr lang="zh-CN" altLang="en-US" dirty="0">
            <a:solidFill>
              <a:schemeClr val="dk1"/>
            </a:solidFill>
          </a:endParaRPr>
        </a:p>
      </dsp:txBody>
      <dsp:txXfrm>
        <a:off x="2122567" y="755762"/>
        <a:ext cx="1861900" cy="3759200"/>
      </dsp:txXfrm>
    </dsp:sp>
    <dsp:sp modelId="{D494589A-52DF-0A41-A47E-DF0A25B924DA}">
      <dsp:nvSpPr>
        <dsp:cNvPr id="7" name="矩形 6"/>
        <dsp:cNvSpPr/>
      </dsp:nvSpPr>
      <dsp:spPr bwMode="white">
        <a:xfrm>
          <a:off x="4245133" y="11001"/>
          <a:ext cx="1861900" cy="744760"/>
        </a:xfrm>
        <a:prstGeom prst="rect">
          <a:avLst/>
        </a:prstGeom>
      </dsp:spPr>
      <dsp:style>
        <a:lnRef idx="1">
          <a:schemeClr val="accent1"/>
        </a:lnRef>
        <a:fillRef idx="3">
          <a:schemeClr val="accent1"/>
        </a:fillRef>
        <a:effectRef idx="2">
          <a:scrgbClr r="0" g="0" b="0"/>
        </a:effectRef>
        <a:fontRef idx="minor">
          <a:schemeClr val="lt1"/>
        </a:fontRef>
      </dsp:style>
      <dsp:txBody>
        <a:bodyPr lIns="213360" tIns="121920" rIns="213360" bIns="12192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a:lnSpc>
              <a:spcPct val="100000"/>
            </a:lnSpc>
            <a:spcBef>
              <a:spcPct val="0"/>
            </a:spcBef>
            <a:spcAft>
              <a:spcPct val="35000"/>
            </a:spcAft>
          </a:pPr>
          <a:r>
            <a:rPr lang="zh-CN" altLang="en-US" dirty="0" smtClean="0"/>
            <a:t>政策类</a:t>
          </a:r>
          <a:endParaRPr lang="zh-CN" altLang="en-US" dirty="0"/>
        </a:p>
      </dsp:txBody>
      <dsp:txXfrm>
        <a:off x="4245133" y="11001"/>
        <a:ext cx="1861900" cy="744760"/>
      </dsp:txXfrm>
    </dsp:sp>
    <dsp:sp modelId="{EBAC92D3-8B07-3C46-AA51-3E6D73BEF314}">
      <dsp:nvSpPr>
        <dsp:cNvPr id="8" name="矩形 7"/>
        <dsp:cNvSpPr/>
      </dsp:nvSpPr>
      <dsp:spPr bwMode="white">
        <a:xfrm>
          <a:off x="4245133" y="755762"/>
          <a:ext cx="1861900" cy="3759200"/>
        </a:xfrm>
        <a:prstGeom prst="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lIns="160020" tIns="160020" rIns="213360" bIns="240029" anchor="t"/>
        <a:lstStyle>
          <a:lvl1pPr algn="l">
            <a:defRPr sz="3000"/>
          </a:lvl1pPr>
          <a:lvl2pPr marL="285750" indent="-285750" algn="l">
            <a:defRPr sz="3000"/>
          </a:lvl2pPr>
          <a:lvl3pPr marL="571500" indent="-285750" algn="l">
            <a:defRPr sz="3000"/>
          </a:lvl3pPr>
          <a:lvl4pPr marL="857250" indent="-285750" algn="l">
            <a:defRPr sz="3000"/>
          </a:lvl4pPr>
          <a:lvl5pPr marL="1143000" indent="-285750" algn="l">
            <a:defRPr sz="3000"/>
          </a:lvl5pPr>
          <a:lvl6pPr marL="1428750" indent="-285750" algn="l">
            <a:defRPr sz="3000"/>
          </a:lvl6pPr>
          <a:lvl7pPr marL="1714500" indent="-285750" algn="l">
            <a:defRPr sz="3000"/>
          </a:lvl7pPr>
          <a:lvl8pPr marL="2000250" indent="-285750" algn="l">
            <a:defRPr sz="3000"/>
          </a:lvl8pPr>
          <a:lvl9pPr marL="2286000" indent="-285750" algn="l">
            <a:defRPr sz="3000"/>
          </a:lvl9pPr>
        </a:lstStyle>
        <a:p>
          <a:pPr lvl="1">
            <a:lnSpc>
              <a:spcPct val="100000"/>
            </a:lnSpc>
            <a:spcBef>
              <a:spcPct val="0"/>
            </a:spcBef>
            <a:spcAft>
              <a:spcPct val="15000"/>
            </a:spcAft>
            <a:buChar char="•"/>
          </a:pPr>
          <a:r>
            <a:rPr lang="zh-CN" altLang="en-US" dirty="0" smtClean="0">
              <a:solidFill>
                <a:schemeClr val="dk1"/>
              </a:solidFill>
            </a:rPr>
            <a:t>内部政策，期限长</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普通政策，期限短</a:t>
          </a:r>
          <a:endParaRPr lang="zh-CN" altLang="en-US" dirty="0">
            <a:solidFill>
              <a:schemeClr val="dk1"/>
            </a:solidFill>
          </a:endParaRPr>
        </a:p>
      </dsp:txBody>
      <dsp:txXfrm>
        <a:off x="4245133" y="755762"/>
        <a:ext cx="1861900" cy="3759200"/>
      </dsp:txXfrm>
    </dsp:sp>
    <dsp:sp modelId="{D1A01D51-735E-FD46-9311-F6E3A02D4EE5}">
      <dsp:nvSpPr>
        <dsp:cNvPr id="9" name="矩形 8"/>
        <dsp:cNvSpPr/>
      </dsp:nvSpPr>
      <dsp:spPr bwMode="white">
        <a:xfrm>
          <a:off x="6367700" y="11001"/>
          <a:ext cx="1861900" cy="744760"/>
        </a:xfrm>
        <a:prstGeom prst="rect">
          <a:avLst/>
        </a:prstGeom>
      </dsp:spPr>
      <dsp:style>
        <a:lnRef idx="1">
          <a:schemeClr val="accent1"/>
        </a:lnRef>
        <a:fillRef idx="3">
          <a:schemeClr val="accent1"/>
        </a:fillRef>
        <a:effectRef idx="2">
          <a:scrgbClr r="0" g="0" b="0"/>
        </a:effectRef>
        <a:fontRef idx="minor">
          <a:schemeClr val="lt1"/>
        </a:fontRef>
      </dsp:style>
      <dsp:txBody>
        <a:bodyPr lIns="213360" tIns="121920" rIns="213360" bIns="12192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a:lnSpc>
              <a:spcPct val="100000"/>
            </a:lnSpc>
            <a:spcBef>
              <a:spcPct val="0"/>
            </a:spcBef>
            <a:spcAft>
              <a:spcPct val="35000"/>
            </a:spcAft>
          </a:pPr>
          <a:r>
            <a:rPr lang="zh-CN" altLang="en-US" dirty="0" smtClean="0"/>
            <a:t>执行类</a:t>
          </a:r>
          <a:endParaRPr lang="zh-CN" altLang="en-US" dirty="0"/>
        </a:p>
      </dsp:txBody>
      <dsp:txXfrm>
        <a:off x="6367700" y="11001"/>
        <a:ext cx="1861900" cy="744760"/>
      </dsp:txXfrm>
    </dsp:sp>
    <dsp:sp modelId="{4CF26967-2C02-8A4E-8E12-FC15B01439EF}">
      <dsp:nvSpPr>
        <dsp:cNvPr id="10" name="矩形 9"/>
        <dsp:cNvSpPr/>
      </dsp:nvSpPr>
      <dsp:spPr bwMode="white">
        <a:xfrm>
          <a:off x="6367700" y="755762"/>
          <a:ext cx="1861900" cy="3759200"/>
        </a:xfrm>
        <a:prstGeom prst="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lIns="160020" tIns="160020" rIns="213360" bIns="240029" anchor="t"/>
        <a:lstStyle>
          <a:lvl1pPr algn="l">
            <a:defRPr sz="3000"/>
          </a:lvl1pPr>
          <a:lvl2pPr marL="285750" indent="-285750" algn="l">
            <a:defRPr sz="3000"/>
          </a:lvl2pPr>
          <a:lvl3pPr marL="571500" indent="-285750" algn="l">
            <a:defRPr sz="3000"/>
          </a:lvl3pPr>
          <a:lvl4pPr marL="857250" indent="-285750" algn="l">
            <a:defRPr sz="3000"/>
          </a:lvl4pPr>
          <a:lvl5pPr marL="1143000" indent="-285750" algn="l">
            <a:defRPr sz="3000"/>
          </a:lvl5pPr>
          <a:lvl6pPr marL="1428750" indent="-285750" algn="l">
            <a:defRPr sz="3000"/>
          </a:lvl6pPr>
          <a:lvl7pPr marL="1714500" indent="-285750" algn="l">
            <a:defRPr sz="3000"/>
          </a:lvl7pPr>
          <a:lvl8pPr marL="2000250" indent="-285750" algn="l">
            <a:defRPr sz="3000"/>
          </a:lvl8pPr>
          <a:lvl9pPr marL="2286000" indent="-285750" algn="l">
            <a:defRPr sz="3000"/>
          </a:lvl9pPr>
        </a:lstStyle>
        <a:p>
          <a:pPr lvl="1">
            <a:lnSpc>
              <a:spcPct val="100000"/>
            </a:lnSpc>
            <a:spcBef>
              <a:spcPct val="0"/>
            </a:spcBef>
            <a:spcAft>
              <a:spcPct val="15000"/>
            </a:spcAft>
            <a:buChar char="•"/>
          </a:pPr>
          <a:r>
            <a:rPr lang="zh-CN" altLang="en-US" dirty="0" smtClean="0">
              <a:solidFill>
                <a:schemeClr val="dk1"/>
              </a:solidFill>
            </a:rPr>
            <a:t>一般事项，执行结束可公开</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特色执行事项，时间长</a:t>
          </a:r>
          <a:endParaRPr lang="zh-CN" altLang="en-US" dirty="0">
            <a:solidFill>
              <a:schemeClr val="dk1"/>
            </a:solidFill>
          </a:endParaRPr>
        </a:p>
      </dsp:txBody>
      <dsp:txXfrm>
        <a:off x="6367700" y="755762"/>
        <a:ext cx="1861900" cy="3759200"/>
      </dsp:txXfrm>
    </dsp:sp>
  </dsp:spTree>
</dsp:drawing>
</file>

<file path=ppt/diagrams/drawing1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9954692D-0C84-8540-8B4C-86B7DFA57786}">
      <dsp:nvSpPr>
        <dsp:cNvPr id="3" name="矩形 2"/>
        <dsp:cNvSpPr/>
      </dsp:nvSpPr>
      <dsp:spPr bwMode="white">
        <a:xfrm>
          <a:off x="0" y="345869"/>
          <a:ext cx="1861900" cy="662400"/>
        </a:xfrm>
        <a:prstGeom prst="rect">
          <a:avLst/>
        </a:prstGeom>
      </dsp:spPr>
      <dsp:style>
        <a:lnRef idx="1">
          <a:schemeClr val="accent1"/>
        </a:lnRef>
        <a:fillRef idx="3">
          <a:schemeClr val="accent1"/>
        </a:fillRef>
        <a:effectRef idx="2">
          <a:scrgbClr r="0" g="0" b="0"/>
        </a:effectRef>
        <a:fontRef idx="minor">
          <a:schemeClr val="lt1"/>
        </a:fontRef>
      </dsp:style>
      <dsp:txBody>
        <a:bodyPr lIns="163576" tIns="93472" rIns="163576" bIns="93472"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smtClean="0"/>
            <a:t>执法类</a:t>
          </a:r>
          <a:endParaRPr lang="zh-CN" altLang="en-US" dirty="0"/>
        </a:p>
      </dsp:txBody>
      <dsp:txXfrm>
        <a:off x="0" y="345869"/>
        <a:ext cx="1861900" cy="662400"/>
      </dsp:txXfrm>
    </dsp:sp>
    <dsp:sp modelId="{D251781E-8AC2-A546-BDD1-1B84E8384474}">
      <dsp:nvSpPr>
        <dsp:cNvPr id="4" name="矩形 3"/>
        <dsp:cNvSpPr/>
      </dsp:nvSpPr>
      <dsp:spPr bwMode="white">
        <a:xfrm>
          <a:off x="0" y="1008269"/>
          <a:ext cx="1861900" cy="3171825"/>
        </a:xfrm>
        <a:prstGeom prst="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lIns="122682" tIns="122682" rIns="163576" bIns="184023"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pPr lvl="1">
            <a:lnSpc>
              <a:spcPct val="100000"/>
            </a:lnSpc>
            <a:spcBef>
              <a:spcPct val="0"/>
            </a:spcBef>
            <a:spcAft>
              <a:spcPct val="15000"/>
            </a:spcAft>
            <a:buChar char="•"/>
          </a:pPr>
          <a:r>
            <a:rPr lang="zh-CN" altLang="en-US" dirty="0" smtClean="0">
              <a:solidFill>
                <a:schemeClr val="dk1"/>
              </a:solidFill>
            </a:rPr>
            <a:t>执法案件只公开案件概括和综合情况</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其他执法事项执法结束后基本可公开</a:t>
          </a:r>
          <a:endParaRPr lang="zh-CN" altLang="en-US" dirty="0">
            <a:solidFill>
              <a:schemeClr val="dk1"/>
            </a:solidFill>
          </a:endParaRPr>
        </a:p>
      </dsp:txBody>
      <dsp:txXfrm>
        <a:off x="0" y="1008269"/>
        <a:ext cx="1861900" cy="3171825"/>
      </dsp:txXfrm>
    </dsp:sp>
    <dsp:sp modelId="{EC5F63BC-9AFB-C340-BF4D-5D966BD47BAF}">
      <dsp:nvSpPr>
        <dsp:cNvPr id="5" name="矩形 4"/>
        <dsp:cNvSpPr/>
      </dsp:nvSpPr>
      <dsp:spPr bwMode="white">
        <a:xfrm>
          <a:off x="2122567" y="345869"/>
          <a:ext cx="1861900" cy="662400"/>
        </a:xfrm>
        <a:prstGeom prst="rect">
          <a:avLst/>
        </a:prstGeom>
      </dsp:spPr>
      <dsp:style>
        <a:lnRef idx="1">
          <a:schemeClr val="accent1"/>
        </a:lnRef>
        <a:fillRef idx="3">
          <a:schemeClr val="accent1"/>
        </a:fillRef>
        <a:effectRef idx="2">
          <a:scrgbClr r="0" g="0" b="0"/>
        </a:effectRef>
        <a:fontRef idx="minor">
          <a:schemeClr val="lt1"/>
        </a:fontRef>
      </dsp:style>
      <dsp:txBody>
        <a:bodyPr lIns="163576" tIns="93472" rIns="163576" bIns="93472"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smtClean="0"/>
            <a:t>基础类</a:t>
          </a:r>
          <a:endParaRPr lang="zh-CN" altLang="en-US" dirty="0"/>
        </a:p>
      </dsp:txBody>
      <dsp:txXfrm>
        <a:off x="2122567" y="345869"/>
        <a:ext cx="1861900" cy="662400"/>
      </dsp:txXfrm>
    </dsp:sp>
    <dsp:sp modelId="{C46E38F4-90F7-7F47-ADA8-C2CE9543E67F}">
      <dsp:nvSpPr>
        <dsp:cNvPr id="6" name="矩形 5"/>
        <dsp:cNvSpPr/>
      </dsp:nvSpPr>
      <dsp:spPr bwMode="white">
        <a:xfrm>
          <a:off x="2122567" y="1008269"/>
          <a:ext cx="1861900" cy="3171825"/>
        </a:xfrm>
        <a:prstGeom prst="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lIns="122682" tIns="122682" rIns="163576" bIns="184023"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pPr lvl="1">
            <a:lnSpc>
              <a:spcPct val="100000"/>
            </a:lnSpc>
            <a:spcBef>
              <a:spcPct val="0"/>
            </a:spcBef>
            <a:spcAft>
              <a:spcPct val="15000"/>
            </a:spcAft>
            <a:buChar char="•"/>
          </a:pPr>
          <a:r>
            <a:rPr lang="zh-CN" altLang="en-US" dirty="0" smtClean="0">
              <a:solidFill>
                <a:schemeClr val="dk1"/>
              </a:solidFill>
            </a:rPr>
            <a:t>摸底调查统计的原始信息，相对稳定、保密时间长、涉及“长期”</a:t>
          </a:r>
          <a:endParaRPr lang="zh-CN" altLang="en-US" dirty="0">
            <a:solidFill>
              <a:schemeClr val="dk1"/>
            </a:solidFill>
          </a:endParaRPr>
        </a:p>
      </dsp:txBody>
      <dsp:txXfrm>
        <a:off x="2122567" y="1008269"/>
        <a:ext cx="1861900" cy="3171825"/>
      </dsp:txXfrm>
    </dsp:sp>
    <dsp:sp modelId="{826CE1E0-D78F-C746-91DB-9CFEE8893888}">
      <dsp:nvSpPr>
        <dsp:cNvPr id="7" name="矩形 6"/>
        <dsp:cNvSpPr/>
      </dsp:nvSpPr>
      <dsp:spPr bwMode="white">
        <a:xfrm>
          <a:off x="4245133" y="345869"/>
          <a:ext cx="1861900" cy="662400"/>
        </a:xfrm>
        <a:prstGeom prst="rect">
          <a:avLst/>
        </a:prstGeom>
      </dsp:spPr>
      <dsp:style>
        <a:lnRef idx="1">
          <a:schemeClr val="accent1"/>
        </a:lnRef>
        <a:fillRef idx="3">
          <a:schemeClr val="accent1"/>
        </a:fillRef>
        <a:effectRef idx="2">
          <a:scrgbClr r="0" g="0" b="0"/>
        </a:effectRef>
        <a:fontRef idx="minor">
          <a:schemeClr val="lt1"/>
        </a:fontRef>
      </dsp:style>
      <dsp:txBody>
        <a:bodyPr lIns="163576" tIns="93472" rIns="163576" bIns="93472"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smtClean="0"/>
            <a:t>科研生产类</a:t>
          </a:r>
          <a:endParaRPr lang="zh-CN" altLang="en-US" dirty="0"/>
        </a:p>
      </dsp:txBody>
      <dsp:txXfrm>
        <a:off x="4245133" y="345869"/>
        <a:ext cx="1861900" cy="662400"/>
      </dsp:txXfrm>
    </dsp:sp>
    <dsp:sp modelId="{E47D3BBF-7763-4444-A1C0-7D0B2119DC5B}">
      <dsp:nvSpPr>
        <dsp:cNvPr id="8" name="矩形 7"/>
        <dsp:cNvSpPr/>
      </dsp:nvSpPr>
      <dsp:spPr bwMode="white">
        <a:xfrm>
          <a:off x="4245133" y="1008269"/>
          <a:ext cx="1861900" cy="3171825"/>
        </a:xfrm>
        <a:prstGeom prst="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lIns="122682" tIns="122682" rIns="163576" bIns="184023"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pPr lvl="1">
            <a:lnSpc>
              <a:spcPct val="100000"/>
            </a:lnSpc>
            <a:spcBef>
              <a:spcPct val="0"/>
            </a:spcBef>
            <a:spcAft>
              <a:spcPct val="15000"/>
            </a:spcAft>
            <a:buChar char="•"/>
          </a:pPr>
          <a:r>
            <a:rPr lang="zh-CN" altLang="en-US" dirty="0" smtClean="0">
              <a:solidFill>
                <a:schemeClr val="dk1"/>
              </a:solidFill>
            </a:rPr>
            <a:t>用途</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新产品替代周期</a:t>
          </a:r>
          <a:endParaRPr lang="zh-CN" altLang="en-US" dirty="0">
            <a:solidFill>
              <a:schemeClr val="dk1"/>
            </a:solidFill>
          </a:endParaRPr>
        </a:p>
      </dsp:txBody>
      <dsp:txXfrm>
        <a:off x="4245133" y="1008269"/>
        <a:ext cx="1861900" cy="3171825"/>
      </dsp:txXfrm>
    </dsp:sp>
    <dsp:sp modelId="{82BE0694-6676-3743-9876-C57979CFB3C5}">
      <dsp:nvSpPr>
        <dsp:cNvPr id="9" name="矩形 8"/>
        <dsp:cNvSpPr/>
      </dsp:nvSpPr>
      <dsp:spPr bwMode="white">
        <a:xfrm>
          <a:off x="6367700" y="345869"/>
          <a:ext cx="1861900" cy="662400"/>
        </a:xfrm>
        <a:prstGeom prst="rect">
          <a:avLst/>
        </a:prstGeom>
      </dsp:spPr>
      <dsp:style>
        <a:lnRef idx="1">
          <a:schemeClr val="accent1"/>
        </a:lnRef>
        <a:fillRef idx="3">
          <a:schemeClr val="accent1"/>
        </a:fillRef>
        <a:effectRef idx="2">
          <a:scrgbClr r="0" g="0" b="0"/>
        </a:effectRef>
        <a:fontRef idx="minor">
          <a:schemeClr val="lt1"/>
        </a:fontRef>
      </dsp:style>
      <dsp:txBody>
        <a:bodyPr lIns="163576" tIns="93472" rIns="163576" bIns="93472"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smtClean="0"/>
            <a:t>突发类</a:t>
          </a:r>
          <a:endParaRPr lang="zh-CN" altLang="en-US" dirty="0"/>
        </a:p>
      </dsp:txBody>
      <dsp:txXfrm>
        <a:off x="6367700" y="345869"/>
        <a:ext cx="1861900" cy="662400"/>
      </dsp:txXfrm>
    </dsp:sp>
    <dsp:sp modelId="{47EE76CD-4AF0-9D41-B7BF-DDF5630E2163}">
      <dsp:nvSpPr>
        <dsp:cNvPr id="10" name="矩形 9"/>
        <dsp:cNvSpPr/>
      </dsp:nvSpPr>
      <dsp:spPr bwMode="white">
        <a:xfrm>
          <a:off x="6367700" y="1008269"/>
          <a:ext cx="1861900" cy="3171825"/>
        </a:xfrm>
        <a:prstGeom prst="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lIns="122682" tIns="122682" rIns="163576" bIns="184023"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pPr lvl="1">
            <a:lnSpc>
              <a:spcPct val="100000"/>
            </a:lnSpc>
            <a:spcBef>
              <a:spcPct val="0"/>
            </a:spcBef>
            <a:spcAft>
              <a:spcPct val="15000"/>
            </a:spcAft>
            <a:buChar char="•"/>
          </a:pPr>
          <a:r>
            <a:rPr lang="zh-CN" altLang="en-US" dirty="0" smtClean="0">
              <a:solidFill>
                <a:schemeClr val="dk1"/>
              </a:solidFill>
            </a:rPr>
            <a:t>事件本身事实、处置情况及时公开</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应急预案敏感性强，期限长</a:t>
          </a:r>
          <a:endParaRPr lang="zh-CN" altLang="en-US" dirty="0">
            <a:solidFill>
              <a:schemeClr val="dk1"/>
            </a:solidFill>
          </a:endParaRPr>
        </a:p>
      </dsp:txBody>
      <dsp:txXfrm>
        <a:off x="6367700" y="1008269"/>
        <a:ext cx="1861900" cy="3171825"/>
      </dsp:txXfrm>
    </dsp:sp>
  </dsp:spTree>
</dsp:drawing>
</file>

<file path=ppt/diagrams/drawing1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68D5D049-11EC-914A-AF69-3648B7A1271A}">
      <dsp:nvSpPr>
        <dsp:cNvPr id="4" name="同侧圆角矩形 3"/>
        <dsp:cNvSpPr/>
      </dsp:nvSpPr>
      <dsp:spPr bwMode="white">
        <a:xfrm rot="5400000">
          <a:off x="5012133" y="-1903478"/>
          <a:ext cx="1167990" cy="5266944"/>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76200" tIns="38100" rIns="76200" bIns="38100" anchor="ctr"/>
        <a:lstStyle>
          <a:lvl1pPr algn="l">
            <a:defRPr sz="2000"/>
          </a:lvl1pPr>
          <a:lvl2pPr marL="228600" indent="-228600" algn="l">
            <a:defRPr sz="2000"/>
          </a:lvl2pPr>
          <a:lvl3pPr marL="457200" indent="-228600" algn="l">
            <a:defRPr sz="2000"/>
          </a:lvl3pPr>
          <a:lvl4pPr marL="685800" indent="-228600" algn="l">
            <a:defRPr sz="2000"/>
          </a:lvl4pPr>
          <a:lvl5pPr marL="914400" indent="-228600" algn="l">
            <a:defRPr sz="2000"/>
          </a:lvl5pPr>
          <a:lvl6pPr marL="1143000" indent="-228600" algn="l">
            <a:defRPr sz="2000"/>
          </a:lvl6pPr>
          <a:lvl7pPr marL="1371600" indent="-228600" algn="l">
            <a:defRPr sz="2000"/>
          </a:lvl7pPr>
          <a:lvl8pPr marL="1600200" indent="-228600" algn="l">
            <a:defRPr sz="2000"/>
          </a:lvl8pPr>
          <a:lvl9pPr marL="1828800" indent="-228600" algn="l">
            <a:defRPr sz="2000"/>
          </a:lvl9pPr>
        </a:lstStyle>
        <a:p>
          <a:pPr marL="285750" marR="0" lvl="1" indent="-285750" algn="l" defTabSz="1289050" rtl="0" eaLnBrk="1" fontAlgn="auto" latinLnBrk="0" hangingPunct="1">
            <a:lnSpc>
              <a:spcPct val="90000"/>
            </a:lnSpc>
            <a:spcBef>
              <a:spcPct val="0"/>
            </a:spcBef>
            <a:spcAft>
              <a:spcPct val="15000"/>
            </a:spcAft>
            <a:buClrTx/>
            <a:buSzTx/>
            <a:buFontTx/>
            <a:buChar char="•"/>
          </a:pPr>
          <a:r>
            <a:rPr lang="zh-CN" altLang="en-US" dirty="0" smtClean="0">
              <a:solidFill>
                <a:schemeClr val="dk1"/>
              </a:solidFill>
            </a:rPr>
            <a:t>需要由某一级领导和有关部门掌握的，知悉范围就确定到那一级及有关部门</a:t>
          </a:r>
          <a:endParaRPr lang="zh-CN" altLang="en-US" dirty="0">
            <a:solidFill>
              <a:schemeClr val="dk1"/>
            </a:solidFill>
          </a:endParaRPr>
        </a:p>
      </dsp:txBody>
      <dsp:txXfrm rot="5400000">
        <a:off x="5012133" y="-1903478"/>
        <a:ext cx="1167990" cy="5266944"/>
      </dsp:txXfrm>
    </dsp:sp>
    <dsp:sp modelId="{1B0B4D5D-2F39-0F43-97A8-650917312551}">
      <dsp:nvSpPr>
        <dsp:cNvPr id="3" name="圆角矩形 2"/>
        <dsp:cNvSpPr/>
      </dsp:nvSpPr>
      <dsp:spPr bwMode="white">
        <a:xfrm>
          <a:off x="0" y="0"/>
          <a:ext cx="2962656" cy="1459988"/>
        </a:xfrm>
        <a:prstGeom prst="roundRect">
          <a:avLst/>
        </a:prstGeom>
      </dsp:spPr>
      <dsp:style>
        <a:lnRef idx="0">
          <a:schemeClr val="lt1"/>
        </a:lnRef>
        <a:fillRef idx="3">
          <a:schemeClr val="accent1"/>
        </a:fillRef>
        <a:effectRef idx="2">
          <a:scrgbClr r="0" g="0" b="0"/>
        </a:effectRef>
        <a:fontRef idx="minor">
          <a:schemeClr val="lt1"/>
        </a:fontRef>
      </dsp:style>
      <dsp:txBody>
        <a:bodyPr lIns="232410" tIns="116205" rIns="232410" bIns="116205"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nSpc>
              <a:spcPct val="100000"/>
            </a:lnSpc>
            <a:spcBef>
              <a:spcPct val="0"/>
            </a:spcBef>
            <a:spcAft>
              <a:spcPct val="35000"/>
            </a:spcAft>
          </a:pPr>
          <a:r>
            <a:rPr lang="zh-CN" altLang="en-US" dirty="0" smtClean="0"/>
            <a:t>政策类</a:t>
          </a:r>
          <a:endParaRPr lang="zh-CN" altLang="en-US" dirty="0"/>
        </a:p>
      </dsp:txBody>
      <dsp:txXfrm>
        <a:off x="0" y="0"/>
        <a:ext cx="2962656" cy="1459988"/>
      </dsp:txXfrm>
    </dsp:sp>
    <dsp:sp modelId="{A56BBA15-F8CF-DB4D-BB90-D6EBF3EFAEC4}">
      <dsp:nvSpPr>
        <dsp:cNvPr id="6" name="同侧圆角矩形 5"/>
        <dsp:cNvSpPr/>
      </dsp:nvSpPr>
      <dsp:spPr bwMode="white">
        <a:xfrm rot="5400000">
          <a:off x="5012133" y="-370490"/>
          <a:ext cx="1167990" cy="5266944"/>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76200" tIns="38100" rIns="76200" bIns="38100" anchor="ctr"/>
        <a:lstStyle>
          <a:lvl1pPr algn="l">
            <a:defRPr sz="2000"/>
          </a:lvl1pPr>
          <a:lvl2pPr marL="228600" indent="-228600" algn="l">
            <a:defRPr sz="2000"/>
          </a:lvl2pPr>
          <a:lvl3pPr marL="457200" indent="-228600" algn="l">
            <a:defRPr sz="2000"/>
          </a:lvl3pPr>
          <a:lvl4pPr marL="685800" indent="-228600" algn="l">
            <a:defRPr sz="2000"/>
          </a:lvl4pPr>
          <a:lvl5pPr marL="914400" indent="-228600" algn="l">
            <a:defRPr sz="2000"/>
          </a:lvl5pPr>
          <a:lvl6pPr marL="1143000" indent="-228600" algn="l">
            <a:defRPr sz="2000"/>
          </a:lvl6pPr>
          <a:lvl7pPr marL="1371600" indent="-228600" algn="l">
            <a:defRPr sz="2000"/>
          </a:lvl7pPr>
          <a:lvl8pPr marL="1600200" indent="-228600" algn="l">
            <a:defRPr sz="2000"/>
          </a:lvl8pPr>
          <a:lvl9pPr marL="1828800" indent="-228600" algn="l">
            <a:defRPr sz="2000"/>
          </a:lvl9pPr>
        </a:lstStyle>
        <a:p>
          <a:pPr lvl="1">
            <a:lnSpc>
              <a:spcPct val="100000"/>
            </a:lnSpc>
            <a:spcBef>
              <a:spcPct val="0"/>
            </a:spcBef>
            <a:spcAft>
              <a:spcPct val="15000"/>
            </a:spcAft>
            <a:buChar char="•"/>
          </a:pPr>
          <a:r>
            <a:rPr lang="zh-CN" altLang="en-US" dirty="0" smtClean="0">
              <a:solidFill>
                <a:schemeClr val="dk1"/>
              </a:solidFill>
            </a:rPr>
            <a:t>主要实施责任在组织实施有关的地区、机关和部门，知悉范围控制在与该事项实施有关的地区、机关、单位的有关人员</a:t>
          </a:r>
          <a:endParaRPr lang="zh-CN" altLang="en-US" dirty="0">
            <a:solidFill>
              <a:schemeClr val="dk1"/>
            </a:solidFill>
          </a:endParaRPr>
        </a:p>
      </dsp:txBody>
      <dsp:txXfrm rot="5400000">
        <a:off x="5012133" y="-370490"/>
        <a:ext cx="1167990" cy="5266944"/>
      </dsp:txXfrm>
    </dsp:sp>
    <dsp:sp modelId="{51D5AD7D-8AEF-374A-83FE-B340858D6C30}">
      <dsp:nvSpPr>
        <dsp:cNvPr id="5" name="圆角矩形 4"/>
        <dsp:cNvSpPr/>
      </dsp:nvSpPr>
      <dsp:spPr bwMode="white">
        <a:xfrm>
          <a:off x="0" y="1532987"/>
          <a:ext cx="2962656" cy="1459988"/>
        </a:xfrm>
        <a:prstGeom prst="roundRect">
          <a:avLst/>
        </a:prstGeom>
      </dsp:spPr>
      <dsp:style>
        <a:lnRef idx="0">
          <a:schemeClr val="lt1"/>
        </a:lnRef>
        <a:fillRef idx="3">
          <a:schemeClr val="accent1"/>
        </a:fillRef>
        <a:effectRef idx="2">
          <a:scrgbClr r="0" g="0" b="0"/>
        </a:effectRef>
        <a:fontRef idx="minor">
          <a:schemeClr val="lt1"/>
        </a:fontRef>
      </dsp:style>
      <dsp:txBody>
        <a:bodyPr lIns="232410" tIns="116205" rIns="232410" bIns="116205"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nSpc>
              <a:spcPct val="100000"/>
            </a:lnSpc>
            <a:spcBef>
              <a:spcPct val="0"/>
            </a:spcBef>
            <a:spcAft>
              <a:spcPct val="35000"/>
            </a:spcAft>
          </a:pPr>
          <a:r>
            <a:rPr lang="zh-CN" altLang="en-US" dirty="0" smtClean="0"/>
            <a:t>实施类</a:t>
          </a:r>
          <a:endParaRPr lang="zh-CN" altLang="en-US" dirty="0"/>
        </a:p>
      </dsp:txBody>
      <dsp:txXfrm>
        <a:off x="0" y="1532987"/>
        <a:ext cx="2962656" cy="1459988"/>
      </dsp:txXfrm>
    </dsp:sp>
    <dsp:sp modelId="{F8BEC14E-D972-FF4C-90EB-E058C042DEA4}">
      <dsp:nvSpPr>
        <dsp:cNvPr id="8" name="同侧圆角矩形 7"/>
        <dsp:cNvSpPr/>
      </dsp:nvSpPr>
      <dsp:spPr bwMode="white">
        <a:xfrm rot="5400000">
          <a:off x="5012133" y="1162497"/>
          <a:ext cx="1167990" cy="5266944"/>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76200" tIns="38100" rIns="76200" bIns="38100" anchor="ctr"/>
        <a:lstStyle>
          <a:lvl1pPr algn="l">
            <a:defRPr sz="2000"/>
          </a:lvl1pPr>
          <a:lvl2pPr marL="228600" indent="-228600" algn="l">
            <a:defRPr sz="2000"/>
          </a:lvl2pPr>
          <a:lvl3pPr marL="457200" indent="-228600" algn="l">
            <a:defRPr sz="2000"/>
          </a:lvl3pPr>
          <a:lvl4pPr marL="685800" indent="-228600" algn="l">
            <a:defRPr sz="2000"/>
          </a:lvl4pPr>
          <a:lvl5pPr marL="914400" indent="-228600" algn="l">
            <a:defRPr sz="2000"/>
          </a:lvl5pPr>
          <a:lvl6pPr marL="1143000" indent="-228600" algn="l">
            <a:defRPr sz="2000"/>
          </a:lvl6pPr>
          <a:lvl7pPr marL="1371600" indent="-228600" algn="l">
            <a:defRPr sz="2000"/>
          </a:lvl7pPr>
          <a:lvl8pPr marL="1600200" indent="-228600" algn="l">
            <a:defRPr sz="2000"/>
          </a:lvl8pPr>
          <a:lvl9pPr marL="1828800" indent="-228600" algn="l">
            <a:defRPr sz="2000"/>
          </a:lvl9pPr>
        </a:lstStyle>
        <a:p>
          <a:pPr lvl="1">
            <a:lnSpc>
              <a:spcPct val="100000"/>
            </a:lnSpc>
            <a:spcBef>
              <a:spcPct val="0"/>
            </a:spcBef>
            <a:spcAft>
              <a:spcPct val="15000"/>
            </a:spcAft>
            <a:buChar char="•"/>
          </a:pPr>
          <a:r>
            <a:rPr lang="zh-CN" altLang="en-US" dirty="0" smtClean="0">
              <a:solidFill>
                <a:schemeClr val="dk1"/>
              </a:solidFill>
            </a:rPr>
            <a:t>执行机关的组织人员和执行人员才有权知悉</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政法、纪检、外交、金融、招生、科技</a:t>
          </a:r>
          <a:endParaRPr lang="zh-CN" altLang="en-US" dirty="0">
            <a:solidFill>
              <a:schemeClr val="dk1"/>
            </a:solidFill>
          </a:endParaRPr>
        </a:p>
      </dsp:txBody>
      <dsp:txXfrm rot="5400000">
        <a:off x="5012133" y="1162497"/>
        <a:ext cx="1167990" cy="5266944"/>
      </dsp:txXfrm>
    </dsp:sp>
    <dsp:sp modelId="{CB6DA3D8-A082-0745-AB89-82FA392AD140}">
      <dsp:nvSpPr>
        <dsp:cNvPr id="7" name="圆角矩形 6"/>
        <dsp:cNvSpPr/>
      </dsp:nvSpPr>
      <dsp:spPr bwMode="white">
        <a:xfrm>
          <a:off x="0" y="3065975"/>
          <a:ext cx="2962656" cy="1459988"/>
        </a:xfrm>
        <a:prstGeom prst="roundRect">
          <a:avLst/>
        </a:prstGeom>
      </dsp:spPr>
      <dsp:style>
        <a:lnRef idx="0">
          <a:schemeClr val="lt1"/>
        </a:lnRef>
        <a:fillRef idx="3">
          <a:schemeClr val="accent1"/>
        </a:fillRef>
        <a:effectRef idx="2">
          <a:scrgbClr r="0" g="0" b="0"/>
        </a:effectRef>
        <a:fontRef idx="minor">
          <a:schemeClr val="lt1"/>
        </a:fontRef>
      </dsp:style>
      <dsp:txBody>
        <a:bodyPr lIns="232410" tIns="116205" rIns="232410" bIns="116205"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nSpc>
              <a:spcPct val="100000"/>
            </a:lnSpc>
            <a:spcBef>
              <a:spcPct val="0"/>
            </a:spcBef>
            <a:spcAft>
              <a:spcPct val="35000"/>
            </a:spcAft>
          </a:pPr>
          <a:r>
            <a:rPr lang="zh-CN" altLang="en-US" dirty="0" smtClean="0"/>
            <a:t>执行类</a:t>
          </a:r>
          <a:endParaRPr lang="zh-CN" altLang="en-US" dirty="0"/>
        </a:p>
      </dsp:txBody>
      <dsp:txXfrm>
        <a:off x="0" y="3065975"/>
        <a:ext cx="2962656" cy="1459988"/>
      </dsp:txXfrm>
    </dsp:sp>
  </dsp:spTree>
</dsp:drawing>
</file>

<file path=ppt/diagrams/drawing1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5BAC600F-7D17-7445-AA7E-0611BEA74EE7}">
      <dsp:nvSpPr>
        <dsp:cNvPr id="4" name="同侧圆角矩形 3"/>
        <dsp:cNvSpPr/>
      </dsp:nvSpPr>
      <dsp:spPr bwMode="white">
        <a:xfrm rot="5400000">
          <a:off x="5012133" y="-1903478"/>
          <a:ext cx="1167990" cy="5266944"/>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106680" tIns="53340" rIns="106680" bIns="53340" anchor="ctr"/>
        <a:lstStyle>
          <a:lvl1pPr algn="l">
            <a:defRPr sz="2800"/>
          </a:lvl1pPr>
          <a:lvl2pPr marL="285750" indent="-285750" algn="l">
            <a:defRPr sz="2800"/>
          </a:lvl2pPr>
          <a:lvl3pPr marL="571500" indent="-285750" algn="l">
            <a:defRPr sz="2800"/>
          </a:lvl3pPr>
          <a:lvl4pPr marL="857250" indent="-285750" algn="l">
            <a:defRPr sz="2800"/>
          </a:lvl4pPr>
          <a:lvl5pPr marL="1143000" indent="-285750" algn="l">
            <a:defRPr sz="2800"/>
          </a:lvl5pPr>
          <a:lvl6pPr marL="1428750" indent="-285750" algn="l">
            <a:defRPr sz="2800"/>
          </a:lvl6pPr>
          <a:lvl7pPr marL="1714500" indent="-285750" algn="l">
            <a:defRPr sz="2800"/>
          </a:lvl7pPr>
          <a:lvl8pPr marL="2000250" indent="-285750" algn="l">
            <a:defRPr sz="2800"/>
          </a:lvl8pPr>
          <a:lvl9pPr marL="2286000" indent="-285750" algn="l">
            <a:defRPr sz="2800"/>
          </a:lvl9pPr>
        </a:lstStyle>
        <a:p>
          <a:pPr lvl="1">
            <a:lnSpc>
              <a:spcPct val="100000"/>
            </a:lnSpc>
            <a:spcBef>
              <a:spcPct val="0"/>
            </a:spcBef>
            <a:spcAft>
              <a:spcPct val="15000"/>
            </a:spcAft>
            <a:buChar char="•"/>
          </a:pPr>
          <a:r>
            <a:rPr lang="zh-CN" altLang="en-US" dirty="0" smtClean="0">
              <a:solidFill>
                <a:schemeClr val="dk1"/>
              </a:solidFill>
            </a:rPr>
            <a:t>本身要求知悉范围广</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知悉范围符合告知的范围</a:t>
          </a:r>
          <a:endParaRPr lang="zh-CN" altLang="en-US" dirty="0">
            <a:solidFill>
              <a:schemeClr val="dk1"/>
            </a:solidFill>
          </a:endParaRPr>
        </a:p>
      </dsp:txBody>
      <dsp:txXfrm rot="5400000">
        <a:off x="5012133" y="-1903478"/>
        <a:ext cx="1167990" cy="5266944"/>
      </dsp:txXfrm>
    </dsp:sp>
    <dsp:sp modelId="{EBC56C90-7FCB-2142-BB0B-15515F80D4A7}">
      <dsp:nvSpPr>
        <dsp:cNvPr id="3" name="圆角矩形 2"/>
        <dsp:cNvSpPr/>
      </dsp:nvSpPr>
      <dsp:spPr bwMode="white">
        <a:xfrm>
          <a:off x="0" y="0"/>
          <a:ext cx="2962656" cy="1459988"/>
        </a:xfrm>
        <a:prstGeom prst="roundRect">
          <a:avLst/>
        </a:prstGeom>
      </dsp:spPr>
      <dsp:style>
        <a:lnRef idx="0">
          <a:schemeClr val="lt1"/>
        </a:lnRef>
        <a:fillRef idx="3">
          <a:schemeClr val="accent1"/>
        </a:fillRef>
        <a:effectRef idx="2">
          <a:scrgbClr r="0" g="0" b="0"/>
        </a:effectRef>
        <a:fontRef idx="minor">
          <a:schemeClr val="lt1"/>
        </a:fontRef>
      </dsp:style>
      <dsp:txBody>
        <a:bodyPr lIns="144780" tIns="72390" rIns="144780" bIns="72390" anchor="ctr"/>
        <a:lstStyle>
          <a:lvl1pPr algn="ctr">
            <a:defRPr sz="3800"/>
          </a:lvl1pPr>
          <a:lvl2pPr marL="285750" indent="-285750" algn="ctr">
            <a:defRPr sz="2900"/>
          </a:lvl2pPr>
          <a:lvl3pPr marL="571500" indent="-285750" algn="ctr">
            <a:defRPr sz="2900"/>
          </a:lvl3pPr>
          <a:lvl4pPr marL="857250" indent="-285750" algn="ctr">
            <a:defRPr sz="2900"/>
          </a:lvl4pPr>
          <a:lvl5pPr marL="1143000" indent="-285750" algn="ctr">
            <a:defRPr sz="2900"/>
          </a:lvl5pPr>
          <a:lvl6pPr marL="1428750" indent="-285750" algn="ctr">
            <a:defRPr sz="2900"/>
          </a:lvl6pPr>
          <a:lvl7pPr marL="1714500" indent="-285750" algn="ctr">
            <a:defRPr sz="2900"/>
          </a:lvl7pPr>
          <a:lvl8pPr marL="2000250" indent="-285750" algn="ctr">
            <a:defRPr sz="2900"/>
          </a:lvl8pPr>
          <a:lvl9pPr marL="2286000" indent="-285750" algn="ctr">
            <a:defRPr sz="2900"/>
          </a:lvl9pPr>
        </a:lstStyle>
        <a:p>
          <a:pPr lvl="0">
            <a:lnSpc>
              <a:spcPct val="100000"/>
            </a:lnSpc>
            <a:spcBef>
              <a:spcPct val="0"/>
            </a:spcBef>
            <a:spcAft>
              <a:spcPct val="35000"/>
            </a:spcAft>
          </a:pPr>
          <a:r>
            <a:rPr lang="zh-CN" altLang="en-US" dirty="0" smtClean="0"/>
            <a:t>告知性</a:t>
          </a:r>
          <a:endParaRPr lang="zh-CN" altLang="en-US" dirty="0"/>
        </a:p>
      </dsp:txBody>
      <dsp:txXfrm>
        <a:off x="0" y="0"/>
        <a:ext cx="2962656" cy="1459988"/>
      </dsp:txXfrm>
    </dsp:sp>
    <dsp:sp modelId="{A52A39E7-9110-5B4C-9052-6C491B2224F4}">
      <dsp:nvSpPr>
        <dsp:cNvPr id="6" name="同侧圆角矩形 5"/>
        <dsp:cNvSpPr/>
      </dsp:nvSpPr>
      <dsp:spPr bwMode="white">
        <a:xfrm rot="5400000">
          <a:off x="5012133" y="-370490"/>
          <a:ext cx="1167990" cy="5266944"/>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106680" tIns="53340" rIns="106680" bIns="53340" anchor="ctr"/>
        <a:lstStyle>
          <a:lvl1pPr algn="l">
            <a:defRPr sz="2800"/>
          </a:lvl1pPr>
          <a:lvl2pPr marL="285750" indent="-285750" algn="l">
            <a:defRPr sz="2800"/>
          </a:lvl2pPr>
          <a:lvl3pPr marL="571500" indent="-285750" algn="l">
            <a:defRPr sz="2800"/>
          </a:lvl3pPr>
          <a:lvl4pPr marL="857250" indent="-285750" algn="l">
            <a:defRPr sz="2800"/>
          </a:lvl4pPr>
          <a:lvl5pPr marL="1143000" indent="-285750" algn="l">
            <a:defRPr sz="2800"/>
          </a:lvl5pPr>
          <a:lvl6pPr marL="1428750" indent="-285750" algn="l">
            <a:defRPr sz="2800"/>
          </a:lvl6pPr>
          <a:lvl7pPr marL="1714500" indent="-285750" algn="l">
            <a:defRPr sz="2800"/>
          </a:lvl7pPr>
          <a:lvl8pPr marL="2000250" indent="-285750" algn="l">
            <a:defRPr sz="2800"/>
          </a:lvl8pPr>
          <a:lvl9pPr marL="2286000" indent="-285750" algn="l">
            <a:defRPr sz="2800"/>
          </a:lvl9pPr>
        </a:lstStyle>
        <a:p>
          <a:pPr lvl="1">
            <a:lnSpc>
              <a:spcPct val="100000"/>
            </a:lnSpc>
            <a:spcBef>
              <a:spcPct val="0"/>
            </a:spcBef>
            <a:spcAft>
              <a:spcPct val="15000"/>
            </a:spcAft>
            <a:buChar char="•"/>
          </a:pPr>
          <a:r>
            <a:rPr lang="zh-CN" altLang="en-US" dirty="0" smtClean="0">
              <a:solidFill>
                <a:schemeClr val="dk1"/>
              </a:solidFill>
            </a:rPr>
            <a:t>控制在行业内部</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如果需要地方配合，才纳入</a:t>
          </a:r>
          <a:endParaRPr lang="zh-CN" altLang="en-US" dirty="0">
            <a:solidFill>
              <a:schemeClr val="dk1"/>
            </a:solidFill>
          </a:endParaRPr>
        </a:p>
      </dsp:txBody>
      <dsp:txXfrm rot="5400000">
        <a:off x="5012133" y="-370490"/>
        <a:ext cx="1167990" cy="5266944"/>
      </dsp:txXfrm>
    </dsp:sp>
    <dsp:sp modelId="{B7EBE688-D98A-D14A-9F33-B722207BB8C7}">
      <dsp:nvSpPr>
        <dsp:cNvPr id="5" name="圆角矩形 4"/>
        <dsp:cNvSpPr/>
      </dsp:nvSpPr>
      <dsp:spPr bwMode="white">
        <a:xfrm>
          <a:off x="0" y="1532987"/>
          <a:ext cx="2962656" cy="1459988"/>
        </a:xfrm>
        <a:prstGeom prst="roundRect">
          <a:avLst/>
        </a:prstGeom>
      </dsp:spPr>
      <dsp:style>
        <a:lnRef idx="0">
          <a:schemeClr val="lt1"/>
        </a:lnRef>
        <a:fillRef idx="3">
          <a:schemeClr val="accent1"/>
        </a:fillRef>
        <a:effectRef idx="2">
          <a:scrgbClr r="0" g="0" b="0"/>
        </a:effectRef>
        <a:fontRef idx="minor">
          <a:schemeClr val="lt1"/>
        </a:fontRef>
      </dsp:style>
      <dsp:txBody>
        <a:bodyPr lIns="144780" tIns="72390" rIns="144780" bIns="72390" anchor="ctr"/>
        <a:lstStyle>
          <a:lvl1pPr algn="ctr">
            <a:defRPr sz="3800"/>
          </a:lvl1pPr>
          <a:lvl2pPr marL="285750" indent="-285750" algn="ctr">
            <a:defRPr sz="2900"/>
          </a:lvl2pPr>
          <a:lvl3pPr marL="571500" indent="-285750" algn="ctr">
            <a:defRPr sz="2900"/>
          </a:lvl3pPr>
          <a:lvl4pPr marL="857250" indent="-285750" algn="ctr">
            <a:defRPr sz="2900"/>
          </a:lvl4pPr>
          <a:lvl5pPr marL="1143000" indent="-285750" algn="ctr">
            <a:defRPr sz="2900"/>
          </a:lvl5pPr>
          <a:lvl6pPr marL="1428750" indent="-285750" algn="ctr">
            <a:defRPr sz="2900"/>
          </a:lvl6pPr>
          <a:lvl7pPr marL="1714500" indent="-285750" algn="ctr">
            <a:defRPr sz="2900"/>
          </a:lvl7pPr>
          <a:lvl8pPr marL="2000250" indent="-285750" algn="ctr">
            <a:defRPr sz="2900"/>
          </a:lvl8pPr>
          <a:lvl9pPr marL="2286000" indent="-285750" algn="ctr">
            <a:defRPr sz="2900"/>
          </a:lvl9pPr>
        </a:lstStyle>
        <a:p>
          <a:pPr lvl="0">
            <a:lnSpc>
              <a:spcPct val="100000"/>
            </a:lnSpc>
            <a:spcBef>
              <a:spcPct val="0"/>
            </a:spcBef>
            <a:spcAft>
              <a:spcPct val="35000"/>
            </a:spcAft>
          </a:pPr>
          <a:r>
            <a:rPr lang="zh-CN" altLang="en-US" dirty="0" smtClean="0"/>
            <a:t>行业性或专业性强</a:t>
          </a:r>
          <a:endParaRPr lang="zh-CN" altLang="en-US" dirty="0"/>
        </a:p>
      </dsp:txBody>
      <dsp:txXfrm>
        <a:off x="0" y="1532987"/>
        <a:ext cx="2962656" cy="1459988"/>
      </dsp:txXfrm>
    </dsp:sp>
    <dsp:sp modelId="{CC47544E-8B59-4E4F-8A3F-50A0698FD6FD}">
      <dsp:nvSpPr>
        <dsp:cNvPr id="8" name="同侧圆角矩形 7"/>
        <dsp:cNvSpPr/>
      </dsp:nvSpPr>
      <dsp:spPr bwMode="white">
        <a:xfrm rot="5400000">
          <a:off x="5012133" y="1162497"/>
          <a:ext cx="1167990" cy="5266944"/>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106680" tIns="53340" rIns="106680" bIns="53340" anchor="ctr"/>
        <a:lstStyle>
          <a:lvl1pPr algn="l">
            <a:defRPr sz="2800"/>
          </a:lvl1pPr>
          <a:lvl2pPr marL="285750" indent="-285750" algn="l">
            <a:defRPr sz="2800"/>
          </a:lvl2pPr>
          <a:lvl3pPr marL="571500" indent="-285750" algn="l">
            <a:defRPr sz="2800"/>
          </a:lvl3pPr>
          <a:lvl4pPr marL="857250" indent="-285750" algn="l">
            <a:defRPr sz="2800"/>
          </a:lvl4pPr>
          <a:lvl5pPr marL="1143000" indent="-285750" algn="l">
            <a:defRPr sz="2800"/>
          </a:lvl5pPr>
          <a:lvl6pPr marL="1428750" indent="-285750" algn="l">
            <a:defRPr sz="2800"/>
          </a:lvl6pPr>
          <a:lvl7pPr marL="1714500" indent="-285750" algn="l">
            <a:defRPr sz="2800"/>
          </a:lvl7pPr>
          <a:lvl8pPr marL="2000250" indent="-285750" algn="l">
            <a:defRPr sz="2800"/>
          </a:lvl8pPr>
          <a:lvl9pPr marL="2286000" indent="-285750" algn="l">
            <a:defRPr sz="2800"/>
          </a:lvl9pPr>
        </a:lstStyle>
        <a:p>
          <a:pPr lvl="1">
            <a:lnSpc>
              <a:spcPct val="100000"/>
            </a:lnSpc>
            <a:spcBef>
              <a:spcPct val="0"/>
            </a:spcBef>
            <a:spcAft>
              <a:spcPct val="15000"/>
            </a:spcAft>
            <a:buChar char="•"/>
          </a:pPr>
          <a:r>
            <a:rPr lang="zh-CN" altLang="en-US" dirty="0" smtClean="0">
              <a:solidFill>
                <a:schemeClr val="dk1"/>
              </a:solidFill>
            </a:rPr>
            <a:t>严格控制知悉范围</a:t>
          </a:r>
          <a:endParaRPr lang="zh-CN" altLang="en-US" dirty="0">
            <a:solidFill>
              <a:schemeClr val="dk1"/>
            </a:solidFill>
          </a:endParaRPr>
        </a:p>
      </dsp:txBody>
      <dsp:txXfrm rot="5400000">
        <a:off x="5012133" y="1162497"/>
        <a:ext cx="1167990" cy="5266944"/>
      </dsp:txXfrm>
    </dsp:sp>
    <dsp:sp modelId="{7480D4BB-2F62-3F4B-A054-3CCA4E59A80F}">
      <dsp:nvSpPr>
        <dsp:cNvPr id="7" name="圆角矩形 6"/>
        <dsp:cNvSpPr/>
      </dsp:nvSpPr>
      <dsp:spPr bwMode="white">
        <a:xfrm>
          <a:off x="0" y="3065975"/>
          <a:ext cx="2962656" cy="1459988"/>
        </a:xfrm>
        <a:prstGeom prst="roundRect">
          <a:avLst/>
        </a:prstGeom>
      </dsp:spPr>
      <dsp:style>
        <a:lnRef idx="0">
          <a:schemeClr val="lt1"/>
        </a:lnRef>
        <a:fillRef idx="3">
          <a:schemeClr val="accent1"/>
        </a:fillRef>
        <a:effectRef idx="2">
          <a:scrgbClr r="0" g="0" b="0"/>
        </a:effectRef>
        <a:fontRef idx="minor">
          <a:schemeClr val="lt1"/>
        </a:fontRef>
      </dsp:style>
      <dsp:txBody>
        <a:bodyPr lIns="144780" tIns="72390" rIns="144780" bIns="72390" anchor="ctr"/>
        <a:lstStyle>
          <a:lvl1pPr algn="ctr">
            <a:defRPr sz="3800"/>
          </a:lvl1pPr>
          <a:lvl2pPr marL="285750" indent="-285750" algn="ctr">
            <a:defRPr sz="2900"/>
          </a:lvl2pPr>
          <a:lvl3pPr marL="571500" indent="-285750" algn="ctr">
            <a:defRPr sz="2900"/>
          </a:lvl3pPr>
          <a:lvl4pPr marL="857250" indent="-285750" algn="ctr">
            <a:defRPr sz="2900"/>
          </a:lvl4pPr>
          <a:lvl5pPr marL="1143000" indent="-285750" algn="ctr">
            <a:defRPr sz="2900"/>
          </a:lvl5pPr>
          <a:lvl6pPr marL="1428750" indent="-285750" algn="ctr">
            <a:defRPr sz="2900"/>
          </a:lvl6pPr>
          <a:lvl7pPr marL="1714500" indent="-285750" algn="ctr">
            <a:defRPr sz="2900"/>
          </a:lvl7pPr>
          <a:lvl8pPr marL="2000250" indent="-285750" algn="ctr">
            <a:defRPr sz="2900"/>
          </a:lvl8pPr>
          <a:lvl9pPr marL="2286000" indent="-285750" algn="ctr">
            <a:defRPr sz="2900"/>
          </a:lvl9pPr>
        </a:lstStyle>
        <a:p>
          <a:pPr lvl="0">
            <a:lnSpc>
              <a:spcPct val="100000"/>
            </a:lnSpc>
            <a:spcBef>
              <a:spcPct val="0"/>
            </a:spcBef>
            <a:spcAft>
              <a:spcPct val="35000"/>
            </a:spcAft>
          </a:pPr>
          <a:r>
            <a:rPr lang="zh-CN" altLang="en-US" dirty="0" smtClean="0"/>
            <a:t>敏感问题</a:t>
          </a:r>
          <a:endParaRPr lang="zh-CN" altLang="en-US" dirty="0"/>
        </a:p>
      </dsp:txBody>
      <dsp:txXfrm>
        <a:off x="0" y="3065975"/>
        <a:ext cx="2962656" cy="1459988"/>
      </dsp:txXfrm>
    </dsp:sp>
  </dsp:spTree>
</dsp:drawing>
</file>

<file path=ppt/diagrams/drawing17.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D7B953AF-BB4A-4E40-A374-D4BEF16A7EC8}">
      <dsp:nvSpPr>
        <dsp:cNvPr id="3" name="圆角矩形 2"/>
        <dsp:cNvSpPr/>
      </dsp:nvSpPr>
      <dsp:spPr bwMode="white">
        <a:xfrm>
          <a:off x="0" y="46514"/>
          <a:ext cx="8229600" cy="963295"/>
        </a:xfrm>
        <a:prstGeom prst="roundRect">
          <a:avLst/>
        </a:prstGeom>
      </dsp:spPr>
      <dsp:style>
        <a:lnRef idx="0">
          <a:schemeClr val="lt1"/>
        </a:lnRef>
        <a:fillRef idx="3">
          <a:schemeClr val="accent1"/>
        </a:fillRef>
        <a:effectRef idx="2">
          <a:scrgbClr r="0" g="0" b="0"/>
        </a:effectRef>
        <a:fontRef idx="minor">
          <a:schemeClr val="lt1"/>
        </a:fontRef>
      </dsp:style>
      <dsp:txBody>
        <a:bodyPr lIns="144780" tIns="144780" rIns="144780" bIns="144780" anchor="ctr"/>
        <a:lstStyle>
          <a:lvl1pPr algn="l">
            <a:defRPr sz="3800"/>
          </a:lvl1pPr>
          <a:lvl2pPr marL="285750" indent="-285750" algn="l">
            <a:defRPr sz="2900"/>
          </a:lvl2pPr>
          <a:lvl3pPr marL="571500" indent="-285750" algn="l">
            <a:defRPr sz="2900"/>
          </a:lvl3pPr>
          <a:lvl4pPr marL="857250" indent="-285750" algn="l">
            <a:defRPr sz="2900"/>
          </a:lvl4pPr>
          <a:lvl5pPr marL="1143000" indent="-285750" algn="l">
            <a:defRPr sz="2900"/>
          </a:lvl5pPr>
          <a:lvl6pPr marL="1428750" indent="-285750" algn="l">
            <a:defRPr sz="2900"/>
          </a:lvl6pPr>
          <a:lvl7pPr marL="1714500" indent="-285750" algn="l">
            <a:defRPr sz="2900"/>
          </a:lvl7pPr>
          <a:lvl8pPr marL="2000250" indent="-285750" algn="l">
            <a:defRPr sz="2900"/>
          </a:lvl8pPr>
          <a:lvl9pPr marL="2286000" indent="-285750" algn="l">
            <a:defRPr sz="2900"/>
          </a:lvl9pPr>
        </a:lstStyle>
        <a:p>
          <a:pPr lvl="0">
            <a:lnSpc>
              <a:spcPct val="100000"/>
            </a:lnSpc>
            <a:spcBef>
              <a:spcPct val="0"/>
            </a:spcBef>
            <a:spcAft>
              <a:spcPct val="35000"/>
            </a:spcAft>
          </a:pPr>
          <a:r>
            <a:rPr lang="zh-CN" altLang="en-US" dirty="0" smtClean="0"/>
            <a:t>上报</a:t>
          </a:r>
          <a:endParaRPr lang="zh-CN" altLang="en-US" dirty="0"/>
        </a:p>
      </dsp:txBody>
      <dsp:txXfrm>
        <a:off x="0" y="46514"/>
        <a:ext cx="8229600" cy="963295"/>
      </dsp:txXfrm>
    </dsp:sp>
    <dsp:sp modelId="{A985819E-D31B-154C-8DF3-63E7F82C4A92}">
      <dsp:nvSpPr>
        <dsp:cNvPr id="4" name="矩形 3"/>
        <dsp:cNvSpPr/>
      </dsp:nvSpPr>
      <dsp:spPr bwMode="white">
        <a:xfrm>
          <a:off x="0" y="1009809"/>
          <a:ext cx="8229600" cy="981075"/>
        </a:xfrm>
        <a:prstGeom prst="rect">
          <a:avLst/>
        </a:prstGeom>
      </dsp:spPr>
      <dsp:style>
        <a:lnRef idx="0">
          <a:schemeClr val="dk1">
            <a:alpha val="0"/>
          </a:schemeClr>
        </a:lnRef>
        <a:fillRef idx="0">
          <a:schemeClr val="lt1">
            <a:alpha val="0"/>
          </a:schemeClr>
        </a:fillRef>
        <a:effectRef idx="0">
          <a:scrgbClr r="0" g="0" b="0"/>
        </a:effectRef>
        <a:fontRef idx="minor"/>
      </dsp:style>
      <dsp:txBody>
        <a:bodyPr lIns="261289" tIns="48260" rIns="270256" bIns="48260" anchor="t"/>
        <a:lstStyle>
          <a:lvl1pPr algn="l">
            <a:defRPr sz="3800"/>
          </a:lvl1pPr>
          <a:lvl2pPr marL="285750" indent="-285750" algn="l">
            <a:defRPr sz="2900"/>
          </a:lvl2pPr>
          <a:lvl3pPr marL="571500" indent="-285750" algn="l">
            <a:defRPr sz="2900"/>
          </a:lvl3pPr>
          <a:lvl4pPr marL="857250" indent="-285750" algn="l">
            <a:defRPr sz="2900"/>
          </a:lvl4pPr>
          <a:lvl5pPr marL="1143000" indent="-285750" algn="l">
            <a:defRPr sz="2900"/>
          </a:lvl5pPr>
          <a:lvl6pPr marL="1428750" indent="-285750" algn="l">
            <a:defRPr sz="2900"/>
          </a:lvl6pPr>
          <a:lvl7pPr marL="1714500" indent="-285750" algn="l">
            <a:defRPr sz="2900"/>
          </a:lvl7pPr>
          <a:lvl8pPr marL="2000250" indent="-285750" algn="l">
            <a:defRPr sz="2900"/>
          </a:lvl8pPr>
          <a:lvl9pPr marL="2286000" indent="-285750" algn="l">
            <a:defRPr sz="2900"/>
          </a:lvl9pPr>
        </a:lstStyle>
        <a:p>
          <a:pPr lvl="1">
            <a:lnSpc>
              <a:spcPct val="100000"/>
            </a:lnSpc>
            <a:spcBef>
              <a:spcPct val="0"/>
            </a:spcBef>
            <a:spcAft>
              <a:spcPct val="20000"/>
            </a:spcAft>
            <a:buChar char="•"/>
          </a:pPr>
          <a:r>
            <a:rPr lang="zh-CN" altLang="en-US" dirty="0" smtClean="0">
              <a:solidFill>
                <a:schemeClr val="tx1"/>
              </a:solidFill>
            </a:rPr>
            <a:t>只报直接上级机关，不报其他机关，不发下级机关</a:t>
          </a:r>
          <a:endParaRPr lang="zh-CN" altLang="en-US" dirty="0">
            <a:solidFill>
              <a:schemeClr val="tx1"/>
            </a:solidFill>
          </a:endParaRPr>
        </a:p>
      </dsp:txBody>
      <dsp:txXfrm>
        <a:off x="0" y="1009809"/>
        <a:ext cx="8229600" cy="981075"/>
      </dsp:txXfrm>
    </dsp:sp>
    <dsp:sp modelId="{D3720C1D-5328-374E-9910-4B9B301FB7FB}">
      <dsp:nvSpPr>
        <dsp:cNvPr id="5" name="圆角矩形 4"/>
        <dsp:cNvSpPr/>
      </dsp:nvSpPr>
      <dsp:spPr bwMode="white">
        <a:xfrm>
          <a:off x="0" y="1990884"/>
          <a:ext cx="8229600" cy="963295"/>
        </a:xfrm>
        <a:prstGeom prst="roundRect">
          <a:avLst/>
        </a:prstGeom>
      </dsp:spPr>
      <dsp:style>
        <a:lnRef idx="0">
          <a:schemeClr val="lt1"/>
        </a:lnRef>
        <a:fillRef idx="3">
          <a:schemeClr val="accent1"/>
        </a:fillRef>
        <a:effectRef idx="2">
          <a:scrgbClr r="0" g="0" b="0"/>
        </a:effectRef>
        <a:fontRef idx="minor">
          <a:schemeClr val="lt1"/>
        </a:fontRef>
      </dsp:style>
      <dsp:txBody>
        <a:bodyPr lIns="144780" tIns="144780" rIns="144780" bIns="144780" anchor="ctr"/>
        <a:lstStyle>
          <a:lvl1pPr algn="l">
            <a:defRPr sz="3800"/>
          </a:lvl1pPr>
          <a:lvl2pPr marL="285750" indent="-285750" algn="l">
            <a:defRPr sz="2900"/>
          </a:lvl2pPr>
          <a:lvl3pPr marL="571500" indent="-285750" algn="l">
            <a:defRPr sz="2900"/>
          </a:lvl3pPr>
          <a:lvl4pPr marL="857250" indent="-285750" algn="l">
            <a:defRPr sz="2900"/>
          </a:lvl4pPr>
          <a:lvl5pPr marL="1143000" indent="-285750" algn="l">
            <a:defRPr sz="2900"/>
          </a:lvl5pPr>
          <a:lvl6pPr marL="1428750" indent="-285750" algn="l">
            <a:defRPr sz="2900"/>
          </a:lvl6pPr>
          <a:lvl7pPr marL="1714500" indent="-285750" algn="l">
            <a:defRPr sz="2900"/>
          </a:lvl7pPr>
          <a:lvl8pPr marL="2000250" indent="-285750" algn="l">
            <a:defRPr sz="2900"/>
          </a:lvl8pPr>
          <a:lvl9pPr marL="2286000" indent="-285750" algn="l">
            <a:defRPr sz="2900"/>
          </a:lvl9pPr>
        </a:lstStyle>
        <a:p>
          <a:pPr lvl="0">
            <a:lnSpc>
              <a:spcPct val="100000"/>
            </a:lnSpc>
            <a:spcBef>
              <a:spcPct val="0"/>
            </a:spcBef>
            <a:spcAft>
              <a:spcPct val="35000"/>
            </a:spcAft>
          </a:pPr>
          <a:r>
            <a:rPr lang="zh-CN" altLang="en-US" dirty="0" smtClean="0"/>
            <a:t>下达</a:t>
          </a:r>
          <a:endParaRPr lang="zh-CN" altLang="en-US" dirty="0"/>
        </a:p>
      </dsp:txBody>
      <dsp:txXfrm>
        <a:off x="0" y="1990884"/>
        <a:ext cx="8229600" cy="963295"/>
      </dsp:txXfrm>
    </dsp:sp>
    <dsp:sp modelId="{0DA2DE2C-4703-9044-B7E3-CB94E1B1303E}">
      <dsp:nvSpPr>
        <dsp:cNvPr id="6" name="矩形 5"/>
        <dsp:cNvSpPr/>
      </dsp:nvSpPr>
      <dsp:spPr bwMode="white">
        <a:xfrm>
          <a:off x="0" y="2954179"/>
          <a:ext cx="8229600" cy="152527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261289" tIns="48260" rIns="270256" bIns="48260" anchor="t"/>
        <a:lstStyle>
          <a:lvl1pPr algn="l">
            <a:defRPr sz="3800"/>
          </a:lvl1pPr>
          <a:lvl2pPr marL="285750" indent="-285750" algn="l">
            <a:defRPr sz="2900"/>
          </a:lvl2pPr>
          <a:lvl3pPr marL="571500" indent="-285750" algn="l">
            <a:defRPr sz="2900"/>
          </a:lvl3pPr>
          <a:lvl4pPr marL="857250" indent="-285750" algn="l">
            <a:defRPr sz="2900"/>
          </a:lvl4pPr>
          <a:lvl5pPr marL="1143000" indent="-285750" algn="l">
            <a:defRPr sz="2900"/>
          </a:lvl5pPr>
          <a:lvl6pPr marL="1428750" indent="-285750" algn="l">
            <a:defRPr sz="2900"/>
          </a:lvl6pPr>
          <a:lvl7pPr marL="1714500" indent="-285750" algn="l">
            <a:defRPr sz="2900"/>
          </a:lvl7pPr>
          <a:lvl8pPr marL="2000250" indent="-285750" algn="l">
            <a:defRPr sz="2900"/>
          </a:lvl8pPr>
          <a:lvl9pPr marL="2286000" indent="-285750" algn="l">
            <a:defRPr sz="2900"/>
          </a:lvl9pPr>
        </a:lstStyle>
        <a:p>
          <a:pPr lvl="1">
            <a:lnSpc>
              <a:spcPct val="100000"/>
            </a:lnSpc>
            <a:spcBef>
              <a:spcPct val="0"/>
            </a:spcBef>
            <a:spcAft>
              <a:spcPct val="20000"/>
            </a:spcAft>
            <a:buChar char="•"/>
          </a:pPr>
          <a:r>
            <a:rPr lang="zh-CN" altLang="en-US" dirty="0" smtClean="0">
              <a:solidFill>
                <a:schemeClr val="tx1"/>
              </a:solidFill>
            </a:rPr>
            <a:t>同时上报直接上级机关</a:t>
          </a:r>
          <a:endParaRPr lang="zh-CN" altLang="en-US" dirty="0">
            <a:solidFill>
              <a:schemeClr val="tx1"/>
            </a:solidFill>
          </a:endParaRPr>
        </a:p>
        <a:p>
          <a:pPr lvl="1">
            <a:lnSpc>
              <a:spcPct val="100000"/>
            </a:lnSpc>
            <a:spcBef>
              <a:spcPct val="0"/>
            </a:spcBef>
            <a:spcAft>
              <a:spcPct val="20000"/>
            </a:spcAft>
            <a:buChar char="•"/>
          </a:pPr>
          <a:r>
            <a:rPr lang="zh-CN" altLang="en-US" dirty="0" smtClean="0">
              <a:solidFill>
                <a:schemeClr val="tx1"/>
              </a:solidFill>
            </a:rPr>
            <a:t>按事项类别、性质的要求确定知悉范围，并提出传达、接触、复制的特别要求</a:t>
          </a:r>
          <a:endParaRPr lang="zh-CN" altLang="en-US" dirty="0">
            <a:solidFill>
              <a:schemeClr val="tx1"/>
            </a:solidFill>
          </a:endParaRPr>
        </a:p>
      </dsp:txBody>
      <dsp:txXfrm>
        <a:off x="0" y="2954179"/>
        <a:ext cx="8229600" cy="1525270"/>
      </dsp:txXfrm>
    </dsp:sp>
  </dsp:spTree>
</dsp:drawing>
</file>

<file path=ppt/diagrams/drawing18.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588FE034-A54F-D24A-9B42-62857E3B55AF}">
      <dsp:nvSpPr>
        <dsp:cNvPr id="3" name="燕尾形 2"/>
        <dsp:cNvSpPr/>
      </dsp:nvSpPr>
      <dsp:spPr bwMode="white">
        <a:xfrm rot="5400000">
          <a:off x="-245684" y="245684"/>
          <a:ext cx="1637892" cy="1146524"/>
        </a:xfrm>
        <a:prstGeom prst="chevron">
          <a:avLst/>
        </a:prstGeom>
      </dsp:spPr>
      <dsp:style>
        <a:lnRef idx="1">
          <a:schemeClr val="accent1"/>
        </a:lnRef>
        <a:fillRef idx="3">
          <a:schemeClr val="accent1"/>
        </a:fillRef>
        <a:effectRef idx="2">
          <a:scrgbClr r="0" g="0" b="0"/>
        </a:effectRef>
        <a:fontRef idx="minor">
          <a:schemeClr val="lt1"/>
        </a:fontRef>
      </dsp:style>
      <dsp:txBody>
        <a:bodyPr rot="-5400000" lIns="18415" tIns="18415" rIns="18415" bIns="18415" anchor="ctr"/>
        <a:lstStyle>
          <a:lvl1pPr algn="ctr">
            <a:defRPr sz="29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r>
            <a:rPr lang="zh-CN" altLang="en-US" dirty="0" smtClean="0"/>
            <a:t>绝密级</a:t>
          </a:r>
          <a:endParaRPr lang="zh-CN" altLang="en-US" dirty="0"/>
        </a:p>
      </dsp:txBody>
      <dsp:txXfrm rot="5400000">
        <a:off x="-245684" y="245684"/>
        <a:ext cx="1637892" cy="1146524"/>
      </dsp:txXfrm>
    </dsp:sp>
    <dsp:sp modelId="{B914E5E4-D2A4-1940-83F3-FD7646BEEF2B}">
      <dsp:nvSpPr>
        <dsp:cNvPr id="4" name="同侧圆角矩形 3"/>
        <dsp:cNvSpPr/>
      </dsp:nvSpPr>
      <dsp:spPr bwMode="white">
        <a:xfrm rot="5400000">
          <a:off x="4155747" y="-3009223"/>
          <a:ext cx="1064630" cy="7083076"/>
        </a:xfrm>
        <a:prstGeom prst="round2SameRect">
          <a:avLst/>
        </a:prstGeom>
      </dsp:spPr>
      <dsp:style>
        <a:lnRef idx="1">
          <a:schemeClr val="accent1"/>
        </a:lnRef>
        <a:fillRef idx="1">
          <a:schemeClr val="lt1">
            <a:alpha val="90000"/>
          </a:schemeClr>
        </a:fillRef>
        <a:effectRef idx="0">
          <a:scrgbClr r="0" g="0" b="0"/>
        </a:effectRef>
        <a:fontRef idx="minor"/>
      </dsp:style>
      <dsp:txBody>
        <a:bodyPr rot="-5400000" lIns="128016" tIns="11430" rIns="11430" bIns="11430" anchor="ctr"/>
        <a:lstStyle>
          <a:lvl1pPr algn="l">
            <a:defRPr sz="18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1">
            <a:lnSpc>
              <a:spcPct val="100000"/>
            </a:lnSpc>
            <a:spcBef>
              <a:spcPct val="0"/>
            </a:spcBef>
            <a:spcAft>
              <a:spcPct val="15000"/>
            </a:spcAft>
            <a:buChar char="•"/>
          </a:pPr>
          <a:r>
            <a:rPr lang="zh-CN" altLang="en-US" dirty="0" smtClean="0">
              <a:solidFill>
                <a:schemeClr val="dk1"/>
              </a:solidFill>
            </a:rPr>
            <a:t>主要领导、主管领导直接掌握和控制知悉范围</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明确到具体人员、不准复制</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特殊事项，其他分管领导、同一处室其他负责人无权知悉</a:t>
          </a:r>
          <a:endParaRPr lang="zh-CN" altLang="en-US" dirty="0">
            <a:solidFill>
              <a:schemeClr val="dk1"/>
            </a:solidFill>
          </a:endParaRPr>
        </a:p>
      </dsp:txBody>
      <dsp:txXfrm rot="5400000">
        <a:off x="4155747" y="-3009223"/>
        <a:ext cx="1064630" cy="7083076"/>
      </dsp:txXfrm>
    </dsp:sp>
    <dsp:sp modelId="{E73E5758-ABF1-B540-ACBA-DA597C3897A4}">
      <dsp:nvSpPr>
        <dsp:cNvPr id="5" name="燕尾形 4"/>
        <dsp:cNvSpPr/>
      </dsp:nvSpPr>
      <dsp:spPr bwMode="white">
        <a:xfrm rot="5400000">
          <a:off x="-245684" y="1689719"/>
          <a:ext cx="1637892" cy="1146524"/>
        </a:xfrm>
        <a:prstGeom prst="chevron">
          <a:avLst/>
        </a:prstGeom>
      </dsp:spPr>
      <dsp:style>
        <a:lnRef idx="1">
          <a:schemeClr val="accent1"/>
        </a:lnRef>
        <a:fillRef idx="3">
          <a:schemeClr val="accent1"/>
        </a:fillRef>
        <a:effectRef idx="2">
          <a:scrgbClr r="0" g="0" b="0"/>
        </a:effectRef>
        <a:fontRef idx="minor">
          <a:schemeClr val="lt1"/>
        </a:fontRef>
      </dsp:style>
      <dsp:txBody>
        <a:bodyPr rot="-5400000" lIns="18415" tIns="18415" rIns="18415" bIns="18415" anchor="ctr"/>
        <a:lstStyle>
          <a:lvl1pPr algn="ctr">
            <a:defRPr sz="29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r>
            <a:rPr lang="zh-CN" altLang="en-US" dirty="0" smtClean="0"/>
            <a:t>机密级</a:t>
          </a:r>
          <a:endParaRPr lang="zh-CN" altLang="en-US" dirty="0"/>
        </a:p>
      </dsp:txBody>
      <dsp:txXfrm rot="5400000">
        <a:off x="-245684" y="1689719"/>
        <a:ext cx="1637892" cy="1146524"/>
      </dsp:txXfrm>
    </dsp:sp>
    <dsp:sp modelId="{1054C14B-F7F4-4345-942F-5F23F103A472}">
      <dsp:nvSpPr>
        <dsp:cNvPr id="6" name="同侧圆角矩形 5"/>
        <dsp:cNvSpPr/>
      </dsp:nvSpPr>
      <dsp:spPr bwMode="white">
        <a:xfrm rot="5400000">
          <a:off x="4155747" y="-1565187"/>
          <a:ext cx="1064630" cy="7083076"/>
        </a:xfrm>
        <a:prstGeom prst="round2SameRect">
          <a:avLst/>
        </a:prstGeom>
      </dsp:spPr>
      <dsp:style>
        <a:lnRef idx="1">
          <a:schemeClr val="accent1"/>
        </a:lnRef>
        <a:fillRef idx="1">
          <a:schemeClr val="lt1">
            <a:alpha val="90000"/>
          </a:schemeClr>
        </a:fillRef>
        <a:effectRef idx="0">
          <a:scrgbClr r="0" g="0" b="0"/>
        </a:effectRef>
        <a:fontRef idx="minor"/>
      </dsp:style>
      <dsp:txBody>
        <a:bodyPr rot="-5400000" lIns="128016" tIns="11430" rIns="11430" bIns="11430" anchor="ctr"/>
        <a:lstStyle>
          <a:lvl1pPr algn="l">
            <a:defRPr sz="18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marL="171450" marR="0" lvl="1" indent="-171450" algn="l" defTabSz="800100" rtl="0" eaLnBrk="1" fontAlgn="auto" latinLnBrk="0" hangingPunct="1">
            <a:lnSpc>
              <a:spcPct val="90000"/>
            </a:lnSpc>
            <a:spcBef>
              <a:spcPct val="0"/>
            </a:spcBef>
            <a:spcAft>
              <a:spcPct val="15000"/>
            </a:spcAft>
            <a:buClrTx/>
            <a:buSzTx/>
            <a:buFontTx/>
            <a:buChar char="•"/>
          </a:pPr>
          <a:r>
            <a:rPr lang="zh-CN" altLang="en-US" dirty="0" smtClean="0">
              <a:solidFill>
                <a:schemeClr val="dk1"/>
              </a:solidFill>
            </a:rPr>
            <a:t>就传达、接触、复制等方面做出明确的许可和不许可规定</a:t>
          </a:r>
          <a:endParaRPr lang="zh-CN" altLang="en-US" dirty="0">
            <a:solidFill>
              <a:schemeClr val="dk1"/>
            </a:solidFill>
          </a:endParaRPr>
        </a:p>
        <a:p>
          <a:pPr marL="171450" lvl="1" indent="0" algn="l" defTabSz="800100">
            <a:lnSpc>
              <a:spcPct val="90000"/>
            </a:lnSpc>
            <a:spcBef>
              <a:spcPct val="0"/>
            </a:spcBef>
            <a:spcAft>
              <a:spcPct val="15000"/>
            </a:spcAft>
            <a:buChar char="•"/>
          </a:pPr>
          <a:r>
            <a:rPr lang="zh-CN" altLang="en-US" dirty="0" smtClean="0">
              <a:solidFill>
                <a:schemeClr val="dk1"/>
              </a:solidFill>
            </a:rPr>
            <a:t>知悉人员做出书面记录</a:t>
          </a:r>
          <a:endParaRPr lang="zh-CN" altLang="en-US" dirty="0">
            <a:solidFill>
              <a:schemeClr val="dk1"/>
            </a:solidFill>
          </a:endParaRPr>
        </a:p>
      </dsp:txBody>
      <dsp:txXfrm rot="5400000">
        <a:off x="4155747" y="-1565187"/>
        <a:ext cx="1064630" cy="7083076"/>
      </dsp:txXfrm>
    </dsp:sp>
    <dsp:sp modelId="{48A12906-60E8-034C-BBF1-AA927C03CC86}">
      <dsp:nvSpPr>
        <dsp:cNvPr id="7" name="燕尾形 6"/>
        <dsp:cNvSpPr/>
      </dsp:nvSpPr>
      <dsp:spPr bwMode="white">
        <a:xfrm rot="5400000">
          <a:off x="-245684" y="3133755"/>
          <a:ext cx="1637892" cy="1146524"/>
        </a:xfrm>
        <a:prstGeom prst="chevron">
          <a:avLst/>
        </a:prstGeom>
      </dsp:spPr>
      <dsp:style>
        <a:lnRef idx="1">
          <a:schemeClr val="accent1"/>
        </a:lnRef>
        <a:fillRef idx="3">
          <a:schemeClr val="accent1"/>
        </a:fillRef>
        <a:effectRef idx="2">
          <a:scrgbClr r="0" g="0" b="0"/>
        </a:effectRef>
        <a:fontRef idx="minor">
          <a:schemeClr val="lt1"/>
        </a:fontRef>
      </dsp:style>
      <dsp:txBody>
        <a:bodyPr rot="-5400000" lIns="18415" tIns="18415" rIns="18415" bIns="18415" anchor="ctr"/>
        <a:lstStyle>
          <a:lvl1pPr algn="ctr">
            <a:defRPr sz="29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r>
            <a:rPr lang="zh-CN" altLang="en-US" dirty="0" smtClean="0"/>
            <a:t>秘密级</a:t>
          </a:r>
          <a:endParaRPr lang="zh-CN" altLang="en-US" dirty="0"/>
        </a:p>
      </dsp:txBody>
      <dsp:txXfrm rot="5400000">
        <a:off x="-245684" y="3133755"/>
        <a:ext cx="1637892" cy="1146524"/>
      </dsp:txXfrm>
    </dsp:sp>
    <dsp:sp modelId="{A9A371D8-53F3-6E4B-A074-CD0E6AF8CB3F}">
      <dsp:nvSpPr>
        <dsp:cNvPr id="8" name="同侧圆角矩形 7"/>
        <dsp:cNvSpPr/>
      </dsp:nvSpPr>
      <dsp:spPr bwMode="white">
        <a:xfrm rot="5400000">
          <a:off x="4155747" y="-121152"/>
          <a:ext cx="1064630" cy="7083076"/>
        </a:xfrm>
        <a:prstGeom prst="round2SameRect">
          <a:avLst/>
        </a:prstGeom>
      </dsp:spPr>
      <dsp:style>
        <a:lnRef idx="1">
          <a:schemeClr val="accent1"/>
        </a:lnRef>
        <a:fillRef idx="1">
          <a:schemeClr val="lt1">
            <a:alpha val="90000"/>
          </a:schemeClr>
        </a:fillRef>
        <a:effectRef idx="0">
          <a:scrgbClr r="0" g="0" b="0"/>
        </a:effectRef>
        <a:fontRef idx="minor"/>
      </dsp:style>
      <dsp:txBody>
        <a:bodyPr rot="-5400000" lIns="128016" tIns="11430" rIns="11430" bIns="11430" anchor="ctr"/>
        <a:lstStyle>
          <a:lvl1pPr algn="l">
            <a:defRPr sz="18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1">
            <a:lnSpc>
              <a:spcPct val="100000"/>
            </a:lnSpc>
            <a:spcBef>
              <a:spcPct val="0"/>
            </a:spcBef>
            <a:spcAft>
              <a:spcPct val="15000"/>
            </a:spcAft>
            <a:buChar char="•"/>
          </a:pPr>
          <a:r>
            <a:rPr lang="zh-CN" altLang="en-US" dirty="0" smtClean="0">
              <a:solidFill>
                <a:schemeClr val="dk1"/>
              </a:solidFill>
            </a:rPr>
            <a:t>以事定人</a:t>
          </a:r>
          <a:endParaRPr lang="zh-CN" altLang="en-US" dirty="0">
            <a:solidFill>
              <a:schemeClr val="dk1"/>
            </a:solidFill>
          </a:endParaRPr>
        </a:p>
        <a:p>
          <a:pPr lvl="1">
            <a:lnSpc>
              <a:spcPct val="100000"/>
            </a:lnSpc>
            <a:spcBef>
              <a:spcPct val="0"/>
            </a:spcBef>
            <a:spcAft>
              <a:spcPct val="15000"/>
            </a:spcAft>
            <a:buChar char="•"/>
          </a:pPr>
          <a:r>
            <a:rPr lang="zh-CN" altLang="en-US" dirty="0" smtClean="0">
              <a:solidFill>
                <a:schemeClr val="dk1"/>
              </a:solidFill>
            </a:rPr>
            <a:t>不搞“固定模式”</a:t>
          </a:r>
          <a:endParaRPr lang="zh-CN" altLang="en-US" dirty="0">
            <a:solidFill>
              <a:schemeClr val="dk1"/>
            </a:solidFill>
          </a:endParaRPr>
        </a:p>
      </dsp:txBody>
      <dsp:txXfrm rot="5400000">
        <a:off x="4155747" y="-121152"/>
        <a:ext cx="1064630" cy="7083076"/>
      </dsp:txXfrm>
    </dsp:sp>
  </dsp:spTree>
</dsp:drawing>
</file>

<file path=ppt/diagrams/drawing19.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AB69341A-AB03-FB4B-9FDC-FAB02A2C32D4}">
      <dsp:nvSpPr>
        <dsp:cNvPr id="3" name="直接连接符 2"/>
        <dsp:cNvSpPr/>
      </dsp:nvSpPr>
      <dsp:spPr bwMode="white">
        <a:xfrm>
          <a:off x="0" y="0"/>
          <a:ext cx="8229600" cy="0"/>
        </a:xfrm>
        <a:prstGeom prst="line">
          <a:avLst/>
        </a:prstGeom>
      </dsp:spPr>
      <dsp:style>
        <a:lnRef idx="1">
          <a:schemeClr val="accent1"/>
        </a:lnRef>
        <a:fillRef idx="3">
          <a:schemeClr val="accent1"/>
        </a:fillRef>
        <a:effectRef idx="2">
          <a:scrgbClr r="0" g="0" b="0"/>
        </a:effectRef>
        <a:fontRef idx="minor">
          <a:schemeClr val="lt1"/>
        </a:fontRef>
      </dsp:style>
      <dsp:txXfrm>
        <a:off x="0" y="0"/>
        <a:ext cx="8229600" cy="0"/>
      </dsp:txXfrm>
    </dsp:sp>
    <dsp:sp modelId="{06B22446-0E23-6542-B9F3-A7377FB7F6EC}">
      <dsp:nvSpPr>
        <dsp:cNvPr id="4" name="矩形 3"/>
        <dsp:cNvSpPr/>
      </dsp:nvSpPr>
      <dsp:spPr bwMode="white">
        <a:xfrm>
          <a:off x="0" y="0"/>
          <a:ext cx="1645920" cy="150865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48590" tIns="148590" rIns="148590" bIns="148590" anchor="t"/>
        <a:lstStyle>
          <a:lvl1pPr algn="l">
            <a:defRPr sz="3900"/>
          </a:lvl1pPr>
          <a:lvl2pPr marL="285750" indent="-285750" algn="l">
            <a:defRPr sz="3000"/>
          </a:lvl2pPr>
          <a:lvl3pPr marL="571500" indent="-285750" algn="l">
            <a:defRPr sz="3000"/>
          </a:lvl3pPr>
          <a:lvl4pPr marL="857250" indent="-285750" algn="l">
            <a:defRPr sz="3000"/>
          </a:lvl4pPr>
          <a:lvl5pPr marL="1143000" indent="-285750" algn="l">
            <a:defRPr sz="3000"/>
          </a:lvl5pPr>
          <a:lvl6pPr marL="1428750" indent="-285750" algn="l">
            <a:defRPr sz="3000"/>
          </a:lvl6pPr>
          <a:lvl7pPr marL="1714500" indent="-285750" algn="l">
            <a:defRPr sz="3000"/>
          </a:lvl7pPr>
          <a:lvl8pPr marL="2000250" indent="-285750" algn="l">
            <a:defRPr sz="3000"/>
          </a:lvl8pPr>
          <a:lvl9pPr marL="2286000" indent="-285750" algn="l">
            <a:defRPr sz="3000"/>
          </a:lvl9pPr>
        </a:lstStyle>
        <a:p>
          <a:pPr lvl="0">
            <a:lnSpc>
              <a:spcPct val="100000"/>
            </a:lnSpc>
            <a:spcBef>
              <a:spcPct val="0"/>
            </a:spcBef>
            <a:spcAft>
              <a:spcPct val="35000"/>
            </a:spcAft>
          </a:pPr>
          <a:r>
            <a:rPr lang="zh-CN" altLang="en-US" dirty="0" smtClean="0">
              <a:solidFill>
                <a:schemeClr val="tx1"/>
              </a:solidFill>
            </a:rPr>
            <a:t>时限规范</a:t>
          </a:r>
          <a:endParaRPr lang="zh-CN" altLang="en-US" dirty="0">
            <a:solidFill>
              <a:schemeClr val="tx1"/>
            </a:solidFill>
          </a:endParaRPr>
        </a:p>
      </dsp:txBody>
      <dsp:txXfrm>
        <a:off x="0" y="0"/>
        <a:ext cx="1645920" cy="1508654"/>
      </dsp:txXfrm>
    </dsp:sp>
    <dsp:sp modelId="{6EE18B18-BA22-694E-A384-B8C8FD456EA6}">
      <dsp:nvSpPr>
        <dsp:cNvPr id="5" name="矩形 4"/>
        <dsp:cNvSpPr/>
      </dsp:nvSpPr>
      <dsp:spPr bwMode="white">
        <a:xfrm>
          <a:off x="1769364" y="68575"/>
          <a:ext cx="6460236" cy="137150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6200" tIns="76200" rIns="76200" bIns="76200" anchor="t"/>
        <a:lstStyle>
          <a:lvl1pPr algn="l">
            <a:defRPr sz="2000"/>
          </a:lvl1pPr>
          <a:lvl2pPr marL="114300" indent="-114300" algn="l">
            <a:defRPr sz="1500"/>
          </a:lvl2pPr>
          <a:lvl3pPr marL="228600" indent="-114300" algn="l">
            <a:defRPr sz="1500"/>
          </a:lvl3pPr>
          <a:lvl4pPr marL="342900" indent="-114300" algn="l">
            <a:defRPr sz="1500"/>
          </a:lvl4pPr>
          <a:lvl5pPr marL="457200" indent="-114300" algn="l">
            <a:defRPr sz="1500"/>
          </a:lvl5pPr>
          <a:lvl6pPr marL="571500" indent="-114300" algn="l">
            <a:defRPr sz="1500"/>
          </a:lvl6pPr>
          <a:lvl7pPr marL="685800" indent="-114300" algn="l">
            <a:defRPr sz="1500"/>
          </a:lvl7pPr>
          <a:lvl8pPr marL="800100" indent="-114300" algn="l">
            <a:defRPr sz="1500"/>
          </a:lvl8pPr>
          <a:lvl9pPr marL="914400" indent="-114300" algn="l">
            <a:defRPr sz="1500"/>
          </a:lvl9pPr>
        </a:lstStyle>
        <a:p>
          <a:pPr lvl="0">
            <a:lnSpc>
              <a:spcPct val="100000"/>
            </a:lnSpc>
            <a:spcBef>
              <a:spcPct val="0"/>
            </a:spcBef>
            <a:spcAft>
              <a:spcPct val="35000"/>
            </a:spcAft>
          </a:pPr>
          <a:r>
            <a:rPr lang="zh-CN" altLang="en-US" dirty="0" smtClean="0">
              <a:solidFill>
                <a:schemeClr val="tx1"/>
              </a:solidFill>
            </a:rPr>
            <a:t>与密级</a:t>
          </a:r>
          <a:r>
            <a:rPr lang="zh-CN" altLang="en-US" smtClean="0">
              <a:solidFill>
                <a:schemeClr val="tx1"/>
              </a:solidFill>
            </a:rPr>
            <a:t>、保密期限同时确定</a:t>
          </a:r>
          <a:endParaRPr lang="zh-CN" altLang="en-US">
            <a:solidFill>
              <a:schemeClr val="tx1"/>
            </a:solidFill>
          </a:endParaRPr>
        </a:p>
      </dsp:txBody>
      <dsp:txXfrm>
        <a:off x="1769364" y="68575"/>
        <a:ext cx="6460236" cy="1371504"/>
      </dsp:txXfrm>
    </dsp:sp>
    <dsp:sp modelId="{2886A23C-D748-FA43-BF64-06E3DA9954C9}">
      <dsp:nvSpPr>
        <dsp:cNvPr id="6" name="直接连接符 5"/>
        <dsp:cNvSpPr/>
      </dsp:nvSpPr>
      <dsp:spPr bwMode="white">
        <a:xfrm>
          <a:off x="1645920" y="1440079"/>
          <a:ext cx="6583680" cy="0"/>
        </a:xfrm>
        <a:prstGeom prst="line">
          <a:avLst/>
        </a:prstGeom>
      </dsp:spPr>
      <dsp:style>
        <a:lnRef idx="2">
          <a:schemeClr val="accent1">
            <a:tint val="50000"/>
          </a:schemeClr>
        </a:lnRef>
        <a:fillRef idx="1">
          <a:schemeClr val="accent1"/>
        </a:fillRef>
        <a:effectRef idx="1">
          <a:scrgbClr r="0" g="0" b="0"/>
        </a:effectRef>
        <a:fontRef idx="minor"/>
      </dsp:style>
      <dsp:txXfrm>
        <a:off x="1645920" y="1440079"/>
        <a:ext cx="6583680" cy="0"/>
      </dsp:txXfrm>
    </dsp:sp>
    <dsp:sp modelId="{D92FA85D-6C49-954F-9928-C6F0E936DF59}">
      <dsp:nvSpPr>
        <dsp:cNvPr id="7" name="直接连接符 6"/>
        <dsp:cNvSpPr/>
      </dsp:nvSpPr>
      <dsp:spPr bwMode="white">
        <a:xfrm>
          <a:off x="0" y="1508654"/>
          <a:ext cx="8229600" cy="0"/>
        </a:xfrm>
        <a:prstGeom prst="line">
          <a:avLst/>
        </a:prstGeom>
      </dsp:spPr>
      <dsp:style>
        <a:lnRef idx="1">
          <a:schemeClr val="accent1"/>
        </a:lnRef>
        <a:fillRef idx="3">
          <a:schemeClr val="accent1"/>
        </a:fillRef>
        <a:effectRef idx="2">
          <a:scrgbClr r="0" g="0" b="0"/>
        </a:effectRef>
        <a:fontRef idx="minor">
          <a:schemeClr val="lt1"/>
        </a:fontRef>
      </dsp:style>
      <dsp:txXfrm>
        <a:off x="0" y="1508654"/>
        <a:ext cx="8229600" cy="0"/>
      </dsp:txXfrm>
    </dsp:sp>
    <dsp:sp modelId="{1079D722-4DEF-3049-9958-6B08329675A4}">
      <dsp:nvSpPr>
        <dsp:cNvPr id="8" name="矩形 7"/>
        <dsp:cNvSpPr/>
      </dsp:nvSpPr>
      <dsp:spPr bwMode="white">
        <a:xfrm>
          <a:off x="0" y="1508654"/>
          <a:ext cx="1645920" cy="150865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48590" tIns="148590" rIns="148590" bIns="148590" anchor="t"/>
        <a:lstStyle>
          <a:lvl1pPr algn="l">
            <a:defRPr sz="3900"/>
          </a:lvl1pPr>
          <a:lvl2pPr marL="285750" indent="-285750" algn="l">
            <a:defRPr sz="3000"/>
          </a:lvl2pPr>
          <a:lvl3pPr marL="571500" indent="-285750" algn="l">
            <a:defRPr sz="3000"/>
          </a:lvl3pPr>
          <a:lvl4pPr marL="857250" indent="-285750" algn="l">
            <a:defRPr sz="3000"/>
          </a:lvl4pPr>
          <a:lvl5pPr marL="1143000" indent="-285750" algn="l">
            <a:defRPr sz="3000"/>
          </a:lvl5pPr>
          <a:lvl6pPr marL="1428750" indent="-285750" algn="l">
            <a:defRPr sz="3000"/>
          </a:lvl6pPr>
          <a:lvl7pPr marL="1714500" indent="-285750" algn="l">
            <a:defRPr sz="3000"/>
          </a:lvl7pPr>
          <a:lvl8pPr marL="2000250" indent="-285750" algn="l">
            <a:defRPr sz="3000"/>
          </a:lvl8pPr>
          <a:lvl9pPr marL="2286000" indent="-285750" algn="l">
            <a:defRPr sz="3000"/>
          </a:lvl9pPr>
        </a:lstStyle>
        <a:p>
          <a:pPr lvl="0">
            <a:lnSpc>
              <a:spcPct val="100000"/>
            </a:lnSpc>
            <a:spcBef>
              <a:spcPct val="0"/>
            </a:spcBef>
            <a:spcAft>
              <a:spcPct val="35000"/>
            </a:spcAft>
          </a:pPr>
          <a:r>
            <a:rPr lang="zh-CN" altLang="en-US" dirty="0" smtClean="0">
              <a:solidFill>
                <a:schemeClr val="tx1"/>
              </a:solidFill>
            </a:rPr>
            <a:t>方式规范</a:t>
          </a:r>
          <a:endParaRPr lang="zh-CN" altLang="en-US" dirty="0">
            <a:solidFill>
              <a:schemeClr val="tx1"/>
            </a:solidFill>
          </a:endParaRPr>
        </a:p>
      </dsp:txBody>
      <dsp:txXfrm>
        <a:off x="0" y="1508654"/>
        <a:ext cx="1645920" cy="1508654"/>
      </dsp:txXfrm>
    </dsp:sp>
    <dsp:sp modelId="{8A0D0B08-9C76-FD4A-8275-17E41654E3F5}">
      <dsp:nvSpPr>
        <dsp:cNvPr id="9" name="矩形 8"/>
        <dsp:cNvSpPr/>
      </dsp:nvSpPr>
      <dsp:spPr bwMode="white">
        <a:xfrm>
          <a:off x="1769364" y="1532227"/>
          <a:ext cx="6460236" cy="47145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6200" tIns="76200" rIns="76200" bIns="76200" anchor="t"/>
        <a:lstStyle>
          <a:lvl1pPr algn="l">
            <a:defRPr sz="2000"/>
          </a:lvl1pPr>
          <a:lvl2pPr marL="114300" indent="-114300" algn="l">
            <a:defRPr sz="1500"/>
          </a:lvl2pPr>
          <a:lvl3pPr marL="228600" indent="-114300" algn="l">
            <a:defRPr sz="1500"/>
          </a:lvl3pPr>
          <a:lvl4pPr marL="342900" indent="-114300" algn="l">
            <a:defRPr sz="1500"/>
          </a:lvl4pPr>
          <a:lvl5pPr marL="457200" indent="-114300" algn="l">
            <a:defRPr sz="1500"/>
          </a:lvl5pPr>
          <a:lvl6pPr marL="571500" indent="-114300" algn="l">
            <a:defRPr sz="1500"/>
          </a:lvl6pPr>
          <a:lvl7pPr marL="685800" indent="-114300" algn="l">
            <a:defRPr sz="1500"/>
          </a:lvl7pPr>
          <a:lvl8pPr marL="800100" indent="-114300" algn="l">
            <a:defRPr sz="1500"/>
          </a:lvl8pPr>
          <a:lvl9pPr marL="914400" indent="-114300" algn="l">
            <a:defRPr sz="1500"/>
          </a:lvl9pPr>
        </a:lstStyle>
        <a:p>
          <a:pPr lvl="0">
            <a:lnSpc>
              <a:spcPct val="100000"/>
            </a:lnSpc>
            <a:spcBef>
              <a:spcPct val="0"/>
            </a:spcBef>
            <a:spcAft>
              <a:spcPct val="35000"/>
            </a:spcAft>
          </a:pPr>
          <a:r>
            <a:rPr lang="zh-CN" altLang="en-US" dirty="0" smtClean="0">
              <a:solidFill>
                <a:schemeClr val="tx1"/>
              </a:solidFill>
            </a:rPr>
            <a:t>局限于本机关、</a:t>
          </a:r>
          <a:r>
            <a:rPr lang="zh-CN" altLang="en-US" smtClean="0">
              <a:solidFill>
                <a:schemeClr val="tx1"/>
              </a:solidFill>
            </a:rPr>
            <a:t>本单位内部</a:t>
          </a:r>
          <a:endParaRPr lang="zh-CN" altLang="en-US">
            <a:solidFill>
              <a:schemeClr val="tx1"/>
            </a:solidFill>
          </a:endParaRPr>
        </a:p>
      </dsp:txBody>
      <dsp:txXfrm>
        <a:off x="1769364" y="1532227"/>
        <a:ext cx="6460236" cy="471454"/>
      </dsp:txXfrm>
    </dsp:sp>
    <dsp:sp modelId="{D729B098-ADA6-8344-B832-10CA09AF8DC7}">
      <dsp:nvSpPr>
        <dsp:cNvPr id="10" name="直接连接符 9"/>
        <dsp:cNvSpPr/>
      </dsp:nvSpPr>
      <dsp:spPr bwMode="white">
        <a:xfrm>
          <a:off x="1645920" y="2003682"/>
          <a:ext cx="6583680" cy="0"/>
        </a:xfrm>
        <a:prstGeom prst="line">
          <a:avLst/>
        </a:prstGeom>
      </dsp:spPr>
      <dsp:style>
        <a:lnRef idx="2">
          <a:schemeClr val="accent1">
            <a:tint val="50000"/>
          </a:schemeClr>
        </a:lnRef>
        <a:fillRef idx="1">
          <a:schemeClr val="accent1"/>
        </a:fillRef>
        <a:effectRef idx="1">
          <a:scrgbClr r="0" g="0" b="0"/>
        </a:effectRef>
        <a:fontRef idx="minor"/>
      </dsp:style>
      <dsp:txXfrm>
        <a:off x="1645920" y="2003682"/>
        <a:ext cx="6583680" cy="0"/>
      </dsp:txXfrm>
    </dsp:sp>
    <dsp:sp modelId="{DE90087E-7B31-044A-ADC3-B30348BD66FF}">
      <dsp:nvSpPr>
        <dsp:cNvPr id="11" name="矩形 10"/>
        <dsp:cNvSpPr/>
      </dsp:nvSpPr>
      <dsp:spPr bwMode="white">
        <a:xfrm>
          <a:off x="1769364" y="2027254"/>
          <a:ext cx="6460236" cy="47145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6200" tIns="76200" rIns="76200" bIns="76200" anchor="t"/>
        <a:lstStyle>
          <a:lvl1pPr algn="l">
            <a:defRPr sz="2000"/>
          </a:lvl1pPr>
          <a:lvl2pPr marL="114300" indent="-114300" algn="l">
            <a:defRPr sz="1500"/>
          </a:lvl2pPr>
          <a:lvl3pPr marL="228600" indent="-114300" algn="l">
            <a:defRPr sz="1500"/>
          </a:lvl3pPr>
          <a:lvl4pPr marL="342900" indent="-114300" algn="l">
            <a:defRPr sz="1500"/>
          </a:lvl4pPr>
          <a:lvl5pPr marL="457200" indent="-114300" algn="l">
            <a:defRPr sz="1500"/>
          </a:lvl5pPr>
          <a:lvl6pPr marL="571500" indent="-114300" algn="l">
            <a:defRPr sz="1500"/>
          </a:lvl6pPr>
          <a:lvl7pPr marL="685800" indent="-114300" algn="l">
            <a:defRPr sz="1500"/>
          </a:lvl7pPr>
          <a:lvl8pPr marL="800100" indent="-114300" algn="l">
            <a:defRPr sz="1500"/>
          </a:lvl8pPr>
          <a:lvl9pPr marL="914400" indent="-114300" algn="l">
            <a:defRPr sz="1500"/>
          </a:lvl9pPr>
        </a:lstStyle>
        <a:p>
          <a:pPr lvl="0">
            <a:lnSpc>
              <a:spcPct val="100000"/>
            </a:lnSpc>
            <a:spcBef>
              <a:spcPct val="0"/>
            </a:spcBef>
            <a:spcAft>
              <a:spcPct val="35000"/>
            </a:spcAft>
          </a:pPr>
          <a:r>
            <a:rPr lang="zh-CN" altLang="en-US" dirty="0" smtClean="0">
              <a:solidFill>
                <a:schemeClr val="tx1"/>
              </a:solidFill>
            </a:rPr>
            <a:t>超出本机关、本单位直接掌握范围</a:t>
          </a:r>
          <a:endParaRPr lang="zh-CN" altLang="en-US" dirty="0">
            <a:solidFill>
              <a:schemeClr val="tx1"/>
            </a:solidFill>
          </a:endParaRPr>
        </a:p>
      </dsp:txBody>
      <dsp:txXfrm>
        <a:off x="1769364" y="2027254"/>
        <a:ext cx="6460236" cy="471454"/>
      </dsp:txXfrm>
    </dsp:sp>
    <dsp:sp modelId="{21735364-7C1D-D343-B462-3D9BFEBDC661}">
      <dsp:nvSpPr>
        <dsp:cNvPr id="12" name="直接连接符 11"/>
        <dsp:cNvSpPr/>
      </dsp:nvSpPr>
      <dsp:spPr bwMode="white">
        <a:xfrm>
          <a:off x="1645920" y="2498709"/>
          <a:ext cx="6583680" cy="0"/>
        </a:xfrm>
        <a:prstGeom prst="line">
          <a:avLst/>
        </a:prstGeom>
      </dsp:spPr>
      <dsp:style>
        <a:lnRef idx="2">
          <a:schemeClr val="accent1">
            <a:tint val="50000"/>
          </a:schemeClr>
        </a:lnRef>
        <a:fillRef idx="1">
          <a:schemeClr val="accent1"/>
        </a:fillRef>
        <a:effectRef idx="1">
          <a:scrgbClr r="0" g="0" b="0"/>
        </a:effectRef>
        <a:fontRef idx="minor"/>
      </dsp:style>
      <dsp:txXfrm>
        <a:off x="1645920" y="2498709"/>
        <a:ext cx="6583680" cy="0"/>
      </dsp:txXfrm>
    </dsp:sp>
    <dsp:sp modelId="{A15D99F1-66AD-1E44-9F2A-5C663E2563D7}">
      <dsp:nvSpPr>
        <dsp:cNvPr id="13" name="矩形 12"/>
        <dsp:cNvSpPr/>
      </dsp:nvSpPr>
      <dsp:spPr bwMode="white">
        <a:xfrm>
          <a:off x="1769364" y="2522281"/>
          <a:ext cx="6460236" cy="47145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6200" tIns="76200" rIns="76200" bIns="76200" anchor="t"/>
        <a:lstStyle>
          <a:lvl1pPr algn="l">
            <a:defRPr sz="2000"/>
          </a:lvl1pPr>
          <a:lvl2pPr marL="114300" indent="-114300" algn="l">
            <a:defRPr sz="1500"/>
          </a:lvl2pPr>
          <a:lvl3pPr marL="228600" indent="-114300" algn="l">
            <a:defRPr sz="1500"/>
          </a:lvl3pPr>
          <a:lvl4pPr marL="342900" indent="-114300" algn="l">
            <a:defRPr sz="1500"/>
          </a:lvl4pPr>
          <a:lvl5pPr marL="457200" indent="-114300" algn="l">
            <a:defRPr sz="1500"/>
          </a:lvl5pPr>
          <a:lvl6pPr marL="571500" indent="-114300" algn="l">
            <a:defRPr sz="1500"/>
          </a:lvl6pPr>
          <a:lvl7pPr marL="685800" indent="-114300" algn="l">
            <a:defRPr sz="1500"/>
          </a:lvl7pPr>
          <a:lvl8pPr marL="800100" indent="-114300" algn="l">
            <a:defRPr sz="1500"/>
          </a:lvl8pPr>
          <a:lvl9pPr marL="914400" indent="-114300" algn="l">
            <a:defRPr sz="1500"/>
          </a:lvl9pPr>
        </a:lstStyle>
        <a:p>
          <a:pPr lvl="0">
            <a:lnSpc>
              <a:spcPct val="100000"/>
            </a:lnSpc>
            <a:spcBef>
              <a:spcPct val="0"/>
            </a:spcBef>
            <a:spcAft>
              <a:spcPct val="35000"/>
            </a:spcAft>
          </a:pPr>
          <a:r>
            <a:rPr lang="zh-CN" altLang="en-US" dirty="0" smtClean="0">
              <a:solidFill>
                <a:schemeClr val="tx1"/>
              </a:solidFill>
            </a:rPr>
            <a:t>无法列举知悉范围控制条件或无法预见知悉范围情形</a:t>
          </a:r>
          <a:endParaRPr lang="zh-CN" altLang="en-US" dirty="0">
            <a:solidFill>
              <a:schemeClr val="tx1"/>
            </a:solidFill>
          </a:endParaRPr>
        </a:p>
      </dsp:txBody>
      <dsp:txXfrm>
        <a:off x="1769364" y="2522281"/>
        <a:ext cx="6460236" cy="471454"/>
      </dsp:txXfrm>
    </dsp:sp>
    <dsp:sp modelId="{55B544CC-61CE-104C-96DB-69065EA5A5C1}">
      <dsp:nvSpPr>
        <dsp:cNvPr id="14" name="直接连接符 13"/>
        <dsp:cNvSpPr/>
      </dsp:nvSpPr>
      <dsp:spPr bwMode="white">
        <a:xfrm>
          <a:off x="1645920" y="2993736"/>
          <a:ext cx="6583680" cy="0"/>
        </a:xfrm>
        <a:prstGeom prst="line">
          <a:avLst/>
        </a:prstGeom>
      </dsp:spPr>
      <dsp:style>
        <a:lnRef idx="2">
          <a:schemeClr val="accent1">
            <a:tint val="50000"/>
          </a:schemeClr>
        </a:lnRef>
        <a:fillRef idx="1">
          <a:schemeClr val="accent1"/>
        </a:fillRef>
        <a:effectRef idx="1">
          <a:scrgbClr r="0" g="0" b="0"/>
        </a:effectRef>
        <a:fontRef idx="minor"/>
      </dsp:style>
      <dsp:txXfrm>
        <a:off x="1645920" y="2993736"/>
        <a:ext cx="6583680" cy="0"/>
      </dsp:txXfrm>
    </dsp:sp>
    <dsp:sp modelId="{A6E49130-963C-B344-8F84-7AD93AABF31E}">
      <dsp:nvSpPr>
        <dsp:cNvPr id="15" name="直接连接符 14"/>
        <dsp:cNvSpPr/>
      </dsp:nvSpPr>
      <dsp:spPr bwMode="white">
        <a:xfrm>
          <a:off x="0" y="3017309"/>
          <a:ext cx="8229600" cy="0"/>
        </a:xfrm>
        <a:prstGeom prst="line">
          <a:avLst/>
        </a:prstGeom>
      </dsp:spPr>
      <dsp:style>
        <a:lnRef idx="1">
          <a:schemeClr val="accent1"/>
        </a:lnRef>
        <a:fillRef idx="3">
          <a:schemeClr val="accent1"/>
        </a:fillRef>
        <a:effectRef idx="2">
          <a:scrgbClr r="0" g="0" b="0"/>
        </a:effectRef>
        <a:fontRef idx="minor">
          <a:schemeClr val="lt1"/>
        </a:fontRef>
      </dsp:style>
      <dsp:txXfrm>
        <a:off x="0" y="3017309"/>
        <a:ext cx="8229600" cy="0"/>
      </dsp:txXfrm>
    </dsp:sp>
    <dsp:sp modelId="{22A714EB-D1DA-524B-889C-112095473A4D}">
      <dsp:nvSpPr>
        <dsp:cNvPr id="16" name="矩形 15"/>
        <dsp:cNvSpPr/>
      </dsp:nvSpPr>
      <dsp:spPr bwMode="white">
        <a:xfrm>
          <a:off x="0" y="3017309"/>
          <a:ext cx="1645920" cy="150865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48590" tIns="148590" rIns="148590" bIns="148590" anchor="t"/>
        <a:lstStyle>
          <a:lvl1pPr algn="l">
            <a:defRPr sz="3900"/>
          </a:lvl1pPr>
          <a:lvl2pPr marL="285750" indent="-285750" algn="l">
            <a:defRPr sz="3000"/>
          </a:lvl2pPr>
          <a:lvl3pPr marL="571500" indent="-285750" algn="l">
            <a:defRPr sz="3000"/>
          </a:lvl3pPr>
          <a:lvl4pPr marL="857250" indent="-285750" algn="l">
            <a:defRPr sz="3000"/>
          </a:lvl4pPr>
          <a:lvl5pPr marL="1143000" indent="-285750" algn="l">
            <a:defRPr sz="3000"/>
          </a:lvl5pPr>
          <a:lvl6pPr marL="1428750" indent="-285750" algn="l">
            <a:defRPr sz="3000"/>
          </a:lvl6pPr>
          <a:lvl7pPr marL="1714500" indent="-285750" algn="l">
            <a:defRPr sz="3000"/>
          </a:lvl7pPr>
          <a:lvl8pPr marL="2000250" indent="-285750" algn="l">
            <a:defRPr sz="3000"/>
          </a:lvl8pPr>
          <a:lvl9pPr marL="2286000" indent="-285750" algn="l">
            <a:defRPr sz="3000"/>
          </a:lvl9pPr>
        </a:lstStyle>
        <a:p>
          <a:pPr lvl="0">
            <a:lnSpc>
              <a:spcPct val="100000"/>
            </a:lnSpc>
            <a:spcBef>
              <a:spcPct val="0"/>
            </a:spcBef>
            <a:spcAft>
              <a:spcPct val="35000"/>
            </a:spcAft>
          </a:pPr>
          <a:r>
            <a:rPr lang="zh-CN" altLang="en-US" dirty="0" smtClean="0">
              <a:solidFill>
                <a:schemeClr val="tx1"/>
              </a:solidFill>
            </a:rPr>
            <a:t>通知规范</a:t>
          </a:r>
          <a:endParaRPr lang="zh-CN" altLang="en-US" dirty="0">
            <a:solidFill>
              <a:schemeClr val="tx1"/>
            </a:solidFill>
          </a:endParaRPr>
        </a:p>
      </dsp:txBody>
      <dsp:txXfrm>
        <a:off x="0" y="3017309"/>
        <a:ext cx="1645920" cy="1508654"/>
      </dsp:txXfrm>
    </dsp:sp>
    <dsp:sp modelId="{C69996CD-CE9D-124D-A442-4A787749EC86}">
      <dsp:nvSpPr>
        <dsp:cNvPr id="17" name="矩形 16"/>
        <dsp:cNvSpPr/>
      </dsp:nvSpPr>
      <dsp:spPr bwMode="white">
        <a:xfrm>
          <a:off x="1769364" y="3085884"/>
          <a:ext cx="6460236" cy="1371504"/>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6200" tIns="76200" rIns="76200" bIns="76200" anchor="t"/>
        <a:lstStyle>
          <a:lvl1pPr algn="l">
            <a:defRPr sz="2000"/>
          </a:lvl1pPr>
          <a:lvl2pPr marL="114300" indent="-114300" algn="l">
            <a:defRPr sz="1500"/>
          </a:lvl2pPr>
          <a:lvl3pPr marL="228600" indent="-114300" algn="l">
            <a:defRPr sz="1500"/>
          </a:lvl3pPr>
          <a:lvl4pPr marL="342900" indent="-114300" algn="l">
            <a:defRPr sz="1500"/>
          </a:lvl4pPr>
          <a:lvl5pPr marL="457200" indent="-114300" algn="l">
            <a:defRPr sz="1500"/>
          </a:lvl5pPr>
          <a:lvl6pPr marL="571500" indent="-114300" algn="l">
            <a:defRPr sz="1500"/>
          </a:lvl6pPr>
          <a:lvl7pPr marL="685800" indent="-114300" algn="l">
            <a:defRPr sz="1500"/>
          </a:lvl7pPr>
          <a:lvl8pPr marL="800100" indent="-114300" algn="l">
            <a:defRPr sz="1500"/>
          </a:lvl8pPr>
          <a:lvl9pPr marL="914400" indent="-114300" algn="l">
            <a:defRPr sz="1500"/>
          </a:lvl9pPr>
        </a:lstStyle>
        <a:p>
          <a:pPr lvl="0">
            <a:lnSpc>
              <a:spcPct val="100000"/>
            </a:lnSpc>
            <a:spcBef>
              <a:spcPct val="0"/>
            </a:spcBef>
            <a:spcAft>
              <a:spcPct val="35000"/>
            </a:spcAft>
          </a:pPr>
          <a:r>
            <a:rPr lang="zh-CN" altLang="en-US" dirty="0" smtClean="0">
              <a:solidFill>
                <a:schemeClr val="tx1"/>
              </a:solidFill>
            </a:rPr>
            <a:t>随文标注式、另行通知式、定点阅读式、特别告知式、变更告知式、口头通知式</a:t>
          </a:r>
          <a:endParaRPr lang="zh-CN" altLang="en-US" dirty="0">
            <a:solidFill>
              <a:schemeClr val="tx1"/>
            </a:solidFill>
          </a:endParaRPr>
        </a:p>
      </dsp:txBody>
      <dsp:txXfrm>
        <a:off x="1769364" y="3085884"/>
        <a:ext cx="6460236" cy="1371504"/>
      </dsp:txXfrm>
    </dsp:sp>
    <dsp:sp modelId="{CB736E7B-0734-7A42-B78C-F007CAA71FEB}">
      <dsp:nvSpPr>
        <dsp:cNvPr id="18" name="直接连接符 17"/>
        <dsp:cNvSpPr/>
      </dsp:nvSpPr>
      <dsp:spPr bwMode="white">
        <a:xfrm>
          <a:off x="1645920" y="4457388"/>
          <a:ext cx="6583680" cy="0"/>
        </a:xfrm>
        <a:prstGeom prst="line">
          <a:avLst/>
        </a:prstGeom>
      </dsp:spPr>
      <dsp:style>
        <a:lnRef idx="2">
          <a:schemeClr val="accent1">
            <a:tint val="50000"/>
          </a:schemeClr>
        </a:lnRef>
        <a:fillRef idx="1">
          <a:schemeClr val="accent1"/>
        </a:fillRef>
        <a:effectRef idx="1">
          <a:scrgbClr r="0" g="0" b="0"/>
        </a:effectRef>
        <a:fontRef idx="minor"/>
      </dsp:style>
      <dsp:txXfrm>
        <a:off x="1645920" y="4457388"/>
        <a:ext cx="6583680" cy="0"/>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Sty" val="arr"/>
              <dgm:param type="endSty" val="noArr"/>
              <dgm:param type="begPts" val="auto"/>
              <dgm:param type="endPts" val="ct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target1">
  <dgm:title val=""/>
  <dgm:desc val=""/>
  <dgm:catLst>
    <dgm:cat type="relationship" pri="25000"/>
    <dgm:cat type="convert" pri="2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resizeHandles val="exact"/>
    </dgm:varLst>
    <dgm:alg type="composite">
      <dgm:param type="ar" val="1.25"/>
    </dgm:alg>
    <dgm:shape xmlns:r="http://schemas.openxmlformats.org/officeDocument/2006/relationships" r:blip="">
      <dgm:adjLst/>
    </dgm:shape>
    <dgm:presOf/>
    <dgm:choose name="Name0">
      <dgm:if name="Name1" func="var" arg="dir" op="equ" val="norm">
        <dgm:choose name="Name2">
          <dgm:if name="Name3" axis="ch" ptType="node" func="cnt" op="equ" val="0">
            <dgm:constrLst/>
          </dgm:if>
          <dgm:if name="Name4"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r" for="ch" forName="line1" refType="l" refFor="ch" refForName="text1"/>
              <dgm:constr type="h" for="ch" forName="line1"/>
              <dgm:constr type="l" for="ch" forName="d1" refType="w" fact="0.3"/>
              <dgm:constr type="b" for="ch" forName="d1" refType="h" fact="0.625"/>
              <dgm:constr type="w" for="ch" forName="d1" refType="w" fact="0.32475"/>
              <dgm:constr type="h" for="ch" forName="d1" refType="h" fact="0.469"/>
            </dgm:constrLst>
          </dgm:if>
          <dgm:if name="Name5"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312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44325"/>
              <dgm:constr type="b" for="ch" forName="d2" refType="h" fact="0.7975"/>
              <dgm:constr type="w" for="ch" forName="d2" refType="w" fact="0.1815"/>
              <dgm:constr type="h" for="ch" forName="d2" refType="h" fact="0.3283"/>
            </dgm:constrLst>
          </dgm:if>
          <dgm:if name="Name6"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2187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2187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86"/>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7175"/>
              <dgm:constr type="b" for="ch" forName="d3" refType="h" fact="0.83375"/>
              <dgm:constr type="w" for="ch" forName="d3" refType="w" fact="0.1527"/>
              <dgm:constr type="h" for="ch" forName="d3" refType="h" fact="0.287"/>
            </dgm:constrLst>
          </dgm:if>
          <dgm:if name="Name7"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7938"/>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29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7938"/>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662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25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r" for="ch" forName="text4" refType="w"/>
              <dgm:constr type="t" for="ch" forName="text4" refType="b" refFor="ch" refForName="text3"/>
              <dgm:constr type="l" for="ch" forName="line4" refType="w" fact="0.625"/>
              <dgm:constr type="ctrY" for="ch" forName="line4" refType="ctrY" refFor="ch" refForName="text4"/>
              <dgm:constr type="w" for="ch" forName="line4" refType="w" fact="0.075"/>
              <dgm:constr type="h" for="ch" forName="line4"/>
              <dgm:constr type="l" for="ch" forName="d4" refType="w" fact="0.48525"/>
              <dgm:constr type="b" for="ch" forName="d4" refType="h" fact="0.85594"/>
              <dgm:constr type="w" for="ch" forName="d4" refType="w" fact="0.1394"/>
              <dgm:constr type="h" for="ch" forName="d4" refType="h" fact="0.2282"/>
            </dgm:constrLst>
          </dgm:if>
          <dgm:if name="Name8"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324"/>
              <dgm:constr type="r" for="ch" forName="text1" refType="w"/>
              <dgm:constr type="ctrY" for="ch" forName="text1" refType="h" fact="0.13"/>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324"/>
              <dgm:constr type="r" for="ch" forName="text2" refType="w"/>
              <dgm:constr type="ctrY" for="ch" forName="text2" refType="h" fact="0.27"/>
              <dgm:constr type="l" for="ch" forName="line2" refType="w" fact="0.625"/>
              <dgm:constr type="ctrY" for="ch" forName="line2" refType="ctrY" refFor="ch" refForName="text2"/>
              <dgm:constr type="w" for="ch" forName="line2" refType="w" fact="0.075"/>
              <dgm:constr type="h" for="ch" forName="line2"/>
              <dgm:constr type="l" for="ch" forName="d2" refType="w" fact="0.3498"/>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r" for="ch" forName="text3" refType="w"/>
              <dgm:constr type="ctrY" for="ch" forName="text3" refType="h" fact="0.41"/>
              <dgm:constr type="l" for="ch" forName="line3" refType="w" fact="0.625"/>
              <dgm:constr type="ctrY" for="ch" forName="line3" refType="ctrY" refFor="ch" refForName="text3"/>
              <dgm:constr type="w" for="ch" forName="line3" refType="w" fact="0.075"/>
              <dgm:constr type="h" for="ch" forName="line3"/>
              <dgm:constr type="l" for="ch" forName="d3" refType="w" fact="0.394"/>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r" for="ch" forName="text4" refType="w"/>
              <dgm:constr type="ctrY" for="ch" forName="text4" refType="h" fact="0.547"/>
              <dgm:constr type="l" for="ch" forName="line4" refType="w" fact="0.625"/>
              <dgm:constr type="ctrY" for="ch" forName="line4" refType="ctrY" refFor="ch" refForName="text4"/>
              <dgm:constr type="w" for="ch" forName="line4" refType="w" fact="0.075"/>
              <dgm:constr type="h" for="ch" forName="line4"/>
              <dgm:constr type="l" for="ch" forName="d4" refType="w" fact="0.446"/>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r" for="ch" forName="text5" refType="w"/>
              <dgm:constr type="ctrY" for="ch" forName="text5" refType="h" fact="0.68"/>
              <dgm:constr type="l" for="ch" forName="line5" refType="w" fact="0.625"/>
              <dgm:constr type="ctrY" for="ch" forName="line5" refType="ctrY" refFor="ch" refForName="text5"/>
              <dgm:constr type="w" for="ch" forName="line5" refType="w" fact="0.075"/>
              <dgm:constr type="h" for="ch" forName="line5"/>
              <dgm:constr type="l" for="ch" forName="d5" refType="w" fact="0.495"/>
              <dgm:constr type="b" for="ch" forName="d5" refType="h" fact="0.855"/>
              <dgm:constr type="w" for="ch" forName="d5" refType="w" fact="0.13"/>
              <dgm:constr type="h" for="ch" forName="d5" refType="h" fact="0.175"/>
            </dgm:constrLst>
          </dgm:if>
          <dgm:else name="Name9"/>
        </dgm:choose>
      </dgm:if>
      <dgm:else name="Name10">
        <dgm:choose name="Name11">
          <dgm:if name="Name12" axis="ch" ptType="node" func="cnt" op="equ" val="0">
            <dgm:constrLst/>
          </dgm:if>
          <dgm:if name="Name13"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Lst>
          </dgm:if>
          <dgm:if name="Name14"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312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55675"/>
              <dgm:constr type="b" for="ch" forName="d2" refType="h" fact="0.7975"/>
              <dgm:constr type="w" for="ch" forName="d2" refType="w" fact="0.1815"/>
              <dgm:constr type="h" for="ch" forName="d2" refType="h" fact="0.3283"/>
            </dgm:constrLst>
          </dgm:if>
          <dgm:if name="Name15"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2187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2187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14"/>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2825"/>
              <dgm:constr type="b" for="ch" forName="d3" refType="h" fact="0.83375"/>
              <dgm:constr type="w" for="ch" forName="d3" refType="w" fact="0.1527"/>
              <dgm:constr type="h" for="ch" forName="d3" refType="h" fact="0.287"/>
            </dgm:constrLst>
          </dgm:if>
          <dgm:if name="Name16"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7938"/>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0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7938"/>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337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74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l" for="ch" forName="text4"/>
              <dgm:constr type="t" for="ch" forName="text4" refType="b" refFor="ch" refForName="text3"/>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1475"/>
              <dgm:constr type="b" for="ch" forName="d4" refType="h" fact="0.85594"/>
              <dgm:constr type="w" for="ch" forName="d4" refType="w" fact="0.1394"/>
              <dgm:constr type="h" for="ch" forName="d4" refType="h" fact="0.2282"/>
            </dgm:constrLst>
          </dgm:if>
          <dgm:if name="Name17"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324"/>
              <dgm:constr type="l" for="ch" forName="text1"/>
              <dgm:constr type="ctrY" for="ch" forName="text1" refType="h" fact="0.13"/>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324"/>
              <dgm:constr type="l" for="ch" forName="text2"/>
              <dgm:constr type="ctrY" for="ch" forName="text2" refType="h" fact="0.27"/>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502"/>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l" for="ch" forName="text3"/>
              <dgm:constr type="ctrY" for="ch" forName="text3" refType="h" fact="0.41"/>
              <dgm:constr type="l" for="ch" forName="line3" refType="r" refFor="ch" refForName="text3"/>
              <dgm:constr type="ctrY" for="ch" forName="line3" refType="ctrY" refFor="ch" refForName="text3"/>
              <dgm:constr type="r" for="ch" forName="line3" refType="w" fact="0.375"/>
              <dgm:constr type="h" for="ch" forName="line3"/>
              <dgm:constr type="r" for="ch" forName="d3" refType="w" fact="0.606"/>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l" for="ch" forName="text4"/>
              <dgm:constr type="ctrY" for="ch" forName="text4" refType="h" fact="0.547"/>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54"/>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l" for="ch" forName="text5"/>
              <dgm:constr type="ctrY" for="ch" forName="text5" refType="h" fact="0.68"/>
              <dgm:constr type="l" for="ch" forName="line5" refType="r" refFor="ch" refForName="text5"/>
              <dgm:constr type="ctrY" for="ch" forName="line5" refType="ctrY" refFor="ch" refForName="text5"/>
              <dgm:constr type="r" for="ch" forName="line5" refType="w" fact="0.375"/>
              <dgm:constr type="h" for="ch" forName="line5"/>
              <dgm:constr type="r" for="ch" forName="d5" refType="w" fact="0.505"/>
              <dgm:constr type="b" for="ch" forName="d5" refType="h" fact="0.855"/>
              <dgm:constr type="w" for="ch" forName="d5" refType="w" fact="0.13"/>
              <dgm:constr type="h" for="ch" forName="d5" refType="h" fact="0.175"/>
            </dgm:constrLst>
          </dgm:if>
          <dgm:else name="Name18"/>
        </dgm:choose>
      </dgm:else>
    </dgm:choose>
    <dgm:ruleLst/>
    <dgm:forEach name="Name19" axis="ch" ptType="node" cnt="1">
      <dgm:layoutNode name="circle1" styleLbl="lnNode1">
        <dgm:alg type="sp"/>
        <dgm:shape xmlns:r="http://schemas.openxmlformats.org/officeDocument/2006/relationships" type="ellipse" r:blip="">
          <dgm:adjLst/>
        </dgm:shape>
        <dgm:presOf/>
        <dgm:constrLst/>
        <dgm:ruleLst/>
      </dgm:layoutNode>
      <dgm:layoutNode name="text1" styleLbl="revTx">
        <dgm:varLst>
          <dgm:bulletEnabled val="1"/>
        </dgm:varLst>
        <dgm:choose name="Name20">
          <dgm:if name="Name21" func="var" arg="dir" op="equ" val="norm">
            <dgm:choose name="Name22">
              <dgm:if name="Name23" axis="root des" ptType="all node" func="maxDepth" op="gt" val="1">
                <dgm:alg type="tx">
                  <dgm:param type="parTxLTRAlign" val="l"/>
                  <dgm:param type="parTxRTLAlign" val="r"/>
                </dgm:alg>
              </dgm:if>
              <dgm:else name="Name24">
                <dgm:alg type="tx">
                  <dgm:param type="parTxLTRAlign" val="l"/>
                  <dgm:param type="parTxRTLAlign" val="l"/>
                </dgm:alg>
              </dgm:else>
            </dgm:choose>
          </dgm:if>
          <dgm:else name="Name25">
            <dgm:choose name="Name26">
              <dgm:if name="Name27" axis="root des" ptType="all node" func="maxDepth" op="gt" val="1">
                <dgm:alg type="tx">
                  <dgm:param type="parTxLTRAlign" val="l"/>
                  <dgm:param type="parTxRTLAlign" val="r"/>
                </dgm:alg>
              </dgm:if>
              <dgm:else name="Name28">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29">
          <dgm:if name="Name30" func="var" arg="dir" op="equ" val="norm">
            <dgm:constrLst>
              <dgm:constr type="tMarg" refType="primFontSz" fact="0.1"/>
              <dgm:constr type="bMarg" refType="primFontSz" fact="0.1"/>
              <dgm:constr type="rMarg" refType="primFontSz" fact="0.1"/>
            </dgm:constrLst>
          </dgm:if>
          <dgm:else name="Name31">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1" styleLbl="callout">
        <dgm:alg type="sp"/>
        <dgm:shape xmlns:r="http://schemas.openxmlformats.org/officeDocument/2006/relationships" type="line" r:blip="">
          <dgm:adjLst/>
        </dgm:shape>
        <dgm:presOf/>
        <dgm:constrLst/>
        <dgm:ruleLst/>
      </dgm:layoutNode>
      <dgm:layoutNode name="d1" styleLbl="callout">
        <dgm:alg type="sp"/>
        <dgm:choose name="Name32">
          <dgm:if name="Name33" func="var" arg="dir" op="equ" val="norm">
            <dgm:shape xmlns:r="http://schemas.openxmlformats.org/officeDocument/2006/relationships" type="line" r:blip="" rot="90">
              <dgm:adjLst/>
            </dgm:shape>
          </dgm:if>
          <dgm:else name="Name34">
            <dgm:shape xmlns:r="http://schemas.openxmlformats.org/officeDocument/2006/relationships" type="line" r:blip="" rot="180">
              <dgm:adjLst/>
            </dgm:shape>
          </dgm:else>
        </dgm:choose>
        <dgm:presOf/>
        <dgm:constrLst/>
        <dgm:ruleLst/>
      </dgm:layoutNode>
    </dgm:forEach>
    <dgm:forEach name="Name35" axis="ch" ptType="node" st="2" cnt="1">
      <dgm:layoutNode name="circle2" styleLbl="lnNode1">
        <dgm:alg type="sp"/>
        <dgm:shape xmlns:r="http://schemas.openxmlformats.org/officeDocument/2006/relationships" type="ellipse" r:blip="" zOrderOff="-5">
          <dgm:adjLst/>
        </dgm:shape>
        <dgm:presOf/>
        <dgm:constrLst/>
        <dgm:ruleLst/>
      </dgm:layoutNode>
      <dgm:layoutNode name="text2" styleLbl="revTx">
        <dgm:varLst>
          <dgm:bulletEnabled val="1"/>
        </dgm:varLst>
        <dgm:choose name="Name36">
          <dgm:if name="Name37" func="var" arg="dir" op="equ" val="norm">
            <dgm:choose name="Name38">
              <dgm:if name="Name39" axis="root des" ptType="all node" func="maxDepth" op="gt" val="1">
                <dgm:alg type="tx">
                  <dgm:param type="parTxLTRAlign" val="l"/>
                  <dgm:param type="parTxRTLAlign" val="r"/>
                </dgm:alg>
              </dgm:if>
              <dgm:else name="Name40">
                <dgm:alg type="tx">
                  <dgm:param type="parTxLTRAlign" val="l"/>
                  <dgm:param type="parTxRTLAlign" val="l"/>
                </dgm:alg>
              </dgm:else>
            </dgm:choose>
          </dgm:if>
          <dgm:else name="Name41">
            <dgm:choose name="Name42">
              <dgm:if name="Name43" axis="root des" ptType="all node" func="maxDepth" op="gt" val="1">
                <dgm:alg type="tx">
                  <dgm:param type="parTxLTRAlign" val="l"/>
                  <dgm:param type="parTxRTLAlign" val="r"/>
                </dgm:alg>
              </dgm:if>
              <dgm:else name="Name44">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45">
          <dgm:if name="Name46" func="var" arg="dir" op="equ" val="norm">
            <dgm:constrLst>
              <dgm:constr type="tMarg" refType="primFontSz" fact="0.1"/>
              <dgm:constr type="bMarg" refType="primFontSz" fact="0.1"/>
              <dgm:constr type="rMarg" refType="primFontSz" fact="0.1"/>
            </dgm:constrLst>
          </dgm:if>
          <dgm:else name="Name47">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2" styleLbl="callout">
        <dgm:alg type="sp"/>
        <dgm:shape xmlns:r="http://schemas.openxmlformats.org/officeDocument/2006/relationships" type="line" r:blip="">
          <dgm:adjLst/>
        </dgm:shape>
        <dgm:presOf/>
        <dgm:constrLst/>
        <dgm:ruleLst/>
      </dgm:layoutNode>
      <dgm:layoutNode name="d2" styleLbl="callout">
        <dgm:alg type="sp"/>
        <dgm:choose name="Name48">
          <dgm:if name="Name49" func="var" arg="dir" op="equ" val="norm">
            <dgm:shape xmlns:r="http://schemas.openxmlformats.org/officeDocument/2006/relationships" type="line" r:blip="" rot="90">
              <dgm:adjLst/>
            </dgm:shape>
          </dgm:if>
          <dgm:else name="Name50">
            <dgm:shape xmlns:r="http://schemas.openxmlformats.org/officeDocument/2006/relationships" type="line" r:blip="" rot="180">
              <dgm:adjLst/>
            </dgm:shape>
          </dgm:else>
        </dgm:choose>
        <dgm:presOf/>
        <dgm:constrLst/>
        <dgm:ruleLst/>
      </dgm:layoutNode>
    </dgm:forEach>
    <dgm:forEach name="Name51" axis="ch" ptType="node" st="3" cnt="1">
      <dgm:layoutNode name="circle3" styleLbl="lnNode1">
        <dgm:alg type="sp"/>
        <dgm:shape xmlns:r="http://schemas.openxmlformats.org/officeDocument/2006/relationships" type="ellipse" r:blip="" zOrderOff="-10">
          <dgm:adjLst/>
        </dgm:shape>
        <dgm:presOf/>
        <dgm:constrLst/>
        <dgm:ruleLst/>
      </dgm:layoutNode>
      <dgm:layoutNode name="text3" styleLbl="revTx">
        <dgm:varLst>
          <dgm:bulletEnabled val="1"/>
        </dgm:varLst>
        <dgm:choose name="Name52">
          <dgm:if name="Name53" func="var" arg="dir" op="equ" val="norm">
            <dgm:choose name="Name54">
              <dgm:if name="Name55" axis="root des" ptType="all node" func="maxDepth" op="gt" val="1">
                <dgm:alg type="tx">
                  <dgm:param type="parTxLTRAlign" val="l"/>
                  <dgm:param type="parTxRTLAlign" val="r"/>
                </dgm:alg>
              </dgm:if>
              <dgm:else name="Name56">
                <dgm:alg type="tx">
                  <dgm:param type="parTxLTRAlign" val="l"/>
                  <dgm:param type="parTxRTLAlign" val="l"/>
                </dgm:alg>
              </dgm:else>
            </dgm:choose>
          </dgm:if>
          <dgm:else name="Name57">
            <dgm:choose name="Name58">
              <dgm:if name="Name59" axis="root des" ptType="all node" func="maxDepth" op="gt" val="1">
                <dgm:alg type="tx">
                  <dgm:param type="parTxLTRAlign" val="l"/>
                  <dgm:param type="parTxRTLAlign" val="r"/>
                </dgm:alg>
              </dgm:if>
              <dgm:else name="Name60">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61">
          <dgm:if name="Name62" func="var" arg="dir" op="equ" val="norm">
            <dgm:constrLst>
              <dgm:constr type="tMarg" refType="primFontSz" fact="0.1"/>
              <dgm:constr type="bMarg" refType="primFontSz" fact="0.1"/>
              <dgm:constr type="rMarg" refType="primFontSz" fact="0.1"/>
            </dgm:constrLst>
          </dgm:if>
          <dgm:else name="Name63">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3" styleLbl="callout">
        <dgm:alg type="sp"/>
        <dgm:shape xmlns:r="http://schemas.openxmlformats.org/officeDocument/2006/relationships" type="line" r:blip="">
          <dgm:adjLst/>
        </dgm:shape>
        <dgm:presOf/>
        <dgm:constrLst/>
        <dgm:ruleLst/>
      </dgm:layoutNode>
      <dgm:layoutNode name="d3" styleLbl="callout">
        <dgm:alg type="sp"/>
        <dgm:choose name="Name64">
          <dgm:if name="Name65" func="var" arg="dir" op="equ" val="norm">
            <dgm:shape xmlns:r="http://schemas.openxmlformats.org/officeDocument/2006/relationships" type="line" r:blip="" rot="90">
              <dgm:adjLst/>
            </dgm:shape>
          </dgm:if>
          <dgm:else name="Name66">
            <dgm:shape xmlns:r="http://schemas.openxmlformats.org/officeDocument/2006/relationships" type="line" r:blip="" rot="180">
              <dgm:adjLst/>
            </dgm:shape>
          </dgm:else>
        </dgm:choose>
        <dgm:presOf/>
        <dgm:constrLst/>
        <dgm:ruleLst/>
      </dgm:layoutNode>
    </dgm:forEach>
    <dgm:forEach name="Name67" axis="ch" ptType="node" st="4" cnt="1">
      <dgm:layoutNode name="circle4" styleLbl="lnNode1">
        <dgm:alg type="sp"/>
        <dgm:shape xmlns:r="http://schemas.openxmlformats.org/officeDocument/2006/relationships" type="ellipse" r:blip="" zOrderOff="-15">
          <dgm:adjLst/>
        </dgm:shape>
        <dgm:presOf/>
        <dgm:constrLst/>
        <dgm:ruleLst/>
      </dgm:layoutNode>
      <dgm:layoutNode name="text4" styleLbl="revTx">
        <dgm:varLst>
          <dgm:bulletEnabled val="1"/>
        </dgm:varLst>
        <dgm:choose name="Name68">
          <dgm:if name="Name69" func="var" arg="dir" op="equ" val="norm">
            <dgm:choose name="Name70">
              <dgm:if name="Name71" axis="root des" ptType="all node" func="maxDepth" op="gt" val="1">
                <dgm:alg type="tx">
                  <dgm:param type="parTxLTRAlign" val="l"/>
                  <dgm:param type="parTxRTLAlign" val="r"/>
                </dgm:alg>
              </dgm:if>
              <dgm:else name="Name72">
                <dgm:alg type="tx">
                  <dgm:param type="parTxLTRAlign" val="l"/>
                  <dgm:param type="parTxRTLAlign" val="l"/>
                </dgm:alg>
              </dgm:else>
            </dgm:choose>
          </dgm:if>
          <dgm:else name="Name73">
            <dgm:choose name="Name74">
              <dgm:if name="Name75" axis="root des" ptType="all node" func="maxDepth" op="gt" val="1">
                <dgm:alg type="tx">
                  <dgm:param type="parTxLTRAlign" val="l"/>
                  <dgm:param type="parTxRTLAlign" val="r"/>
                </dgm:alg>
              </dgm:if>
              <dgm:else name="Name76">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77">
          <dgm:if name="Name78" func="var" arg="dir" op="equ" val="norm">
            <dgm:constrLst>
              <dgm:constr type="tMarg" refType="primFontSz" fact="0.1"/>
              <dgm:constr type="bMarg" refType="primFontSz" fact="0.1"/>
              <dgm:constr type="rMarg" refType="primFontSz" fact="0.1"/>
            </dgm:constrLst>
          </dgm:if>
          <dgm:else name="Name79">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4" styleLbl="callout">
        <dgm:alg type="sp"/>
        <dgm:shape xmlns:r="http://schemas.openxmlformats.org/officeDocument/2006/relationships" type="line" r:blip="">
          <dgm:adjLst/>
        </dgm:shape>
        <dgm:presOf/>
        <dgm:constrLst/>
        <dgm:ruleLst/>
      </dgm:layoutNode>
      <dgm:layoutNode name="d4" styleLbl="callout">
        <dgm:alg type="sp"/>
        <dgm:choose name="Name80">
          <dgm:if name="Name81" func="var" arg="dir" op="equ" val="norm">
            <dgm:shape xmlns:r="http://schemas.openxmlformats.org/officeDocument/2006/relationships" type="line" r:blip="" rot="90">
              <dgm:adjLst/>
            </dgm:shape>
          </dgm:if>
          <dgm:else name="Name82">
            <dgm:shape xmlns:r="http://schemas.openxmlformats.org/officeDocument/2006/relationships" type="line" r:blip="" rot="180">
              <dgm:adjLst/>
            </dgm:shape>
          </dgm:else>
        </dgm:choose>
        <dgm:presOf/>
        <dgm:constrLst/>
        <dgm:ruleLst/>
      </dgm:layoutNode>
    </dgm:forEach>
    <dgm:forEach name="Name83" axis="ch" ptType="node" st="5" cnt="1">
      <dgm:layoutNode name="circle5" styleLbl="lnNode1">
        <dgm:alg type="sp"/>
        <dgm:shape xmlns:r="http://schemas.openxmlformats.org/officeDocument/2006/relationships" type="ellipse" r:blip="" zOrderOff="-20">
          <dgm:adjLst/>
        </dgm:shape>
        <dgm:presOf/>
        <dgm:constrLst/>
        <dgm:ruleLst/>
      </dgm:layoutNode>
      <dgm:layoutNode name="text5"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alg>
              </dgm:if>
              <dgm:else name="Name88">
                <dgm:alg type="tx">
                  <dgm:param type="parTxLTRAlign" val="l"/>
                  <dgm:param type="parTxRTLAlign" val="l"/>
                </dgm:alg>
              </dgm:else>
            </dgm:choose>
          </dgm:if>
          <dgm:else name="Name89">
            <dgm:choose name="Name90">
              <dgm:if name="Name91" axis="root des" ptType="all node" func="maxDepth" op="gt" val="1">
                <dgm:alg type="tx">
                  <dgm:param type="parTxLTRAlign" val="l"/>
                  <dgm:param type="parTxRTLAlign" val="r"/>
                </dgm:alg>
              </dgm:if>
              <dgm:else name="Name92">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tMarg" refType="primFontSz" fact="0.1"/>
              <dgm:constr type="bMarg" refType="primFontSz" fact="0.1"/>
              <dgm:constr type="rMarg" refType="primFontSz" fact="0.1"/>
            </dgm:constrLst>
          </dgm:if>
          <dgm:else name="Name95">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5" styleLbl="callout">
        <dgm:alg type="sp"/>
        <dgm:shape xmlns:r="http://schemas.openxmlformats.org/officeDocument/2006/relationships" type="line" r:blip="">
          <dgm:adjLst/>
        </dgm:shape>
        <dgm:presOf/>
        <dgm:constrLst/>
        <dgm:ruleLst/>
      </dgm:layoutNode>
      <dgm:layoutNode name="d5" styleLbl="callout">
        <dgm:alg type="sp"/>
        <dgm:choose name="Name96">
          <dgm:if name="Name97" func="var" arg="dir" op="equ" val="norm">
            <dgm:shape xmlns:r="http://schemas.openxmlformats.org/officeDocument/2006/relationships" type="line" r:blip="" rot="90">
              <dgm:adjLst/>
            </dgm:shape>
          </dgm:if>
          <dgm:else name="Name98">
            <dgm:shape xmlns:r="http://schemas.openxmlformats.org/officeDocument/2006/relationships" type="line" r:blip="" rot="180">
              <dgm:adjLst/>
            </dgm:shape>
          </dgm:else>
        </dgm:choose>
        <dgm:presOf/>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type="round2SameRect" r:blip="" rot="90">
                    <dgm:adjLst/>
                  </dgm:shape>
                </dgm:if>
                <dgm:else name="Name12">
                  <dgm:shape xmlns:r="http://schemas.openxmlformats.org/officeDocument/2006/relationships" type="round2SameRect" r:blip="" rot="-90">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tL"/>
          <dgm:param type="flowDir" val="row"/>
        </dgm:alg>
      </dgm:if>
      <dgm:else name="Name2">
        <dgm:alg type="snake">
          <dgm:param type="bkpt" val="fixed"/>
          <dgm:param type="bkPtFixedVal" val="1"/>
          <dgm:param type="off" val="off"/>
          <dgm:param type="grDir" val="tR"/>
          <dgm:param type="flowDir" val="row"/>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type="bentUpArrow" r:blip="" rot="90">
                    <dgm:adjLst>
                      <dgm:adj idx="1" val="0.3284"/>
                      <dgm:adj idx="2" val="0.25"/>
                      <dgm:adj idx="3" val="0.3578"/>
                    </dgm:adjLst>
                  </dgm:shape>
                </dgm:if>
                <dgm:else name="Name13">
                  <dgm:shape xmlns:r="http://schemas.openxmlformats.org/officeDocument/2006/relationships" type="bentArrow" r:blip="" rot="180">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vertAlign" val="none"/>
      <dgm:param type="horz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type="mathMinus" r:blip="" rot="-5">
                <dgm:adjLst/>
              </dgm:shape>
            </dgm:if>
            <dgm:else name="Name13">
              <dgm:shape xmlns:r="http://schemas.openxmlformats.org/officeDocument/2006/relationships" type="mathMinus" r:blip="" rot="5">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ar" val="2.5"/>
      <dgm:param type="vertAlign" val="mid"/>
      <dgm:param type="horzAlign" val="ctr"/>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9.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Sty" val="arr"/>
                    <dgm:param type="endSty" val="arr"/>
                    <dgm:param type="begPts" val="radial"/>
                    <dgm:param type="endPts" val="radial"/>
                  </dgm:alg>
                </dgm:if>
                <dgm:else name="Name8">
                  <dgm:alg type="conn">
                    <dgm:param type="begSty" val="arr"/>
                    <dgm:param type="endSty" val="arr"/>
                    <dgm:param type="begPts" val="auto"/>
                    <dgm:param type="endPts" val="auto"/>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parTxLTRAlign" val="r"/>
                    <dgm:param type="parTxRTLAlign" val="r"/>
                    <dgm:param type="txAnchorVert" val="t"/>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parTxLTRAlign" val="l"/>
                            <dgm:param type="parTxRTLAlign" val="r"/>
                            <dgm:param type="txAnchorVert" val="t"/>
                          </dgm:alg>
                        </dgm:if>
                        <dgm:else name="Name15">
                          <dgm:alg type="tx">
                            <dgm:param type="parTxLTRAlign" val="l"/>
                            <dgm:param type="parTxRTLAlign" val="l"/>
                            <dgm:param type="txAnchorVert" val="t"/>
                          </dgm:alg>
                        </dgm:else>
                      </dgm:choose>
                    </dgm:if>
                    <dgm:else name="Name16">
                      <dgm:choose name="Name17">
                        <dgm:if name="Name18" axis="root des" ptType="all node" func="maxDepth" op="gt" val="1">
                          <dgm:alg type="tx">
                            <dgm:param type="parTxLTRAlign" val="l"/>
                            <dgm:param type="parTxRTLAlign" val="r"/>
                            <dgm:param type="txAnchorVertCh" val="b"/>
                            <dgm:param type="txAnchorVert" val="b"/>
                          </dgm:alg>
                        </dgm:if>
                        <dgm:else name="Name19">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parTxLTRAlign" val="l"/>
                            <dgm:param type="parTxRTLAlign" val="r"/>
                            <dgm:param type="txAnchorVert" val="t"/>
                          </dgm:alg>
                        </dgm:if>
                        <dgm:else name="Name28">
                          <dgm:alg type="tx">
                            <dgm:param type="parTxLTRAlign" val="l"/>
                            <dgm:param type="parTxRTLAlign" val="l"/>
                            <dgm:param type="txAnchorVert" val="t"/>
                          </dgm:alg>
                        </dgm:else>
                      </dgm:choose>
                    </dgm:if>
                    <dgm:else name="Name29">
                      <dgm:choose name="Name30">
                        <dgm:if name="Name31" axis="root des" ptType="all node" func="maxDepth" op="gt" val="1">
                          <dgm:alg type="tx">
                            <dgm:param type="parTxLTRAlign" val="l"/>
                            <dgm:param type="parTxRTLAlign" val="r"/>
                            <dgm:param type="txAnchorVertCh" val="b"/>
                            <dgm:param type="txAnchorVert" val="b"/>
                          </dgm:alg>
                        </dgm:if>
                        <dgm:else name="Name3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parTxLTRAlign" val="l"/>
                            <dgm:param type="parTxRTLAlign" val="r"/>
                            <dgm:param type="txAnchorVert" val="t"/>
                          </dgm:alg>
                        </dgm:if>
                        <dgm:else name="Name45">
                          <dgm:alg type="tx">
                            <dgm:param type="parTxLTRAlign" val="l"/>
                            <dgm:param type="parTxRTLAlign" val="l"/>
                            <dgm:param type="txAnchorVert" val="t"/>
                          </dgm:alg>
                        </dgm:else>
                      </dgm:choose>
                    </dgm:if>
                    <dgm:else name="Name46">
                      <dgm:choose name="Name47">
                        <dgm:if name="Name48" axis="root des" ptType="all node" func="maxDepth" op="gt" val="1">
                          <dgm:alg type="tx">
                            <dgm:param type="parTxLTRAlign" val="l"/>
                            <dgm:param type="parTxRTLAlign" val="r"/>
                            <dgm:param type="txAnchorVertCh" val="b"/>
                            <dgm:param type="txAnchorVert" val="b"/>
                          </dgm:alg>
                        </dgm:if>
                        <dgm:else name="Name49">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parTxLTRAlign" val="l"/>
                            <dgm:param type="parTxRTLAlign" val="r"/>
                            <dgm:param type="txAnchorVert" val="t"/>
                          </dgm:alg>
                        </dgm:if>
                        <dgm:else name="Name58">
                          <dgm:alg type="tx">
                            <dgm:param type="parTxLTRAlign" val="l"/>
                            <dgm:param type="parTxRTLAlign" val="l"/>
                            <dgm:param type="txAnchorVert" val="t"/>
                          </dgm:alg>
                        </dgm:else>
                      </dgm:choose>
                    </dgm:if>
                    <dgm:else name="Name59">
                      <dgm:choose name="Name60">
                        <dgm:if name="Name61" axis="root des" ptType="all node" func="maxDepth" op="gt" val="1">
                          <dgm:alg type="tx">
                            <dgm:param type="parTxLTRAlign" val="l"/>
                            <dgm:param type="parTxRTLAlign" val="r"/>
                            <dgm:param type="txAnchorVertCh" val="b"/>
                            <dgm:param type="txAnchorVert" val="b"/>
                          </dgm:alg>
                        </dgm:if>
                        <dgm:else name="Name6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parTxLTRAlign" val="l"/>
                            <dgm:param type="parTxRTLAlign" val="r"/>
                            <dgm:param type="txAnchorVert" val="t"/>
                          </dgm:alg>
                        </dgm:if>
                        <dgm:else name="Name71">
                          <dgm:alg type="tx">
                            <dgm:param type="parTxLTRAlign" val="l"/>
                            <dgm:param type="parTxRTLAlign" val="l"/>
                            <dgm:param type="txAnchorVert" val="t"/>
                          </dgm:alg>
                        </dgm:else>
                      </dgm:choose>
                    </dgm:if>
                    <dgm:else name="Name72">
                      <dgm:choose name="Name73">
                        <dgm:if name="Name74" axis="root des" ptType="all node" func="maxDepth" op="gt" val="1">
                          <dgm:alg type="tx">
                            <dgm:param type="parTxLTRAlign" val="l"/>
                            <dgm:param type="parTxRTLAlign" val="r"/>
                            <dgm:param type="txAnchorVertCh" val="b"/>
                            <dgm:param type="txAnchorVert" val="b"/>
                          </dgm:alg>
                        </dgm:if>
                        <dgm:else name="Name75">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param type="txAnchorVert" val="t"/>
                          </dgm:alg>
                        </dgm:if>
                        <dgm:else name="Name88">
                          <dgm:alg type="tx">
                            <dgm:param type="parTxLTRAlign" val="l"/>
                            <dgm:param type="parTxRTLAlign" val="l"/>
                            <dgm:param type="txAnchorVert" val="t"/>
                          </dgm:alg>
                        </dgm:else>
                      </dgm:choose>
                    </dgm:if>
                    <dgm:else name="Name89">
                      <dgm:choose name="Name90">
                        <dgm:if name="Name91" axis="root des" ptType="all node" func="maxDepth" op="gt" val="1">
                          <dgm:alg type="tx">
                            <dgm:param type="parTxLTRAlign" val="l"/>
                            <dgm:param type="parTxRTLAlign" val="r"/>
                            <dgm:param type="txAnchorVertCh" val="b"/>
                            <dgm:param type="txAnchorVert" val="b"/>
                          </dgm:alg>
                        </dgm:if>
                        <dgm:else name="Name9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parTxLTRAlign" val="l"/>
                            <dgm:param type="parTxRTLAlign" val="r"/>
                            <dgm:param type="txAnchorVert" val="t"/>
                          </dgm:alg>
                        </dgm:if>
                        <dgm:else name="Name101">
                          <dgm:alg type="tx">
                            <dgm:param type="parTxLTRAlign" val="l"/>
                            <dgm:param type="parTxRTLAlign" val="l"/>
                            <dgm:param type="txAnchorVert" val="t"/>
                          </dgm:alg>
                        </dgm:else>
                      </dgm:choose>
                    </dgm:if>
                    <dgm:else name="Name102">
                      <dgm:choose name="Name103">
                        <dgm:if name="Name104" axis="root des" ptType="all node" func="maxDepth" op="gt" val="1">
                          <dgm:alg type="tx">
                            <dgm:param type="parTxLTRAlign" val="l"/>
                            <dgm:param type="parTxRTLAlign" val="r"/>
                            <dgm:param type="txAnchorVertCh" val="b"/>
                            <dgm:param type="txAnchorVert" val="b"/>
                          </dgm:alg>
                        </dgm:if>
                        <dgm:else name="Name105">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parTxLTRAlign" val="l"/>
                            <dgm:param type="parTxRTLAlign" val="r"/>
                            <dgm:param type="txAnchorVert" val="t"/>
                          </dgm:alg>
                        </dgm:if>
                        <dgm:else name="Name114">
                          <dgm:alg type="tx">
                            <dgm:param type="parTxLTRAlign" val="l"/>
                            <dgm:param type="parTxRTLAlign" val="l"/>
                            <dgm:param type="txAnchorVert" val="t"/>
                          </dgm:alg>
                        </dgm:else>
                      </dgm:choose>
                    </dgm:if>
                    <dgm:else name="Name115">
                      <dgm:choose name="Name116">
                        <dgm:if name="Name117" axis="root des" ptType="all node" func="maxDepth" op="gt" val="1">
                          <dgm:alg type="tx">
                            <dgm:param type="parTxLTRAlign" val="l"/>
                            <dgm:param type="parTxRTLAlign" val="r"/>
                            <dgm:param type="txAnchorVertCh" val="b"/>
                            <dgm:param type="txAnchorVert" val="b"/>
                          </dgm:alg>
                        </dgm:if>
                        <dgm:else name="Name118">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parTxLTRAlign" val="l"/>
                            <dgm:param type="parTxRTLAlign" val="r"/>
                            <dgm:param type="txAnchorVert" val="t"/>
                          </dgm:alg>
                        </dgm:if>
                        <dgm:else name="Name127">
                          <dgm:alg type="tx">
                            <dgm:param type="parTxLTRAlign" val="l"/>
                            <dgm:param type="parTxRTLAlign" val="l"/>
                            <dgm:param type="txAnchorVert" val="t"/>
                          </dgm:alg>
                        </dgm:else>
                      </dgm:choose>
                    </dgm:if>
                    <dgm:else name="Name128">
                      <dgm:choose name="Name129">
                        <dgm:if name="Name130" axis="root des" ptType="all node" func="maxDepth" op="gt" val="1">
                          <dgm:alg type="tx">
                            <dgm:param type="parTxLTRAlign" val="l"/>
                            <dgm:param type="parTxRTLAlign" val="r"/>
                            <dgm:param type="txAnchorVertCh" val="b"/>
                            <dgm:param type="txAnchorVert" val="b"/>
                          </dgm:alg>
                        </dgm:if>
                        <dgm:else name="Name131">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parTxLTRAlign" val="l"/>
                            <dgm:param type="parTxRTLAlign" val="r"/>
                            <dgm:param type="txAnchorVert" val="t"/>
                          </dgm:alg>
                        </dgm:if>
                        <dgm:else name="Name144">
                          <dgm:alg type="tx">
                            <dgm:param type="parTxLTRAlign" val="l"/>
                            <dgm:param type="parTxRTLAlign" val="l"/>
                            <dgm:param type="txAnchorVert" val="t"/>
                          </dgm:alg>
                        </dgm:else>
                      </dgm:choose>
                    </dgm:if>
                    <dgm:else name="Name145">
                      <dgm:choose name="Name146">
                        <dgm:if name="Name147" axis="root des" ptType="all node" func="maxDepth" op="gt" val="1">
                          <dgm:alg type="tx">
                            <dgm:param type="parTxLTRAlign" val="l"/>
                            <dgm:param type="parTxRTLAlign" val="r"/>
                            <dgm:param type="txAnchorVertCh" val="b"/>
                            <dgm:param type="txAnchorVert" val="b"/>
                          </dgm:alg>
                        </dgm:if>
                        <dgm:else name="Name148">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parTxLTRAlign" val="l"/>
                            <dgm:param type="parTxRTLAlign" val="r"/>
                            <dgm:param type="txAnchorVert" val="t"/>
                          </dgm:alg>
                        </dgm:if>
                        <dgm:else name="Name157">
                          <dgm:alg type="tx">
                            <dgm:param type="parTxLTRAlign" val="l"/>
                            <dgm:param type="parTxRTLAlign" val="l"/>
                            <dgm:param type="txAnchorVert" val="t"/>
                          </dgm:alg>
                        </dgm:else>
                      </dgm:choose>
                    </dgm:if>
                    <dgm:else name="Name158">
                      <dgm:choose name="Name159">
                        <dgm:if name="Name160" axis="root des" ptType="all node" func="maxDepth" op="gt" val="1">
                          <dgm:alg type="tx">
                            <dgm:param type="parTxLTRAlign" val="l"/>
                            <dgm:param type="parTxRTLAlign" val="r"/>
                            <dgm:param type="txAnchorVertCh" val="b"/>
                            <dgm:param type="txAnchorVert" val="b"/>
                          </dgm:alg>
                        </dgm:if>
                        <dgm:else name="Name161">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parTxLTRAlign" val="l"/>
                            <dgm:param type="parTxRTLAlign" val="r"/>
                            <dgm:param type="txAnchorVert" val="t"/>
                          </dgm:alg>
                        </dgm:if>
                        <dgm:else name="Name170">
                          <dgm:alg type="tx">
                            <dgm:param type="parTxLTRAlign" val="l"/>
                            <dgm:param type="parTxRTLAlign" val="l"/>
                            <dgm:param type="txAnchorVert" val="t"/>
                          </dgm:alg>
                        </dgm:else>
                      </dgm:choose>
                    </dgm:if>
                    <dgm:else name="Name171">
                      <dgm:choose name="Name172">
                        <dgm:if name="Name173" axis="root des" ptType="all node" func="maxDepth" op="gt" val="1">
                          <dgm:alg type="tx">
                            <dgm:param type="parTxLTRAlign" val="l"/>
                            <dgm:param type="parTxRTLAlign" val="r"/>
                            <dgm:param type="txAnchorVertCh" val="b"/>
                            <dgm:param type="txAnchorVert" val="b"/>
                          </dgm:alg>
                        </dgm:if>
                        <dgm:else name="Name174">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parTxLTRAlign" val="l"/>
                            <dgm:param type="parTxRTLAlign" val="r"/>
                            <dgm:param type="txAnchorVert" val="t"/>
                          </dgm:alg>
                        </dgm:if>
                        <dgm:else name="Name183">
                          <dgm:alg type="tx">
                            <dgm:param type="parTxLTRAlign" val="l"/>
                            <dgm:param type="parTxRTLAlign" val="l"/>
                            <dgm:param type="txAnchorVert" val="t"/>
                          </dgm:alg>
                        </dgm:else>
                      </dgm:choose>
                    </dgm:if>
                    <dgm:else name="Name184">
                      <dgm:choose name="Name185">
                        <dgm:if name="Name186" axis="root des" ptType="all node" func="maxDepth" op="gt" val="1">
                          <dgm:alg type="tx">
                            <dgm:param type="parTxLTRAlign" val="l"/>
                            <dgm:param type="parTxRTLAlign" val="r"/>
                            <dgm:param type="txAnchorVertCh" val="b"/>
                            <dgm:param type="txAnchorVert" val="b"/>
                          </dgm:alg>
                        </dgm:if>
                        <dgm:else name="Name187">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parTxLTRAlign" val="l"/>
                            <dgm:param type="parTxRTLAlign" val="r"/>
                            <dgm:param type="txAnchorVert" val="t"/>
                          </dgm:alg>
                        </dgm:if>
                        <dgm:else name="Name196">
                          <dgm:alg type="tx">
                            <dgm:param type="parTxLTRAlign" val="l"/>
                            <dgm:param type="parTxRTLAlign" val="l"/>
                            <dgm:param type="txAnchorVert" val="t"/>
                          </dgm:alg>
                        </dgm:else>
                      </dgm:choose>
                    </dgm:if>
                    <dgm:else name="Name197">
                      <dgm:choose name="Name198">
                        <dgm:if name="Name199" axis="root des" ptType="all node" func="maxDepth" op="gt" val="1">
                          <dgm:alg type="tx">
                            <dgm:param type="parTxLTRAlign" val="l"/>
                            <dgm:param type="parTxRTLAlign" val="r"/>
                            <dgm:param type="txAnchorVertCh" val="b"/>
                            <dgm:param type="txAnchorVert" val="b"/>
                          </dgm:alg>
                        </dgm:if>
                        <dgm:else name="Name200">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1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type="round2SameRect" r:blip="" rot="90">
                    <dgm:adjLst/>
                  </dgm:shape>
                </dgm:if>
                <dgm:else name="Name12">
                  <dgm:shape xmlns:r="http://schemas.openxmlformats.org/officeDocument/2006/relationships" type="round2SameRect" r:blip="" rot="-90">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type="round2SameRect" r:blip="" rot="90">
                    <dgm:adjLst/>
                  </dgm:shape>
                </dgm:if>
                <dgm:else name="Name12">
                  <dgm:shape xmlns:r="http://schemas.openxmlformats.org/officeDocument/2006/relationships" type="round2SameRect" r:blip="" rot="-90">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type="round2SameRect" r:blip="" rot="90">
                    <dgm:adjLst/>
                  </dgm:shape>
                </dgm:if>
                <dgm:else name="Name12">
                  <dgm:shape xmlns:r="http://schemas.openxmlformats.org/officeDocument/2006/relationships" type="round2SameRect" r:blip="" rot="-90">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type="round2SameRect" r:blip="" rot="90">
                    <dgm:adjLst/>
                  </dgm:shape>
                </dgm:if>
                <dgm:else name="Name12">
                  <dgm:shape xmlns:r="http://schemas.openxmlformats.org/officeDocument/2006/relationships" type="round2SameRect" r:blip="" rot="-90">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type="chevron" r:blip="" rot="90">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type="round2SameRect" r:blip="" rot="90">
                <dgm:adjLst/>
              </dgm:shape>
            </dgm:if>
            <dgm:else name="Name6">
              <dgm:alg type="tx">
                <dgm:param type="stBulletLvl" val="1"/>
                <dgm:param type="txAnchorVertCh" val="mid"/>
              </dgm:alg>
              <dgm:shape xmlns:r="http://schemas.openxmlformats.org/officeDocument/2006/relationships" type="round2SameRect" r:blip="" rot="-90">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BD7DB8-9625-524A-9BAC-AB107E95BACF}"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DB461B-DC88-B542-9221-7EF59A58B0AC}"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endParaRPr lang="zh-CN" altLang="en-US" dirty="0"/>
          </a:p>
        </p:txBody>
      </p:sp>
      <p:sp>
        <p:nvSpPr>
          <p:cNvPr id="4" name="灯片编号占位符 3"/>
          <p:cNvSpPr>
            <a:spLocks noGrp="1"/>
          </p:cNvSpPr>
          <p:nvPr>
            <p:ph type="sldNum" sz="quarter" idx="5"/>
          </p:nvPr>
        </p:nvSpPr>
        <p:spPr/>
        <p:txBody>
          <a:bodyPr/>
          <a:lstStyle/>
          <a:p>
            <a:fld id="{84DB461B-DC88-B542-9221-7EF59A58B0AC}"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DB461B-DC88-B542-9221-7EF59A58B0AC}"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DB461B-DC88-B542-9221-7EF59A58B0AC}"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https://www.bilibili.com/video/BV1Br4y1J7P2?p=13</a:t>
            </a:r>
            <a:endParaRPr kumimoji="1" lang="zh-CN" altLang="en-US" dirty="0"/>
          </a:p>
        </p:txBody>
      </p:sp>
      <p:sp>
        <p:nvSpPr>
          <p:cNvPr id="4" name="幻灯片编号占位符 3"/>
          <p:cNvSpPr>
            <a:spLocks noGrp="1"/>
          </p:cNvSpPr>
          <p:nvPr>
            <p:ph type="sldNum" sz="quarter" idx="10"/>
          </p:nvPr>
        </p:nvSpPr>
        <p:spPr/>
        <p:txBody>
          <a:bodyPr/>
          <a:lstStyle/>
          <a:p>
            <a:fld id="{84DB461B-DC88-B542-9221-7EF59A58B0AC}"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幻灯片图像占位符 1"/>
          <p:cNvSpPr>
            <a:spLocks noGrp="1" noRot="1" noChangeAspect="1" noTextEdit="1"/>
          </p:cNvSpPr>
          <p:nvPr>
            <p:ph type="sldImg"/>
          </p:nvPr>
        </p:nvSpPr>
        <p:spPr bwMode="auto">
          <a:xfrm>
            <a:off x="1143000" y="685800"/>
            <a:ext cx="4572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9634" name="备注占位符 2"/>
          <p:cNvSpPr>
            <a:spLocks noGrp="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zh-CN" altLang="en-US"/>
          </a:p>
        </p:txBody>
      </p:sp>
      <p:sp>
        <p:nvSpPr>
          <p:cNvPr id="69635" name="灯片编号占位符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r" eaLnBrk="1" hangingPunct="1"/>
            <a:fld id="{F07F79F8-7010-0D45-B0D8-442471DBF8F0}" type="slidenum">
              <a:rPr lang="zh-CN" altLang="en-US" sz="1200">
                <a:ea typeface="华文楷体" panose="02010600040101010101" charset="-122"/>
                <a:cs typeface="华文楷体" panose="02010600040101010101" charset="-122"/>
              </a:rPr>
            </a:fld>
            <a:endParaRPr lang="en-US" altLang="zh-CN" sz="1200">
              <a:ea typeface="华文楷体" panose="02010600040101010101" charset="-122"/>
              <a:cs typeface="华文楷体" panose="02010600040101010101"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p192</a:t>
            </a:r>
            <a:endParaRPr kumimoji="1" lang="zh-CN" altLang="en-US" dirty="0"/>
          </a:p>
        </p:txBody>
      </p:sp>
      <p:sp>
        <p:nvSpPr>
          <p:cNvPr id="4" name="幻灯片编号占位符 3"/>
          <p:cNvSpPr>
            <a:spLocks noGrp="1"/>
          </p:cNvSpPr>
          <p:nvPr>
            <p:ph type="sldNum" sz="quarter" idx="10"/>
          </p:nvPr>
        </p:nvSpPr>
        <p:spPr/>
        <p:txBody>
          <a:bodyPr/>
          <a:lstStyle/>
          <a:p>
            <a:fld id="{2AB176FE-0B69-48D8-B845-89790BD6795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84DB461B-DC88-B542-9221-7EF59A58B0AC}" type="slidenum">
              <a:rPr kumimoji="1" lang="zh-CN" altLang="en-US"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幻灯片图像占位符 1"/>
          <p:cNvSpPr>
            <a:spLocks noGrp="1" noRot="1" noChangeAspect="1" noTextEdit="1"/>
          </p:cNvSpPr>
          <p:nvPr>
            <p:ph type="sldImg"/>
          </p:nvPr>
        </p:nvSpPr>
        <p:spPr bwMode="auto">
          <a:xfrm>
            <a:off x="1143000" y="685800"/>
            <a:ext cx="4572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9634" name="备注占位符 2"/>
          <p:cNvSpPr>
            <a:spLocks noGrp="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r>
              <a:rPr lang="en-US" altLang="zh-CN" dirty="0"/>
              <a:t>p194</a:t>
            </a:r>
            <a:endParaRPr lang="zh-CN" altLang="en-US" dirty="0"/>
          </a:p>
        </p:txBody>
      </p:sp>
      <p:sp>
        <p:nvSpPr>
          <p:cNvPr id="69635" name="灯片编号占位符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r" eaLnBrk="1" hangingPunct="1"/>
            <a:fld id="{F07F79F8-7010-0D45-B0D8-442471DBF8F0}" type="slidenum">
              <a:rPr lang="zh-CN" altLang="en-US" sz="1200">
                <a:ea typeface="华文楷体" panose="02010600040101010101" charset="-122"/>
                <a:cs typeface="华文楷体" panose="02010600040101010101" charset="-122"/>
              </a:rPr>
            </a:fld>
            <a:endParaRPr lang="en-US" altLang="zh-CN" sz="1200">
              <a:ea typeface="华文楷体" panose="02010600040101010101" charset="-122"/>
              <a:cs typeface="华文楷体" panose="02010600040101010101"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p192</a:t>
            </a:r>
            <a:endParaRPr kumimoji="1" lang="zh-CN" altLang="en-US" dirty="0"/>
          </a:p>
        </p:txBody>
      </p:sp>
      <p:sp>
        <p:nvSpPr>
          <p:cNvPr id="4" name="幻灯片编号占位符 3"/>
          <p:cNvSpPr>
            <a:spLocks noGrp="1"/>
          </p:cNvSpPr>
          <p:nvPr>
            <p:ph type="sldNum" sz="quarter" idx="10"/>
          </p:nvPr>
        </p:nvSpPr>
        <p:spPr/>
        <p:txBody>
          <a:bodyPr/>
          <a:lstStyle/>
          <a:p>
            <a:fld id="{2AB176FE-0B69-48D8-B845-89790BD6795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8850"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78851"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fld id="{E7A66E4B-7214-3E4B-A963-9FE78FEE1C2F}" type="slidenum">
              <a:rPr lang="zh-CN" altLang="en-US"/>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0898"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80899"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fld id="{553796D1-0D16-9C46-972F-AD2AF2F3193A}" type="slidenum">
              <a:rPr lang="zh-CN" altLang="en-US"/>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9090"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89091"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fld id="{D06C1213-624A-D143-8D85-979849C6674B}" type="slidenum">
              <a:rPr lang="zh-CN" altLang="en-US"/>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smtClean="0"/>
              <a:t>密事项也要随其变更情况作出变更。</a:t>
            </a:r>
            <a:endParaRPr kumimoji="1" lang="zh-CN" altLang="en-US" dirty="0"/>
          </a:p>
        </p:txBody>
      </p:sp>
      <p:sp>
        <p:nvSpPr>
          <p:cNvPr id="4" name="幻灯片编号占位符 3"/>
          <p:cNvSpPr>
            <a:spLocks noGrp="1"/>
          </p:cNvSpPr>
          <p:nvPr>
            <p:ph type="sldNum" sz="quarter" idx="10"/>
          </p:nvPr>
        </p:nvSpPr>
        <p:spPr/>
        <p:txBody>
          <a:bodyPr/>
          <a:lstStyle/>
          <a:p>
            <a:fld id="{84DB461B-DC88-B542-9221-7EF59A58B0AC}"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kumimoji="0" lang="zh-CN" altLang="en-US"/>
              <a:t>单击此处编辑母版标题样式</a:t>
            </a:r>
            <a:endParaRPr kumimoji="0" lang="en-US"/>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2924181"/>
            <a:ext cx="7772400" cy="1362075"/>
          </a:xfrm>
        </p:spPr>
        <p:txBody>
          <a:bodyPr anchor="t"/>
          <a:lstStyle>
            <a:lvl1pPr algn="l">
              <a:defRPr sz="4400" b="0"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endParaRPr kumimoji="0"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endParaRPr kumimoji="0"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2" name="标题 1"/>
          <p:cNvSpPr>
            <a:spLocks noGrp="1"/>
          </p:cNvSpPr>
          <p:nvPr>
            <p:ph type="title"/>
          </p:nvPr>
        </p:nvSpPr>
        <p:spPr>
          <a:xfrm>
            <a:off x="457205" y="285728"/>
            <a:ext cx="8230993" cy="696626"/>
          </a:xfrm>
        </p:spPr>
        <p:txBody>
          <a:bodyPr anchor="ctr"/>
          <a:lstStyle>
            <a:lvl1pPr algn="ctr">
              <a:defRPr sz="3600" b="0"/>
            </a:lvl1pPr>
          </a:lstStyle>
          <a:p>
            <a:r>
              <a:rPr kumimoji="0" lang="zh-CN" altLang="en-US"/>
              <a:t>单击此处编辑母版标题样式</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24" y="642918"/>
            <a:ext cx="785818" cy="4572032"/>
          </a:xfrm>
        </p:spPr>
        <p:txBody>
          <a:bodyPr vert="eaVert" anchor="ctr"/>
          <a:lstStyle>
            <a:lvl1pPr algn="l">
              <a:defRPr sz="2400" b="0"/>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p:nvSpPr>
          <p:cNvPr id="4" name="文本占位符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43768" y="274639"/>
            <a:ext cx="1543032"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9"/>
            <a:ext cx="6615130" cy="5851525"/>
          </a:xfrm>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E08D51C9-A4C2-1D4F-83C5-3A214B23C56C}" type="datetime1">
              <a:rPr lang="zh-CN" altLang="en-US"/>
            </a:fld>
            <a:endParaRPr lang="zh-CN" altLang="en-US" sz="1350">
              <a:solidFill>
                <a:schemeClr val="tx1"/>
              </a:solidFill>
            </a:endParaRPr>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D7336970-8EF7-D84A-885B-9B99A61FB93E}" type="slidenum">
              <a:rPr lang="zh-CN" altLang="en-US"/>
            </a:fld>
            <a:endParaRPr lang="zh-CN" altLang="en-US" sz="1350">
              <a:solidFill>
                <a:schemeClr val="tx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13">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矩形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矩形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pic>
        <p:nvPicPr>
          <p:cNvPr id="9" name="图片 8"/>
          <p:cNvPicPr>
            <a:picLocks noChangeAspect="1"/>
          </p:cNvPicPr>
          <p:nvPr/>
        </p:nvPicPr>
        <p:blipFill>
          <a:blip r:embed="rId14">
            <a:duotone>
              <a:schemeClr val="accent1"/>
              <a:srgbClr val="FFFFFF"/>
            </a:duotone>
            <a:lum bright="35000" contrast="40000"/>
          </a:blip>
          <a:stretch>
            <a:fillRect/>
          </a:stretch>
        </p:blipFill>
        <p:spPr>
          <a:xfrm>
            <a:off x="0" y="6420445"/>
            <a:ext cx="9144000" cy="437555"/>
          </a:xfrm>
          <a:prstGeom prst="rect">
            <a:avLst/>
          </a:prstGeom>
          <a:noFill/>
          <a:ln>
            <a:noFill/>
          </a:ln>
          <a:effectLst/>
        </p:spPr>
      </p:pic>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zh-CN" altLang="en-US"/>
              <a:t>单击此处编辑母版文本样式</a:t>
            </a:r>
            <a:endParaRPr kumimoji="0" lang="zh-CN" altLang="en-US"/>
          </a:p>
          <a:p>
            <a:pPr lvl="1" eaLnBrk="1" latinLnBrk="0" hangingPunct="1"/>
            <a:r>
              <a:rPr kumimoji="0" lang="zh-CN" altLang="en-US"/>
              <a:t>第二级</a:t>
            </a:r>
            <a:endParaRPr kumimoji="0" lang="zh-CN" altLang="en-US"/>
          </a:p>
          <a:p>
            <a:pPr lvl="2" eaLnBrk="1" latinLnBrk="0" hangingPunct="1"/>
            <a:r>
              <a:rPr kumimoji="0" lang="zh-CN" altLang="en-US"/>
              <a:t>第三级</a:t>
            </a:r>
            <a:endParaRPr kumimoji="0" lang="zh-CN" altLang="en-US"/>
          </a:p>
          <a:p>
            <a:pPr lvl="3" eaLnBrk="1" latinLnBrk="0" hangingPunct="1"/>
            <a:r>
              <a:rPr kumimoji="0" lang="zh-CN" altLang="en-US"/>
              <a:t>第四级</a:t>
            </a:r>
            <a:endParaRPr kumimoji="0" lang="zh-CN" altLang="en-US"/>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panose="05020102010507070707"/>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panose="05020102010507070707"/>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tags" Target="../tags/tag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tags" Target="../tags/tag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tags" Target="../tags/tag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tif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5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7.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8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7.xml"/><Relationship Id="rId4" Type="http://schemas.openxmlformats.org/officeDocument/2006/relationships/diagramColors" Target="../diagrams/colors7.xml"/><Relationship Id="rId3" Type="http://schemas.openxmlformats.org/officeDocument/2006/relationships/diagramQuickStyle" Target="../diagrams/quickStyle7.xml"/><Relationship Id="rId2" Type="http://schemas.openxmlformats.org/officeDocument/2006/relationships/diagramLayout" Target="../diagrams/layout7.xml"/><Relationship Id="rId1" Type="http://schemas.openxmlformats.org/officeDocument/2006/relationships/diagramData" Target="../diagrams/data7.xml"/></Relationships>
</file>

<file path=ppt/slides/_rels/slide8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8.xml"/><Relationship Id="rId4" Type="http://schemas.openxmlformats.org/officeDocument/2006/relationships/diagramColors" Target="../diagrams/colors8.xml"/><Relationship Id="rId3" Type="http://schemas.openxmlformats.org/officeDocument/2006/relationships/diagramQuickStyle" Target="../diagrams/quickStyle8.xml"/><Relationship Id="rId2" Type="http://schemas.openxmlformats.org/officeDocument/2006/relationships/diagramLayout" Target="../diagrams/layout8.xml"/><Relationship Id="rId1" Type="http://schemas.openxmlformats.org/officeDocument/2006/relationships/diagramData" Target="../diagrams/data8.xml"/></Relationships>
</file>

<file path=ppt/slides/_rels/slide8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9.xml"/><Relationship Id="rId4" Type="http://schemas.openxmlformats.org/officeDocument/2006/relationships/diagramColors" Target="../diagrams/colors9.xml"/><Relationship Id="rId3" Type="http://schemas.openxmlformats.org/officeDocument/2006/relationships/diagramQuickStyle" Target="../diagrams/quickStyle9.xml"/><Relationship Id="rId2" Type="http://schemas.openxmlformats.org/officeDocument/2006/relationships/diagramLayout" Target="../diagrams/layout9.xml"/><Relationship Id="rId1" Type="http://schemas.openxmlformats.org/officeDocument/2006/relationships/diagramData" Target="../diagrams/data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0.xml"/><Relationship Id="rId4" Type="http://schemas.openxmlformats.org/officeDocument/2006/relationships/diagramColors" Target="../diagrams/colors10.xml"/><Relationship Id="rId3" Type="http://schemas.openxmlformats.org/officeDocument/2006/relationships/diagramQuickStyle" Target="../diagrams/quickStyle10.xml"/><Relationship Id="rId2" Type="http://schemas.openxmlformats.org/officeDocument/2006/relationships/diagramLayout" Target="../diagrams/layout10.xml"/><Relationship Id="rId1" Type="http://schemas.openxmlformats.org/officeDocument/2006/relationships/diagramData" Target="../diagrams/data10.xml"/></Relationships>
</file>

<file path=ppt/slides/_rels/slide8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baomi.org/bmyw_info.php?optionid=30&amp;auto_id=828"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baike.baidu.com/view/87867.htm?fromTaglist"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12309.gov.cn/information/law/Niclawfile207.html"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1.xml"/><Relationship Id="rId4" Type="http://schemas.openxmlformats.org/officeDocument/2006/relationships/diagramColors" Target="../diagrams/colors11.xml"/><Relationship Id="rId3" Type="http://schemas.openxmlformats.org/officeDocument/2006/relationships/diagramQuickStyle" Target="../diagrams/quickStyle11.xml"/><Relationship Id="rId2" Type="http://schemas.openxmlformats.org/officeDocument/2006/relationships/diagramLayout" Target="../diagrams/layout11.xml"/><Relationship Id="rId1" Type="http://schemas.openxmlformats.org/officeDocument/2006/relationships/diagramData" Target="../diagrams/data1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2.xml"/><Relationship Id="rId4" Type="http://schemas.openxmlformats.org/officeDocument/2006/relationships/diagramColors" Target="../diagrams/colors12.xml"/><Relationship Id="rId3" Type="http://schemas.openxmlformats.org/officeDocument/2006/relationships/diagramQuickStyle" Target="../diagrams/quickStyle12.xml"/><Relationship Id="rId2" Type="http://schemas.openxmlformats.org/officeDocument/2006/relationships/diagramLayout" Target="../diagrams/layout12.xml"/><Relationship Id="rId1" Type="http://schemas.openxmlformats.org/officeDocument/2006/relationships/diagramData" Target="../diagrams/data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people.cntv.cn/special/kaozheng/08/index.shtml"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3.xml"/><Relationship Id="rId4" Type="http://schemas.openxmlformats.org/officeDocument/2006/relationships/diagramColors" Target="../diagrams/colors13.xml"/><Relationship Id="rId3" Type="http://schemas.openxmlformats.org/officeDocument/2006/relationships/diagramQuickStyle" Target="../diagrams/quickStyle13.xml"/><Relationship Id="rId2" Type="http://schemas.openxmlformats.org/officeDocument/2006/relationships/diagramLayout" Target="../diagrams/layout13.xml"/><Relationship Id="rId1" Type="http://schemas.openxmlformats.org/officeDocument/2006/relationships/diagramData" Target="../diagrams/data13.xml"/></Relationships>
</file>

<file path=ppt/slides/_rels/slide12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4.xml"/><Relationship Id="rId4" Type="http://schemas.openxmlformats.org/officeDocument/2006/relationships/diagramColors" Target="../diagrams/colors14.xml"/><Relationship Id="rId3" Type="http://schemas.openxmlformats.org/officeDocument/2006/relationships/diagramQuickStyle" Target="../diagrams/quickStyle14.xml"/><Relationship Id="rId2" Type="http://schemas.openxmlformats.org/officeDocument/2006/relationships/diagramLayout" Target="../diagrams/layout14.xml"/><Relationship Id="rId1" Type="http://schemas.openxmlformats.org/officeDocument/2006/relationships/diagramData" Target="../diagrams/data14.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5.xml"/><Relationship Id="rId4" Type="http://schemas.openxmlformats.org/officeDocument/2006/relationships/diagramColors" Target="../diagrams/colors15.xml"/><Relationship Id="rId3" Type="http://schemas.openxmlformats.org/officeDocument/2006/relationships/diagramQuickStyle" Target="../diagrams/quickStyle15.xml"/><Relationship Id="rId2" Type="http://schemas.openxmlformats.org/officeDocument/2006/relationships/diagramLayout" Target="../diagrams/layout15.xml"/><Relationship Id="rId1" Type="http://schemas.openxmlformats.org/officeDocument/2006/relationships/diagramData" Target="../diagrams/data15.xml"/></Relationships>
</file>

<file path=ppt/slides/_rels/slide13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6.xml"/><Relationship Id="rId4" Type="http://schemas.openxmlformats.org/officeDocument/2006/relationships/diagramColors" Target="../diagrams/colors16.xml"/><Relationship Id="rId3" Type="http://schemas.openxmlformats.org/officeDocument/2006/relationships/diagramQuickStyle" Target="../diagrams/quickStyle16.xml"/><Relationship Id="rId2" Type="http://schemas.openxmlformats.org/officeDocument/2006/relationships/diagramLayout" Target="../diagrams/layout16.xml"/><Relationship Id="rId1" Type="http://schemas.openxmlformats.org/officeDocument/2006/relationships/diagramData" Target="../diagrams/data16.xml"/></Relationships>
</file>

<file path=ppt/slides/_rels/slide13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7.xml"/><Relationship Id="rId4" Type="http://schemas.openxmlformats.org/officeDocument/2006/relationships/diagramColors" Target="../diagrams/colors17.xml"/><Relationship Id="rId3" Type="http://schemas.openxmlformats.org/officeDocument/2006/relationships/diagramQuickStyle" Target="../diagrams/quickStyle17.xml"/><Relationship Id="rId2" Type="http://schemas.openxmlformats.org/officeDocument/2006/relationships/diagramLayout" Target="../diagrams/layout17.xml"/><Relationship Id="rId1" Type="http://schemas.openxmlformats.org/officeDocument/2006/relationships/diagramData" Target="../diagrams/data17.xml"/></Relationships>
</file>

<file path=ppt/slides/_rels/slide13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8.xml"/><Relationship Id="rId4" Type="http://schemas.openxmlformats.org/officeDocument/2006/relationships/diagramColors" Target="../diagrams/colors18.xml"/><Relationship Id="rId3" Type="http://schemas.openxmlformats.org/officeDocument/2006/relationships/diagramQuickStyle" Target="../diagrams/quickStyle18.xml"/><Relationship Id="rId2" Type="http://schemas.openxmlformats.org/officeDocument/2006/relationships/diagramLayout" Target="../diagrams/layout18.xml"/><Relationship Id="rId1" Type="http://schemas.openxmlformats.org/officeDocument/2006/relationships/diagramData" Target="../diagrams/data18.xml"/></Relationships>
</file>

<file path=ppt/slides/_rels/slide13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9.xml"/><Relationship Id="rId4" Type="http://schemas.openxmlformats.org/officeDocument/2006/relationships/diagramColors" Target="../diagrams/colors19.xml"/><Relationship Id="rId3" Type="http://schemas.openxmlformats.org/officeDocument/2006/relationships/diagramQuickStyle" Target="../diagrams/quickStyle19.xml"/><Relationship Id="rId2" Type="http://schemas.openxmlformats.org/officeDocument/2006/relationships/diagramLayout" Target="../diagrams/layout19.xml"/><Relationship Id="rId1" Type="http://schemas.openxmlformats.org/officeDocument/2006/relationships/diagramData" Target="../diagrams/data19.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国家秘密的确定</a:t>
            </a:r>
            <a:endParaRPr lang="zh-CN" altLang="en-US" dirty="0"/>
          </a:p>
        </p:txBody>
      </p:sp>
      <p:sp>
        <p:nvSpPr>
          <p:cNvPr id="3" name="副标题 2"/>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内容占位符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dgm id="{33D869AC-26F9-43EE-85BF-4E62861DD24B}"/>
                                            </p:graphicEl>
                                          </p:spTgt>
                                        </p:tgtEl>
                                        <p:attrNameLst>
                                          <p:attrName>style.visibility</p:attrName>
                                        </p:attrNameLst>
                                      </p:cBhvr>
                                      <p:to>
                                        <p:strVal val="visible"/>
                                      </p:to>
                                    </p:set>
                                    <p:animEffect transition="in" filter="fade">
                                      <p:cBhvr>
                                        <p:cTn id="7" dur="2000"/>
                                        <p:tgtEl>
                                          <p:spTgt spid="4">
                                            <p:graphicEl>
                                              <a:dgm id="{33D869AC-26F9-43EE-85BF-4E62861DD24B}"/>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graphicEl>
                                              <a:dgm id="{CB2DC16F-5068-44ED-AC59-7F6C20F5FFE3}"/>
                                            </p:graphicEl>
                                          </p:spTgt>
                                        </p:tgtEl>
                                        <p:attrNameLst>
                                          <p:attrName>style.visibility</p:attrName>
                                        </p:attrNameLst>
                                      </p:cBhvr>
                                      <p:to>
                                        <p:strVal val="visible"/>
                                      </p:to>
                                    </p:set>
                                    <p:animEffect transition="in" filter="fade">
                                      <p:cBhvr>
                                        <p:cTn id="12" dur="2000"/>
                                        <p:tgtEl>
                                          <p:spTgt spid="4">
                                            <p:graphicEl>
                                              <a:dgm id="{CB2DC16F-5068-44ED-AC59-7F6C20F5FFE3}"/>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graphicEl>
                                              <a:dgm id="{A909A1C2-D15E-4224-9CC6-7153B4B58ED8}"/>
                                            </p:graphicEl>
                                          </p:spTgt>
                                        </p:tgtEl>
                                        <p:attrNameLst>
                                          <p:attrName>style.visibility</p:attrName>
                                        </p:attrNameLst>
                                      </p:cBhvr>
                                      <p:to>
                                        <p:strVal val="visible"/>
                                      </p:to>
                                    </p:set>
                                    <p:animEffect transition="in" filter="fade">
                                      <p:cBhvr>
                                        <p:cTn id="15" dur="2000"/>
                                        <p:tgtEl>
                                          <p:spTgt spid="4">
                                            <p:graphicEl>
                                              <a:dgm id="{A909A1C2-D15E-4224-9CC6-7153B4B58ED8}"/>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graphicEl>
                                              <a:dgm id="{A4ED1599-DD3A-46A6-9677-33AB5A2FA0D0}"/>
                                            </p:graphicEl>
                                          </p:spTgt>
                                        </p:tgtEl>
                                        <p:attrNameLst>
                                          <p:attrName>style.visibility</p:attrName>
                                        </p:attrNameLst>
                                      </p:cBhvr>
                                      <p:to>
                                        <p:strVal val="visible"/>
                                      </p:to>
                                    </p:set>
                                    <p:animEffect transition="in" filter="fade">
                                      <p:cBhvr>
                                        <p:cTn id="20" dur="2000"/>
                                        <p:tgtEl>
                                          <p:spTgt spid="4">
                                            <p:graphicEl>
                                              <a:dgm id="{A4ED1599-DD3A-46A6-9677-33AB5A2FA0D0}"/>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graphicEl>
                                              <a:dgm id="{299C34B4-AE86-474A-89E6-2AFAAD9675CB}"/>
                                            </p:graphicEl>
                                          </p:spTgt>
                                        </p:tgtEl>
                                        <p:attrNameLst>
                                          <p:attrName>style.visibility</p:attrName>
                                        </p:attrNameLst>
                                      </p:cBhvr>
                                      <p:to>
                                        <p:strVal val="visible"/>
                                      </p:to>
                                    </p:set>
                                    <p:animEffect transition="in" filter="fade">
                                      <p:cBhvr>
                                        <p:cTn id="23" dur="2000"/>
                                        <p:tgtEl>
                                          <p:spTgt spid="4">
                                            <p:graphicEl>
                                              <a:dgm id="{299C34B4-AE86-474A-89E6-2AFAAD9675CB}"/>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graphicEl>
                                              <a:dgm id="{E5EB306D-DAD3-46F5-96B6-807599B531AB}"/>
                                            </p:graphicEl>
                                          </p:spTgt>
                                        </p:tgtEl>
                                        <p:attrNameLst>
                                          <p:attrName>style.visibility</p:attrName>
                                        </p:attrNameLst>
                                      </p:cBhvr>
                                      <p:to>
                                        <p:strVal val="visible"/>
                                      </p:to>
                                    </p:set>
                                    <p:animEffect transition="in" filter="fade">
                                      <p:cBhvr>
                                        <p:cTn id="28" dur="2000"/>
                                        <p:tgtEl>
                                          <p:spTgt spid="4">
                                            <p:graphicEl>
                                              <a:dgm id="{E5EB306D-DAD3-46F5-96B6-807599B531AB}"/>
                                            </p:graphic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
                                            <p:graphicEl>
                                              <a:dgm id="{CA241551-5918-4901-B6D6-01A920417A16}"/>
                                            </p:graphicEl>
                                          </p:spTgt>
                                        </p:tgtEl>
                                        <p:attrNameLst>
                                          <p:attrName>style.visibility</p:attrName>
                                        </p:attrNameLst>
                                      </p:cBhvr>
                                      <p:to>
                                        <p:strVal val="visible"/>
                                      </p:to>
                                    </p:set>
                                    <p:animEffect transition="in" filter="fade">
                                      <p:cBhvr>
                                        <p:cTn id="31" dur="2000"/>
                                        <p:tgtEl>
                                          <p:spTgt spid="4">
                                            <p:graphicEl>
                                              <a:dgm id="{CA241551-5918-4901-B6D6-01A920417A16}"/>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确定国家秘密</a:t>
            </a:r>
            <a:endParaRPr kumimoji="1" lang="zh-CN" altLang="en-US" dirty="0"/>
          </a:p>
        </p:txBody>
      </p:sp>
      <p:graphicFrame>
        <p:nvGraphicFramePr>
          <p:cNvPr id="4" name="内容占位符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  容</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smtClean="0">
                <a:solidFill>
                  <a:srgbClr val="FF0000"/>
                </a:solidFill>
              </a:rPr>
              <a:t>第一节 法律法规中要求</a:t>
            </a:r>
            <a:endParaRPr lang="zh-CN" altLang="en-US" dirty="0" smtClean="0">
              <a:solidFill>
                <a:srgbClr val="FF0000"/>
              </a:solidFill>
            </a:endParaRPr>
          </a:p>
          <a:p>
            <a:pPr>
              <a:lnSpc>
                <a:spcPct val="150000"/>
              </a:lnSpc>
            </a:pPr>
            <a:r>
              <a:rPr lang="zh-CN" altLang="en-US" dirty="0" smtClean="0">
                <a:solidFill>
                  <a:schemeClr val="tx1"/>
                </a:solidFill>
              </a:rPr>
              <a:t>第二节 </a:t>
            </a:r>
            <a:r>
              <a:rPr lang="zh-CN" altLang="en-US" dirty="0">
                <a:solidFill>
                  <a:schemeClr val="tx1"/>
                </a:solidFill>
              </a:rPr>
              <a:t>定密的程序</a:t>
            </a:r>
            <a:endParaRPr lang="zh-CN" altLang="en-US" dirty="0">
              <a:solidFill>
                <a:schemeClr val="tx1"/>
              </a:solidFill>
            </a:endParaRPr>
          </a:p>
          <a:p>
            <a:pPr>
              <a:lnSpc>
                <a:spcPct val="150000"/>
              </a:lnSpc>
            </a:pPr>
            <a:r>
              <a:rPr lang="zh-CN" altLang="en-US" dirty="0" smtClean="0"/>
              <a:t>第三节 </a:t>
            </a:r>
            <a:r>
              <a:rPr lang="zh-CN" altLang="en-US" dirty="0"/>
              <a:t>定密的方式与方法</a:t>
            </a:r>
            <a:endParaRPr lang="zh-CN" altLang="en-US" dirty="0"/>
          </a:p>
          <a:p>
            <a:pPr>
              <a:lnSpc>
                <a:spcPct val="150000"/>
              </a:lnSpc>
            </a:pPr>
            <a:r>
              <a:rPr lang="zh-CN" altLang="en-US" dirty="0" smtClean="0"/>
              <a:t>第四节 </a:t>
            </a:r>
            <a:r>
              <a:rPr lang="zh-CN" altLang="en-US" dirty="0"/>
              <a:t>定密的内容与标注方法</a:t>
            </a:r>
            <a:endParaRPr lang="zh-CN" altLang="en-US" dirty="0"/>
          </a:p>
          <a:p>
            <a:pPr>
              <a:lnSpc>
                <a:spcPct val="150000"/>
              </a:lnSpc>
            </a:pPr>
            <a:r>
              <a:rPr lang="zh-CN" altLang="en-US" dirty="0" smtClean="0"/>
              <a:t>第五节 </a:t>
            </a:r>
            <a:r>
              <a:rPr lang="zh-CN" altLang="en-US" dirty="0"/>
              <a:t>定密工作数字化管理系统</a:t>
            </a:r>
            <a:endParaRPr lang="zh-CN" altLang="en-US" dirty="0"/>
          </a:p>
          <a:p>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solidFill>
                  <a:srgbClr val="FF0000"/>
                </a:solidFill>
              </a:rPr>
              <a:t>《</a:t>
            </a:r>
            <a:r>
              <a:rPr kumimoji="1" lang="zh-CN" altLang="en-US" dirty="0">
                <a:solidFill>
                  <a:srgbClr val="FF0000"/>
                </a:solidFill>
              </a:rPr>
              <a:t>保密法</a:t>
            </a:r>
            <a:r>
              <a:rPr kumimoji="1" lang="en-US" altLang="zh-CN" dirty="0">
                <a:solidFill>
                  <a:srgbClr val="FF0000"/>
                </a:solidFill>
              </a:rPr>
              <a:t>》</a:t>
            </a:r>
            <a:endParaRPr kumimoji="1" lang="zh-CN" altLang="en-US" dirty="0">
              <a:solidFill>
                <a:srgbClr val="FF0000"/>
              </a:solidFill>
            </a:endParaRPr>
          </a:p>
        </p:txBody>
      </p:sp>
      <p:sp>
        <p:nvSpPr>
          <p:cNvPr id="3" name="内容占位符 2"/>
          <p:cNvSpPr>
            <a:spLocks noGrp="1"/>
          </p:cNvSpPr>
          <p:nvPr>
            <p:ph idx="1"/>
          </p:nvPr>
        </p:nvSpPr>
        <p:spPr/>
        <p:txBody>
          <a:bodyPr>
            <a:normAutofit fontScale="92500"/>
          </a:bodyPr>
          <a:lstStyle/>
          <a:p>
            <a:r>
              <a:rPr lang="zh-CN" altLang="en-US" b="1" dirty="0"/>
              <a:t>第十</a:t>
            </a:r>
            <a:r>
              <a:rPr lang="zh-CN" altLang="en-US" b="1" dirty="0"/>
              <a:t>四条 </a:t>
            </a:r>
            <a:endParaRPr lang="zh-CN" altLang="en-US" b="1" dirty="0"/>
          </a:p>
          <a:p>
            <a:r>
              <a:rPr lang="zh-CN" altLang="en-US" dirty="0"/>
              <a:t>国家秘密的密级分为绝密、机密、秘密三级。 </a:t>
            </a:r>
            <a:endParaRPr lang="zh-CN" altLang="en-US" dirty="0" smtClean="0"/>
          </a:p>
          <a:p>
            <a:r>
              <a:rPr lang="zh-CN" altLang="en-US" dirty="0" smtClean="0">
                <a:solidFill>
                  <a:srgbClr val="FF0000"/>
                </a:solidFill>
              </a:rPr>
              <a:t>绝</a:t>
            </a:r>
            <a:r>
              <a:rPr lang="zh-CN" altLang="en-US" dirty="0">
                <a:solidFill>
                  <a:srgbClr val="FF0000"/>
                </a:solidFill>
              </a:rPr>
              <a:t>密级</a:t>
            </a:r>
            <a:r>
              <a:rPr lang="zh-CN" altLang="en-US" dirty="0"/>
              <a:t>国家秘密是</a:t>
            </a:r>
            <a:r>
              <a:rPr lang="zh-CN" altLang="en-US" u="sng" dirty="0"/>
              <a:t>最重要</a:t>
            </a:r>
            <a:r>
              <a:rPr lang="zh-CN" altLang="en-US" dirty="0"/>
              <a:t>的国家秘密，泄露会使国家安全和利益遭受</a:t>
            </a:r>
            <a:r>
              <a:rPr lang="zh-CN" altLang="en-US" u="sng" dirty="0"/>
              <a:t>特别严重</a:t>
            </a:r>
            <a:r>
              <a:rPr lang="zh-CN" altLang="en-US" dirty="0"/>
              <a:t>的损害</a:t>
            </a:r>
            <a:r>
              <a:rPr lang="zh-CN" altLang="en-US" dirty="0" smtClean="0"/>
              <a:t>；</a:t>
            </a:r>
            <a:endParaRPr lang="zh-CN" altLang="en-US" dirty="0" smtClean="0"/>
          </a:p>
          <a:p>
            <a:r>
              <a:rPr lang="zh-CN" altLang="en-US" dirty="0" smtClean="0">
                <a:solidFill>
                  <a:srgbClr val="FF0000"/>
                </a:solidFill>
              </a:rPr>
              <a:t>机密级</a:t>
            </a:r>
            <a:r>
              <a:rPr lang="zh-CN" altLang="en-US" dirty="0"/>
              <a:t>国家秘密是</a:t>
            </a:r>
            <a:r>
              <a:rPr lang="zh-CN" altLang="en-US" u="sng" dirty="0"/>
              <a:t>重要</a:t>
            </a:r>
            <a:r>
              <a:rPr lang="zh-CN" altLang="en-US" dirty="0"/>
              <a:t>的国家秘密，泄露会使国家安全和利益遭受</a:t>
            </a:r>
            <a:r>
              <a:rPr lang="zh-CN" altLang="en-US" u="sng" dirty="0"/>
              <a:t>严重</a:t>
            </a:r>
            <a:r>
              <a:rPr lang="zh-CN" altLang="en-US" dirty="0"/>
              <a:t>的损害</a:t>
            </a:r>
            <a:r>
              <a:rPr lang="zh-CN" altLang="en-US" dirty="0" smtClean="0"/>
              <a:t>；</a:t>
            </a:r>
            <a:endParaRPr lang="zh-CN" altLang="en-US" dirty="0" smtClean="0"/>
          </a:p>
          <a:p>
            <a:r>
              <a:rPr lang="zh-CN" altLang="en-US" dirty="0" smtClean="0">
                <a:solidFill>
                  <a:srgbClr val="FF0000"/>
                </a:solidFill>
              </a:rPr>
              <a:t>秘密级</a:t>
            </a:r>
            <a:r>
              <a:rPr lang="zh-CN" altLang="en-US" dirty="0"/>
              <a:t>国家秘密是</a:t>
            </a:r>
            <a:r>
              <a:rPr lang="zh-CN" altLang="en-US" u="sng" dirty="0"/>
              <a:t>一般</a:t>
            </a:r>
            <a:r>
              <a:rPr lang="zh-CN" altLang="en-US" dirty="0"/>
              <a:t>的国家秘密，泄露会使国家安全和利益遭受损害。</a:t>
            </a:r>
            <a:endParaRPr lang="zh-CN" altLang="en-US" dirty="0"/>
          </a:p>
          <a:p>
            <a:endParaRPr kumimoji="1"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229600" cy="6120680"/>
          </a:xfrm>
        </p:spPr>
        <p:txBody>
          <a:bodyPr>
            <a:normAutofit fontScale="92500"/>
          </a:bodyPr>
          <a:lstStyle/>
          <a:p>
            <a:pPr fontAlgn="t"/>
            <a:r>
              <a:rPr lang="zh-CN" altLang="en-US" dirty="0"/>
              <a:t>本条是关于国家秘密密级的规定。</a:t>
            </a:r>
            <a:endParaRPr lang="zh-CN" altLang="en-US" dirty="0"/>
          </a:p>
          <a:p>
            <a:pPr fontAlgn="t"/>
            <a:r>
              <a:rPr lang="zh-CN" altLang="en-US" dirty="0"/>
              <a:t>国家秘密的密级，是按照国家秘密事项与国家安全和利益的</a:t>
            </a:r>
            <a:r>
              <a:rPr lang="zh-CN" altLang="en-US" dirty="0">
                <a:solidFill>
                  <a:srgbClr val="FF0000"/>
                </a:solidFill>
              </a:rPr>
              <a:t>关联程度</a:t>
            </a:r>
            <a:r>
              <a:rPr lang="zh-CN" altLang="en-US" dirty="0"/>
              <a:t>，以泄露后可能造成的</a:t>
            </a:r>
            <a:r>
              <a:rPr lang="zh-CN" altLang="en-US" dirty="0">
                <a:solidFill>
                  <a:srgbClr val="FF0000"/>
                </a:solidFill>
              </a:rPr>
              <a:t>损害程度</a:t>
            </a:r>
            <a:r>
              <a:rPr lang="zh-CN" altLang="en-US" dirty="0"/>
              <a:t>为标准，对国家秘密作出的等级划分</a:t>
            </a:r>
            <a:r>
              <a:rPr lang="zh-CN" altLang="en-US" dirty="0" smtClean="0"/>
              <a:t>。</a:t>
            </a:r>
            <a:endParaRPr lang="zh-CN" altLang="en-US" dirty="0" smtClean="0"/>
          </a:p>
          <a:p>
            <a:pPr fontAlgn="t"/>
            <a:r>
              <a:rPr lang="en-US" altLang="zh-CN" dirty="0" smtClean="0"/>
              <a:t>1951</a:t>
            </a:r>
            <a:r>
              <a:rPr lang="zh-CN" altLang="en-US" dirty="0"/>
              <a:t>年政务院颁布的</a:t>
            </a:r>
            <a:r>
              <a:rPr lang="en-US" altLang="zh-CN" dirty="0"/>
              <a:t>《</a:t>
            </a:r>
            <a:r>
              <a:rPr lang="zh-CN" altLang="en-US" dirty="0"/>
              <a:t>保守国家机密暂行条例</a:t>
            </a:r>
            <a:r>
              <a:rPr lang="en-US" altLang="zh-CN" dirty="0"/>
              <a:t>》</a:t>
            </a:r>
            <a:r>
              <a:rPr lang="zh-CN" altLang="en-US" dirty="0"/>
              <a:t>将国家秘密统称为“国家机密”，</a:t>
            </a:r>
            <a:r>
              <a:rPr lang="zh-CN" altLang="en-US" u="sng" dirty="0"/>
              <a:t>没有规定密级</a:t>
            </a:r>
            <a:r>
              <a:rPr lang="zh-CN" altLang="en-US" dirty="0" smtClean="0"/>
              <a:t>。</a:t>
            </a:r>
            <a:endParaRPr lang="zh-CN" altLang="en-US" dirty="0" smtClean="0"/>
          </a:p>
          <a:p>
            <a:pPr fontAlgn="t"/>
            <a:r>
              <a:rPr lang="en-US" altLang="zh-CN" dirty="0" smtClean="0"/>
              <a:t>1956</a:t>
            </a:r>
            <a:r>
              <a:rPr lang="zh-CN" altLang="en-US" dirty="0"/>
              <a:t>年国务院在</a:t>
            </a:r>
            <a:r>
              <a:rPr lang="en-US" altLang="zh-CN" dirty="0"/>
              <a:t>《</a:t>
            </a:r>
            <a:r>
              <a:rPr lang="zh-CN" altLang="en-US" dirty="0"/>
              <a:t>关于划分保密事项范围和改善资料供应工作的通知</a:t>
            </a:r>
            <a:r>
              <a:rPr lang="en-US" altLang="zh-CN" dirty="0"/>
              <a:t>》</a:t>
            </a:r>
            <a:r>
              <a:rPr lang="zh-CN" altLang="en-US" dirty="0"/>
              <a:t>中，将密级分为</a:t>
            </a:r>
            <a:r>
              <a:rPr lang="zh-CN" altLang="en-US" u="sng" dirty="0"/>
              <a:t>绝密和秘密两级</a:t>
            </a:r>
            <a:r>
              <a:rPr lang="zh-CN" altLang="en-US" dirty="0"/>
              <a:t>。其后，中央军事委员会在有关规定中，将密级分为</a:t>
            </a:r>
            <a:r>
              <a:rPr lang="zh-CN" altLang="en-US" u="sng" dirty="0"/>
              <a:t>绝密、机密和秘密三级</a:t>
            </a:r>
            <a:r>
              <a:rPr lang="zh-CN" altLang="en-US" dirty="0" smtClean="0"/>
              <a:t>。</a:t>
            </a:r>
            <a:endParaRPr lang="zh-CN" altLang="en-US" dirty="0" smtClean="0"/>
          </a:p>
          <a:p>
            <a:pPr fontAlgn="t"/>
            <a:r>
              <a:rPr lang="en-US" altLang="zh-CN" dirty="0" smtClean="0"/>
              <a:t>1988</a:t>
            </a:r>
            <a:r>
              <a:rPr lang="zh-CN" altLang="en-US" dirty="0"/>
              <a:t>年保密法把国家秘密的密级分为三级。这次修订保留了这一做法。</a:t>
            </a:r>
            <a:endParaRPr lang="zh-CN" altLang="en-US" dirty="0"/>
          </a:p>
          <a:p>
            <a:endParaRPr kumimoji="1"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229600" cy="5721499"/>
          </a:xfrm>
        </p:spPr>
        <p:txBody>
          <a:bodyPr>
            <a:normAutofit fontScale="70000" lnSpcReduction="20000"/>
          </a:bodyPr>
          <a:lstStyle/>
          <a:p>
            <a:pPr fontAlgn="t">
              <a:lnSpc>
                <a:spcPct val="170000"/>
              </a:lnSpc>
            </a:pPr>
            <a:r>
              <a:rPr lang="zh-CN" altLang="en-US" dirty="0"/>
              <a:t>第一款明确规定国家秘密的密级分为绝密、机密、秘密三级。实行</a:t>
            </a:r>
            <a:r>
              <a:rPr lang="zh-CN" altLang="en-US" dirty="0">
                <a:solidFill>
                  <a:srgbClr val="FF0000"/>
                </a:solidFill>
              </a:rPr>
              <a:t>分级管理</a:t>
            </a:r>
            <a:r>
              <a:rPr lang="zh-CN" altLang="en-US" dirty="0"/>
              <a:t>，有利于</a:t>
            </a:r>
            <a:r>
              <a:rPr lang="zh-CN" altLang="en-US" dirty="0">
                <a:solidFill>
                  <a:srgbClr val="FF0000"/>
                </a:solidFill>
              </a:rPr>
              <a:t>突出重点</a:t>
            </a:r>
            <a:r>
              <a:rPr lang="zh-CN" altLang="en-US" dirty="0"/>
              <a:t>，按照密级高低采取相应的管理措施，也有利于对外交往与合作中实现</a:t>
            </a:r>
            <a:r>
              <a:rPr lang="zh-CN" altLang="en-US" dirty="0">
                <a:solidFill>
                  <a:srgbClr val="FF0000"/>
                </a:solidFill>
              </a:rPr>
              <a:t>对等保护</a:t>
            </a:r>
            <a:r>
              <a:rPr lang="zh-CN" altLang="en-US" dirty="0"/>
              <a:t>。</a:t>
            </a:r>
            <a:endParaRPr lang="zh-CN" altLang="en-US" dirty="0"/>
          </a:p>
          <a:p>
            <a:pPr fontAlgn="t">
              <a:lnSpc>
                <a:spcPct val="170000"/>
              </a:lnSpc>
            </a:pPr>
            <a:r>
              <a:rPr lang="zh-CN" altLang="en-US" dirty="0"/>
              <a:t>第二款从泄露后的损害后果考量，规定了区分绝密级、机密级和秘密级的</a:t>
            </a:r>
            <a:r>
              <a:rPr lang="zh-CN" altLang="en-US" dirty="0">
                <a:solidFill>
                  <a:srgbClr val="FF0000"/>
                </a:solidFill>
              </a:rPr>
              <a:t>原则和标准</a:t>
            </a:r>
            <a:r>
              <a:rPr lang="zh-CN" altLang="en-US" dirty="0"/>
              <a:t>，为确定国家秘密事项的密级提供了依据。“</a:t>
            </a:r>
            <a:r>
              <a:rPr lang="zh-CN" altLang="en-US" dirty="0">
                <a:solidFill>
                  <a:srgbClr val="FF0000"/>
                </a:solidFill>
              </a:rPr>
              <a:t>特别严重的损害</a:t>
            </a:r>
            <a:r>
              <a:rPr lang="zh-CN" altLang="en-US" dirty="0"/>
              <a:t>”，一般是指泄露后会破坏国家主权和领土完整，威胁国家政权巩固，或者使国家政治、经济利益等遭受巨大损失，其影响一般是全局性、战略性的。“</a:t>
            </a:r>
            <a:r>
              <a:rPr lang="zh-CN" altLang="en-US" dirty="0">
                <a:solidFill>
                  <a:srgbClr val="FF0000"/>
                </a:solidFill>
              </a:rPr>
              <a:t>严重的损害</a:t>
            </a:r>
            <a:r>
              <a:rPr lang="zh-CN" altLang="en-US" dirty="0"/>
              <a:t>”，一般是指泄露后会使某一领域内的国家安全和利益遭受重大损失，其影响一般是较大范围的。“</a:t>
            </a:r>
            <a:r>
              <a:rPr lang="zh-CN" altLang="en-US" dirty="0">
                <a:solidFill>
                  <a:srgbClr val="FF0000"/>
                </a:solidFill>
              </a:rPr>
              <a:t>损害</a:t>
            </a:r>
            <a:r>
              <a:rPr lang="zh-CN" altLang="en-US" dirty="0"/>
              <a:t>”，一般是指泄露后会使某一方面的国家安全和利益遭受损失，其影响一般是局部性的。</a:t>
            </a:r>
            <a:endParaRPr lang="zh-CN" altLang="en-US" dirty="0"/>
          </a:p>
          <a:p>
            <a:pPr>
              <a:lnSpc>
                <a:spcPct val="170000"/>
              </a:lnSpc>
            </a:pP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第</a:t>
            </a:r>
            <a:r>
              <a:rPr kumimoji="1" lang="zh-CN" altLang="en-US"/>
              <a:t>十九条</a:t>
            </a:r>
            <a:endParaRPr kumimoji="1" lang="zh-CN" altLang="en-US"/>
          </a:p>
        </p:txBody>
      </p:sp>
      <p:sp>
        <p:nvSpPr>
          <p:cNvPr id="3" name="内容占位符 2"/>
          <p:cNvSpPr>
            <a:spLocks noGrp="1"/>
          </p:cNvSpPr>
          <p:nvPr>
            <p:ph idx="1"/>
          </p:nvPr>
        </p:nvSpPr>
        <p:spPr/>
        <p:txBody>
          <a:bodyPr>
            <a:normAutofit/>
          </a:bodyPr>
          <a:lstStyle/>
          <a:p>
            <a:endParaRPr kumimoji="1" lang="zh-CN" altLang="en-US" dirty="0"/>
          </a:p>
        </p:txBody>
      </p:sp>
      <p:pic>
        <p:nvPicPr>
          <p:cNvPr id="4" name="内容占位符 3"/>
          <p:cNvPicPr>
            <a:picLocks noGrp="1" noChangeAspect="1"/>
          </p:cNvPicPr>
          <p:nvPr>
            <p:custDataLst>
              <p:tags r:id="rId1"/>
            </p:custDataLst>
          </p:nvPr>
        </p:nvPicPr>
        <p:blipFill>
          <a:blip r:embed="rId2" cstate="print">
            <a:extLst>
              <a:ext uri="{28A0092B-C50C-407E-A947-70E740481C1C}">
                <a14:useLocalDpi xmlns:a14="http://schemas.microsoft.com/office/drawing/2010/main" val="0"/>
              </a:ext>
            </a:extLst>
          </a:blip>
          <a:srcRect t="84418"/>
          <a:stretch>
            <a:fillRect/>
          </a:stretch>
        </p:blipFill>
        <p:spPr>
          <a:xfrm>
            <a:off x="1115695" y="2132965"/>
            <a:ext cx="6751955" cy="2736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229600" cy="5721499"/>
          </a:xfrm>
        </p:spPr>
        <p:txBody>
          <a:bodyPr>
            <a:normAutofit/>
          </a:bodyPr>
          <a:lstStyle/>
          <a:p>
            <a:pPr fontAlgn="t"/>
            <a:r>
              <a:rPr lang="zh-CN" altLang="en-US" dirty="0"/>
              <a:t>本条是关于机关、单位定密职责和定密内容的规定。</a:t>
            </a:r>
            <a:endParaRPr lang="zh-CN" altLang="en-US" dirty="0"/>
          </a:p>
          <a:p>
            <a:pPr fontAlgn="t"/>
            <a:r>
              <a:rPr lang="zh-CN" altLang="en-US" dirty="0"/>
              <a:t>本条规定有</a:t>
            </a:r>
            <a:r>
              <a:rPr lang="en-US" altLang="zh-CN" dirty="0"/>
              <a:t>3</a:t>
            </a:r>
            <a:r>
              <a:rPr lang="zh-CN" altLang="en-US" dirty="0"/>
              <a:t>层含义：</a:t>
            </a:r>
            <a:endParaRPr lang="zh-CN" altLang="en-US" dirty="0"/>
          </a:p>
          <a:p>
            <a:pPr fontAlgn="t"/>
            <a:r>
              <a:rPr lang="zh-CN" altLang="en-US" dirty="0"/>
              <a:t>第一，定密是机关、单位的法定职责。机关、单位对产生的属于保密事项范围规定的事项，应当及时依法确定为国家秘密，这是确保国家秘密得到有效保护的前提，是机关、单位履行保守国家秘密义务的重要内容</a:t>
            </a:r>
            <a:r>
              <a:rPr lang="zh-CN" altLang="en-US" dirty="0" smtClean="0"/>
              <a:t>。</a:t>
            </a:r>
            <a:r>
              <a:rPr lang="zh-CN" altLang="en-US" dirty="0" smtClean="0">
                <a:solidFill>
                  <a:srgbClr val="00B050"/>
                </a:solidFill>
              </a:rPr>
              <a:t>（定密职责）</a:t>
            </a:r>
            <a:endParaRPr lang="zh-CN" altLang="en-US" dirty="0">
              <a:solidFill>
                <a:srgbClr val="00B050"/>
              </a:solidFill>
            </a:endParaRPr>
          </a:p>
          <a:p>
            <a:endParaRPr kumimoji="1"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62500" lnSpcReduction="20000"/>
          </a:bodyPr>
          <a:lstStyle/>
          <a:p>
            <a:pPr fontAlgn="t">
              <a:lnSpc>
                <a:spcPct val="170000"/>
              </a:lnSpc>
            </a:pPr>
            <a:r>
              <a:rPr lang="zh-CN" altLang="en-US" dirty="0"/>
              <a:t>第二，定密应当依据保密事项范围进行。保密事项范围详细列出了每一项国家秘密事项的名称、密级、保密期限和知悉范围，是机关、单位定密工作的直接依据。机关、单位对所产生的国家秘密事项，应当严格按照本行业、本领域保密事项范围的规定“对号入座”，确定密级。对于“无号可对”的事项，机关、单位认为确实关系国家安全和利益，泄露后会对国家安全和利益造成损害的，应当依据本法第二十条的规定处理。无相应定密权限的机关、单位对所产生的符合保密事项范围规定的事项，应当依据本法第十</a:t>
            </a:r>
            <a:r>
              <a:rPr lang="zh-CN" altLang="en-US" dirty="0"/>
              <a:t>七条第三款的规定处理</a:t>
            </a:r>
            <a:r>
              <a:rPr lang="zh-CN" altLang="en-US" dirty="0" smtClean="0"/>
              <a:t>。</a:t>
            </a:r>
            <a:r>
              <a:rPr lang="zh-CN" altLang="en-US" dirty="0" smtClean="0">
                <a:solidFill>
                  <a:srgbClr val="00B050"/>
                </a:solidFill>
              </a:rPr>
              <a:t>（定密依据）</a:t>
            </a:r>
            <a:endParaRPr lang="zh-CN" altLang="en-US" dirty="0">
              <a:solidFill>
                <a:srgbClr val="00B050"/>
              </a:solidFill>
            </a:endParaRPr>
          </a:p>
          <a:p>
            <a:pPr>
              <a:lnSpc>
                <a:spcPct val="170000"/>
              </a:lnSpc>
            </a:pP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77500" lnSpcReduction="20000"/>
          </a:bodyPr>
          <a:lstStyle/>
          <a:p>
            <a:pPr>
              <a:lnSpc>
                <a:spcPct val="160000"/>
              </a:lnSpc>
            </a:pPr>
            <a:r>
              <a:rPr lang="zh-CN" altLang="en-US" dirty="0"/>
              <a:t>第三，定密的内容包括确定密级、保密期限和知悉范围。机关、单位在确定国家秘密事项密级的同时，应当确定其保密期限和知悉范围。确定保密期限，有利于解决国家秘密“终身保密”的问题，降低保密成本，实现精确高效管理；确定知悉范围，有利于国家秘密的严格管控，以采取有效措施保护国家秘密安全。认为在定密时仅仅需要确定国家秘密的密级，忽视确定保密期限和知悉范围，是不全面的，也不符合法律要求</a:t>
            </a:r>
            <a:r>
              <a:rPr lang="zh-CN" altLang="en-US" dirty="0" smtClean="0"/>
              <a:t>。</a:t>
            </a:r>
            <a:r>
              <a:rPr lang="zh-CN" altLang="en-US" dirty="0" smtClean="0">
                <a:solidFill>
                  <a:srgbClr val="00B050"/>
                </a:solidFill>
              </a:rPr>
              <a:t>（定密内容）</a:t>
            </a:r>
            <a:endParaRPr lang="zh-CN" altLang="en-US" dirty="0">
              <a:solidFill>
                <a:srgbClr val="00B050"/>
              </a:solidFill>
            </a:endParaRPr>
          </a:p>
          <a:p>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80000"/>
          </a:bodyPr>
          <a:p>
            <a:r>
              <a:rPr lang="zh-CN" altLang="en-US"/>
              <a:t>第四，有条件的机关、单位可以开展</a:t>
            </a:r>
            <a:r>
              <a:rPr lang="zh-CN" altLang="en-US">
                <a:solidFill>
                  <a:srgbClr val="C00000"/>
                </a:solidFill>
              </a:rPr>
              <a:t>密点标注</a:t>
            </a:r>
            <a:r>
              <a:rPr lang="zh-CN" altLang="en-US"/>
              <a:t>工作。密点，</a:t>
            </a:r>
            <a:r>
              <a:rPr lang="zh-CN" altLang="en-US"/>
              <a:t>是指决定一个事项具备国家秘密本质属性的关键内容，可以与非国家秘密以及其他密点明确区分。它是国家秘密事项中的最小独立信息单元，可以表现为词、句、段落、数据、图表等。推动密点标注工作，对提升定密精准化、科学化具有重要意义。一般来说，当某个国家秘密事项的密点具备特征清晰、独立性强、易于判断等条件，或者该事项需在下级单位广泛执行时，机关、单位可以开展密点标注工作。标注密点可以在相应文字、段落附近标注，也可以以附件、附注或其他形式作出说明。</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t>第</a:t>
            </a:r>
            <a:r>
              <a:rPr lang="zh-CN" altLang="en-US" b="1" dirty="0"/>
              <a:t>二十条 </a:t>
            </a:r>
            <a:endParaRPr kumimoji="1" lang="zh-CN" altLang="en-US" dirty="0"/>
          </a:p>
        </p:txBody>
      </p:sp>
      <p:sp>
        <p:nvSpPr>
          <p:cNvPr id="4" name="内容占位符 3"/>
          <p:cNvSpPr/>
          <p:nvPr>
            <p:ph idx="1"/>
          </p:nvPr>
        </p:nvSpPr>
        <p:spPr/>
        <p:txBody>
          <a:bodyPr/>
          <a:p>
            <a:endParaRPr lang="zh-CN" altLang="en-US"/>
          </a:p>
        </p:txBody>
      </p:sp>
      <p:pic>
        <p:nvPicPr>
          <p:cNvPr id="5" name="内容占位符 3"/>
          <p:cNvPicPr>
            <a:picLocks noGrp="1" noChangeAspect="1"/>
          </p:cNvPicPr>
          <p:nvPr>
            <p:custDataLst>
              <p:tags r:id="rId1"/>
            </p:custDataLst>
          </p:nvPr>
        </p:nvPicPr>
        <p:blipFill>
          <a:blip r:embed="rId2" cstate="print">
            <a:extLst>
              <a:ext uri="{28A0092B-C50C-407E-A947-70E740481C1C}">
                <a14:useLocalDpi xmlns:a14="http://schemas.microsoft.com/office/drawing/2010/main" val="0"/>
              </a:ext>
            </a:extLst>
          </a:blip>
          <a:srcRect b="61016"/>
          <a:stretch>
            <a:fillRect/>
          </a:stretch>
        </p:blipFill>
        <p:spPr>
          <a:xfrm>
            <a:off x="1115695" y="1772920"/>
            <a:ext cx="7479665" cy="3530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620688"/>
            <a:ext cx="8085584" cy="4552603"/>
          </a:xfrm>
        </p:spPr>
        <p:txBody>
          <a:bodyPr>
            <a:noAutofit/>
          </a:bodyPr>
          <a:lstStyle/>
          <a:p>
            <a:pPr fontAlgn="t">
              <a:lnSpc>
                <a:spcPct val="150000"/>
              </a:lnSpc>
            </a:pPr>
            <a:r>
              <a:rPr lang="zh-CN" altLang="en-US" sz="2400" dirty="0"/>
              <a:t>本条是关于国家秘密保密期限的规定。</a:t>
            </a:r>
            <a:endParaRPr lang="zh-CN" altLang="en-US" sz="2400" dirty="0"/>
          </a:p>
          <a:p>
            <a:pPr fontAlgn="t">
              <a:lnSpc>
                <a:spcPct val="150000"/>
              </a:lnSpc>
            </a:pPr>
            <a:r>
              <a:rPr lang="zh-CN" altLang="en-US" sz="2400" dirty="0"/>
              <a:t>第一款规定</a:t>
            </a:r>
            <a:r>
              <a:rPr lang="zh-CN" altLang="en-US" sz="2400" dirty="0">
                <a:solidFill>
                  <a:srgbClr val="FF0000"/>
                </a:solidFill>
              </a:rPr>
              <a:t>确定保密期限</a:t>
            </a:r>
            <a:r>
              <a:rPr lang="zh-CN" altLang="en-US" sz="2400" dirty="0"/>
              <a:t>，应当根据国家秘密事项的类型性质、重要程度、时效需要及其他制约因素，按照维护国家安全和利益的需要，将保密期限规定在明确的时间内</a:t>
            </a:r>
            <a:r>
              <a:rPr lang="zh-CN" altLang="en-US" sz="2400" dirty="0" smtClean="0"/>
              <a:t>。</a:t>
            </a:r>
            <a:endParaRPr lang="zh-CN" altLang="en-US" sz="2400" dirty="0" smtClean="0"/>
          </a:p>
          <a:p>
            <a:pPr fontAlgn="t">
              <a:lnSpc>
                <a:spcPct val="150000"/>
              </a:lnSpc>
            </a:pPr>
            <a:r>
              <a:rPr lang="zh-CN" altLang="en-US" sz="2400" dirty="0" smtClean="0"/>
              <a:t>在</a:t>
            </a:r>
            <a:r>
              <a:rPr lang="zh-CN" altLang="en-US" sz="2400" dirty="0"/>
              <a:t>确定保密期限时，能够确定具体期限的应当</a:t>
            </a:r>
            <a:r>
              <a:rPr lang="zh-CN" altLang="en-US" sz="2400" dirty="0">
                <a:solidFill>
                  <a:srgbClr val="FF0000"/>
                </a:solidFill>
              </a:rPr>
              <a:t>予以明确</a:t>
            </a:r>
            <a:r>
              <a:rPr lang="zh-CN" altLang="en-US" sz="2400" dirty="0"/>
              <a:t>，保密的具体期限，可以是应当保密的时间段，也可以是明确的解密时间；不能明确具体期限的，应当将能够明确判断的某种情形的出现或者事件的发生设置为解密条件，一旦设定的条件成立，该国家秘密事项的保密期限即告终止。</a:t>
            </a:r>
            <a:endParaRPr lang="zh-CN" alt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48680"/>
            <a:ext cx="8229600" cy="5577483"/>
          </a:xfrm>
        </p:spPr>
        <p:txBody>
          <a:bodyPr>
            <a:normAutofit fontScale="77500" lnSpcReduction="20000"/>
          </a:bodyPr>
          <a:lstStyle/>
          <a:p>
            <a:pPr fontAlgn="t">
              <a:lnSpc>
                <a:spcPct val="150000"/>
              </a:lnSpc>
            </a:pPr>
            <a:r>
              <a:rPr lang="zh-CN" altLang="en-US" sz="3200" dirty="0"/>
              <a:t>第二款对不同密级国家秘密事项的保密期限分别限定了</a:t>
            </a:r>
            <a:r>
              <a:rPr lang="zh-CN" altLang="en-US" sz="3200" dirty="0">
                <a:solidFill>
                  <a:srgbClr val="FF0000"/>
                </a:solidFill>
              </a:rPr>
              <a:t>最长时限</a:t>
            </a:r>
            <a:r>
              <a:rPr lang="zh-CN" altLang="en-US" sz="3200" dirty="0"/>
              <a:t>，即绝密级不超过</a:t>
            </a:r>
            <a:r>
              <a:rPr lang="en-US" altLang="zh-CN" sz="3200" dirty="0"/>
              <a:t>30</a:t>
            </a:r>
            <a:r>
              <a:rPr lang="zh-CN" altLang="en-US" sz="3200" dirty="0"/>
              <a:t>年，机密级不超过</a:t>
            </a:r>
            <a:r>
              <a:rPr lang="en-US" altLang="zh-CN" sz="3200" dirty="0"/>
              <a:t>20</a:t>
            </a:r>
            <a:r>
              <a:rPr lang="zh-CN" altLang="en-US" sz="3200" dirty="0"/>
              <a:t>年，秘密级不超过</a:t>
            </a:r>
            <a:r>
              <a:rPr lang="en-US" altLang="zh-CN" sz="3200" dirty="0"/>
              <a:t>10</a:t>
            </a:r>
            <a:r>
              <a:rPr lang="zh-CN" altLang="en-US" sz="3200" dirty="0"/>
              <a:t>年</a:t>
            </a:r>
            <a:r>
              <a:rPr lang="zh-CN" altLang="en-US" sz="3200" dirty="0" smtClean="0"/>
              <a:t>。</a:t>
            </a:r>
            <a:endParaRPr lang="zh-CN" altLang="en-US" sz="3200" dirty="0" smtClean="0"/>
          </a:p>
          <a:p>
            <a:pPr fontAlgn="t">
              <a:lnSpc>
                <a:spcPct val="150000"/>
              </a:lnSpc>
            </a:pPr>
            <a:r>
              <a:rPr lang="zh-CN" altLang="en-US" sz="3200" dirty="0" smtClean="0"/>
              <a:t>机关</a:t>
            </a:r>
            <a:r>
              <a:rPr lang="zh-CN" altLang="en-US" sz="3200" dirty="0"/>
              <a:t>、单位在确定保密期限时，应当在上述时限内确定一个合理的保密期限</a:t>
            </a:r>
            <a:r>
              <a:rPr lang="zh-CN" altLang="en-US" sz="3200" dirty="0" smtClean="0"/>
              <a:t>。</a:t>
            </a:r>
            <a:endParaRPr lang="zh-CN" altLang="en-US" sz="3200" dirty="0" smtClean="0"/>
          </a:p>
          <a:p>
            <a:pPr fontAlgn="t">
              <a:lnSpc>
                <a:spcPct val="150000"/>
              </a:lnSpc>
            </a:pPr>
            <a:r>
              <a:rPr lang="zh-CN" altLang="en-US" sz="3200" dirty="0" smtClean="0"/>
              <a:t>本款</a:t>
            </a:r>
            <a:r>
              <a:rPr lang="zh-CN" altLang="en-US" sz="3200" dirty="0"/>
              <a:t>“另有规定”，主要是指在保密事项范围中明确规定某类国家秘密事项保密期限为“</a:t>
            </a:r>
            <a:r>
              <a:rPr lang="zh-CN" altLang="en-US" sz="3200" dirty="0">
                <a:solidFill>
                  <a:srgbClr val="FF0000"/>
                </a:solidFill>
              </a:rPr>
              <a:t>长期</a:t>
            </a:r>
            <a:r>
              <a:rPr lang="zh-CN" altLang="en-US" sz="3200" dirty="0"/>
              <a:t>”的情况。这些国家秘密事项具有较强的稳定性，长期关系国家安全和利益，即使确定为本款限定的最长保密期限，也难以满足保密需求。</a:t>
            </a:r>
            <a:endParaRPr lang="zh-CN" altLang="en-US" sz="3200" dirty="0"/>
          </a:p>
          <a:p>
            <a:pPr>
              <a:lnSpc>
                <a:spcPct val="150000"/>
              </a:lnSpc>
            </a:pP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624736"/>
          </a:xfrm>
        </p:spPr>
        <p:txBody>
          <a:bodyPr>
            <a:normAutofit fontScale="70000" lnSpcReduction="20000"/>
          </a:bodyPr>
          <a:lstStyle/>
          <a:p>
            <a:pPr fontAlgn="t">
              <a:lnSpc>
                <a:spcPct val="170000"/>
              </a:lnSpc>
            </a:pPr>
            <a:r>
              <a:rPr lang="zh-CN" altLang="en-US" sz="3200" dirty="0"/>
              <a:t>第三款明确保密期限的</a:t>
            </a:r>
            <a:r>
              <a:rPr lang="en-US" altLang="zh-CN" sz="3200" dirty="0"/>
              <a:t>3</a:t>
            </a:r>
            <a:r>
              <a:rPr lang="zh-CN" altLang="en-US" sz="3200" dirty="0"/>
              <a:t>种</a:t>
            </a:r>
            <a:r>
              <a:rPr lang="zh-CN" altLang="en-US" sz="3200" dirty="0">
                <a:solidFill>
                  <a:srgbClr val="FF0000"/>
                </a:solidFill>
              </a:rPr>
              <a:t>具体表现方式</a:t>
            </a:r>
            <a:r>
              <a:rPr lang="zh-CN" altLang="en-US" sz="3200" dirty="0"/>
              <a:t>，分别是保密期限、解密时间、解密条件</a:t>
            </a:r>
            <a:r>
              <a:rPr lang="zh-CN" altLang="en-US" sz="3200" dirty="0" smtClean="0"/>
              <a:t>。</a:t>
            </a:r>
            <a:endParaRPr lang="zh-CN" altLang="en-US" sz="3200" dirty="0" smtClean="0"/>
          </a:p>
          <a:p>
            <a:pPr fontAlgn="t">
              <a:lnSpc>
                <a:spcPct val="170000"/>
              </a:lnSpc>
            </a:pPr>
            <a:r>
              <a:rPr lang="zh-CN" altLang="en-US" sz="3200" dirty="0" smtClean="0">
                <a:solidFill>
                  <a:srgbClr val="FF0000"/>
                </a:solidFill>
              </a:rPr>
              <a:t>保密</a:t>
            </a:r>
            <a:r>
              <a:rPr lang="zh-CN" altLang="en-US" sz="3200" dirty="0">
                <a:solidFill>
                  <a:srgbClr val="FF0000"/>
                </a:solidFill>
              </a:rPr>
              <a:t>期限</a:t>
            </a:r>
            <a:r>
              <a:rPr lang="zh-CN" altLang="en-US" sz="3200" dirty="0"/>
              <a:t>为具体的时限，如规定具体保密期限为</a:t>
            </a:r>
            <a:r>
              <a:rPr lang="en-US" altLang="zh-CN" sz="3200" dirty="0"/>
              <a:t>5</a:t>
            </a:r>
            <a:r>
              <a:rPr lang="zh-CN" altLang="en-US" sz="3200" dirty="0"/>
              <a:t>年，则从制发之日起满</a:t>
            </a:r>
            <a:r>
              <a:rPr lang="en-US" altLang="zh-CN" sz="3200" dirty="0"/>
              <a:t>5</a:t>
            </a:r>
            <a:r>
              <a:rPr lang="zh-CN" altLang="en-US" sz="3200" dirty="0"/>
              <a:t>年的，该秘密事项即自行解密</a:t>
            </a:r>
            <a:r>
              <a:rPr lang="zh-CN" altLang="en-US" sz="3200" dirty="0" smtClean="0"/>
              <a:t>；</a:t>
            </a:r>
            <a:endParaRPr lang="zh-CN" altLang="en-US" sz="3200" dirty="0" smtClean="0"/>
          </a:p>
          <a:p>
            <a:pPr fontAlgn="t">
              <a:lnSpc>
                <a:spcPct val="170000"/>
              </a:lnSpc>
            </a:pPr>
            <a:r>
              <a:rPr lang="zh-CN" altLang="en-US" sz="3200" dirty="0" smtClean="0">
                <a:solidFill>
                  <a:srgbClr val="FF0000"/>
                </a:solidFill>
              </a:rPr>
              <a:t>解密</a:t>
            </a:r>
            <a:r>
              <a:rPr lang="zh-CN" altLang="en-US" sz="3200" dirty="0">
                <a:solidFill>
                  <a:srgbClr val="FF0000"/>
                </a:solidFill>
              </a:rPr>
              <a:t>时间</a:t>
            </a:r>
            <a:r>
              <a:rPr lang="zh-CN" altLang="en-US" sz="3200" dirty="0"/>
              <a:t>为具体日期或时刻，如规定某一秘密事项的解密时间为</a:t>
            </a:r>
            <a:r>
              <a:rPr lang="en-US" altLang="zh-CN" sz="3200" dirty="0"/>
              <a:t>2020</a:t>
            </a:r>
            <a:r>
              <a:rPr lang="zh-CN" altLang="en-US" sz="3200" dirty="0"/>
              <a:t>年</a:t>
            </a:r>
            <a:r>
              <a:rPr lang="en-US" altLang="zh-CN" sz="3200" dirty="0"/>
              <a:t>5+</a:t>
            </a:r>
            <a:r>
              <a:rPr lang="zh-CN" altLang="en-US" sz="3200" dirty="0"/>
              <a:t>月</a:t>
            </a:r>
            <a:r>
              <a:rPr lang="en-US" altLang="zh-CN" sz="3200" dirty="0"/>
              <a:t>1</a:t>
            </a:r>
            <a:r>
              <a:rPr lang="zh-CN" altLang="en-US" sz="3200" dirty="0"/>
              <a:t>日，则到</a:t>
            </a:r>
            <a:r>
              <a:rPr lang="en-US" altLang="zh-CN" sz="3200" dirty="0"/>
              <a:t>2020</a:t>
            </a:r>
            <a:r>
              <a:rPr lang="zh-CN" altLang="en-US" sz="3200" dirty="0"/>
              <a:t>年</a:t>
            </a:r>
            <a:r>
              <a:rPr lang="en-US" altLang="zh-CN" sz="3200" dirty="0"/>
              <a:t>5</a:t>
            </a:r>
            <a:r>
              <a:rPr lang="zh-CN" altLang="en-US" sz="3200" dirty="0"/>
              <a:t>月</a:t>
            </a:r>
            <a:r>
              <a:rPr lang="en-US" altLang="zh-CN" sz="3200" dirty="0"/>
              <a:t>1</a:t>
            </a:r>
            <a:r>
              <a:rPr lang="zh-CN" altLang="en-US" sz="3200" dirty="0"/>
              <a:t>日该秘密事项保密期限到期，自行解密</a:t>
            </a:r>
            <a:r>
              <a:rPr lang="zh-CN" altLang="en-US" sz="3200" dirty="0" smtClean="0"/>
              <a:t>；</a:t>
            </a:r>
            <a:endParaRPr lang="zh-CN" altLang="en-US" sz="3200" dirty="0" smtClean="0"/>
          </a:p>
          <a:p>
            <a:pPr fontAlgn="t">
              <a:lnSpc>
                <a:spcPct val="170000"/>
              </a:lnSpc>
            </a:pPr>
            <a:r>
              <a:rPr lang="zh-CN" altLang="en-US" sz="3200" dirty="0" smtClean="0">
                <a:solidFill>
                  <a:srgbClr val="FF0000"/>
                </a:solidFill>
              </a:rPr>
              <a:t>解密</a:t>
            </a:r>
            <a:r>
              <a:rPr lang="zh-CN" altLang="en-US" sz="3200" dirty="0">
                <a:solidFill>
                  <a:srgbClr val="FF0000"/>
                </a:solidFill>
              </a:rPr>
              <a:t>条件</a:t>
            </a:r>
            <a:r>
              <a:rPr lang="zh-CN" altLang="en-US" sz="3200" dirty="0"/>
              <a:t>为具体明确便于判断的事件或情形，如规定某一秘密事项以执行完毕作为解密条件的，则该事项实施完成后，自行解密。机关、单位在确定具体事项的保密期限时，如果所依据的保密事项范围已经对该类事项的保密期限作了明确规定，应当按照规定确定保密期限。</a:t>
            </a:r>
            <a:endParaRPr lang="zh-CN" altLang="en-US" sz="3200" dirty="0"/>
          </a:p>
          <a:p>
            <a:pPr>
              <a:lnSpc>
                <a:spcPct val="170000"/>
              </a:lnSpc>
            </a:pP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48680"/>
            <a:ext cx="8229600" cy="5832648"/>
          </a:xfrm>
        </p:spPr>
        <p:txBody>
          <a:bodyPr>
            <a:normAutofit fontScale="85000" lnSpcReduction="20000"/>
          </a:bodyPr>
          <a:lstStyle/>
          <a:p>
            <a:pPr>
              <a:lnSpc>
                <a:spcPct val="150000"/>
              </a:lnSpc>
            </a:pPr>
            <a:r>
              <a:rPr lang="zh-CN" altLang="en-US" sz="3200" dirty="0"/>
              <a:t>第四款规定</a:t>
            </a:r>
            <a:r>
              <a:rPr lang="zh-CN" altLang="en-US" sz="3200" dirty="0">
                <a:solidFill>
                  <a:srgbClr val="FF0000"/>
                </a:solidFill>
              </a:rPr>
              <a:t>特殊解密条件</a:t>
            </a:r>
            <a:r>
              <a:rPr lang="zh-CN" altLang="en-US" sz="3200" dirty="0"/>
              <a:t>，即国家秘密事项经正式公布即视为解密。一般情况下，国家秘密需经法定程序，解密后才能确定是否公开。本款把正式公布视同解密，兼顾了程序与效率</a:t>
            </a:r>
            <a:r>
              <a:rPr lang="zh-CN" altLang="en-US" sz="3200" dirty="0" smtClean="0"/>
              <a:t>。</a:t>
            </a:r>
            <a:endParaRPr lang="zh-CN" altLang="en-US" sz="3200" dirty="0" smtClean="0"/>
          </a:p>
          <a:p>
            <a:pPr>
              <a:lnSpc>
                <a:spcPct val="150000"/>
              </a:lnSpc>
            </a:pPr>
            <a:r>
              <a:rPr lang="zh-CN" altLang="en-US" sz="3200" dirty="0" smtClean="0"/>
              <a:t>“</a:t>
            </a:r>
            <a:r>
              <a:rPr lang="zh-CN" altLang="en-US" sz="3200" dirty="0"/>
              <a:t>正式公布”，是指履行批准手续后通过媒体、政府门户网站、告示等正规途径对外公开发布。机关、单位通过正式公布这一特殊方式解密时，应当履行法定的信息发布审批程序，并作出记载</a:t>
            </a:r>
            <a:r>
              <a:rPr lang="zh-CN" altLang="en-US" sz="3200" dirty="0" smtClean="0"/>
              <a:t>。</a:t>
            </a:r>
            <a:endParaRPr lang="zh-CN" altLang="en-US" sz="3200" dirty="0" smtClean="0"/>
          </a:p>
          <a:p>
            <a:pPr>
              <a:lnSpc>
                <a:spcPct val="150000"/>
              </a:lnSpc>
            </a:pPr>
            <a:r>
              <a:rPr lang="zh-CN" altLang="en-US" sz="3200" dirty="0" smtClean="0"/>
              <a:t>未经</a:t>
            </a:r>
            <a:r>
              <a:rPr lang="zh-CN" altLang="en-US" sz="3200" dirty="0"/>
              <a:t>批准擅自公布涉密信息的，不能视为正式公布，应当作为泄密事件处理。</a:t>
            </a:r>
            <a:endParaRPr lang="zh-CN" altLang="en-US" sz="3200" dirty="0"/>
          </a:p>
          <a:p>
            <a:pPr>
              <a:lnSpc>
                <a:spcPct val="150000"/>
              </a:lnSpc>
            </a:pP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第二十</a:t>
            </a:r>
            <a:r>
              <a:rPr lang="zh-CN" altLang="en-US" b="1" dirty="0"/>
              <a:t>一条</a:t>
            </a:r>
            <a:endParaRPr kumimoji="1" lang="zh-CN" altLang="en-US" dirty="0"/>
          </a:p>
        </p:txBody>
      </p:sp>
      <p:sp>
        <p:nvSpPr>
          <p:cNvPr id="3" name="内容占位符 2"/>
          <p:cNvSpPr>
            <a:spLocks noGrp="1"/>
          </p:cNvSpPr>
          <p:nvPr>
            <p:ph idx="1"/>
          </p:nvPr>
        </p:nvSpPr>
        <p:spPr>
          <a:xfrm>
            <a:off x="457200" y="1600200"/>
            <a:ext cx="8229600" cy="5141168"/>
          </a:xfrm>
        </p:spPr>
        <p:txBody>
          <a:bodyPr>
            <a:normAutofit/>
          </a:bodyPr>
          <a:lstStyle/>
          <a:p>
            <a:pPr>
              <a:lnSpc>
                <a:spcPct val="150000"/>
              </a:lnSpc>
            </a:pPr>
            <a:r>
              <a:rPr lang="zh-CN" altLang="en-US" b="1" dirty="0"/>
              <a:t> </a:t>
            </a:r>
            <a:endParaRPr kumimoji="1" lang="zh-CN" altLang="en-US" dirty="0"/>
          </a:p>
        </p:txBody>
      </p:sp>
      <p:pic>
        <p:nvPicPr>
          <p:cNvPr id="4" name="内容占位符 3"/>
          <p:cNvPicPr>
            <a:picLocks noGrp="1" noChangeAspect="1"/>
          </p:cNvPicPr>
          <p:nvPr>
            <p:custDataLst>
              <p:tags r:id="rId1"/>
            </p:custDataLst>
          </p:nvPr>
        </p:nvPicPr>
        <p:blipFill>
          <a:blip r:embed="rId2" cstate="print">
            <a:extLst>
              <a:ext uri="{28A0092B-C50C-407E-A947-70E740481C1C}">
                <a14:useLocalDpi xmlns:a14="http://schemas.microsoft.com/office/drawing/2010/main" val="0"/>
              </a:ext>
            </a:extLst>
          </a:blip>
          <a:srcRect t="37928" b="25006"/>
          <a:stretch>
            <a:fillRect/>
          </a:stretch>
        </p:blipFill>
        <p:spPr>
          <a:xfrm>
            <a:off x="1007110" y="1988820"/>
            <a:ext cx="7679690" cy="344614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260648"/>
            <a:ext cx="8219256" cy="5649491"/>
          </a:xfrm>
        </p:spPr>
        <p:txBody>
          <a:bodyPr>
            <a:noAutofit/>
          </a:bodyPr>
          <a:lstStyle/>
          <a:p>
            <a:pPr fontAlgn="t">
              <a:lnSpc>
                <a:spcPct val="150000"/>
              </a:lnSpc>
            </a:pPr>
            <a:r>
              <a:rPr lang="zh-CN" altLang="en-US" sz="2400" dirty="0"/>
              <a:t>本条是关于国家秘密知悉范围的规定。</a:t>
            </a:r>
            <a:endParaRPr lang="zh-CN" altLang="en-US" sz="2400" dirty="0"/>
          </a:p>
          <a:p>
            <a:pPr fontAlgn="t">
              <a:lnSpc>
                <a:spcPct val="150000"/>
              </a:lnSpc>
            </a:pPr>
            <a:r>
              <a:rPr lang="zh-CN" altLang="en-US" sz="2400" dirty="0"/>
              <a:t>准确、适当地确定国家秘密的知悉范围，是确保国家秘密处于可控范围之内并采取相应保密防护措施的重要保障。</a:t>
            </a:r>
            <a:endParaRPr lang="zh-CN" altLang="en-US" sz="2400" dirty="0"/>
          </a:p>
          <a:p>
            <a:pPr fontAlgn="t">
              <a:lnSpc>
                <a:spcPct val="150000"/>
              </a:lnSpc>
            </a:pPr>
            <a:r>
              <a:rPr lang="zh-CN" altLang="en-US" sz="2400" dirty="0"/>
              <a:t>第一款规定确定知悉范围的两个</a:t>
            </a:r>
            <a:r>
              <a:rPr lang="zh-CN" altLang="en-US" sz="2400" dirty="0">
                <a:solidFill>
                  <a:srgbClr val="FF0000"/>
                </a:solidFill>
              </a:rPr>
              <a:t>基本原则</a:t>
            </a:r>
            <a:r>
              <a:rPr lang="zh-CN" altLang="en-US" sz="2400" dirty="0" smtClean="0"/>
              <a:t>。</a:t>
            </a:r>
            <a:endParaRPr lang="zh-CN" altLang="en-US" sz="2400" dirty="0" smtClean="0"/>
          </a:p>
          <a:p>
            <a:pPr fontAlgn="t">
              <a:lnSpc>
                <a:spcPct val="150000"/>
              </a:lnSpc>
            </a:pPr>
            <a:r>
              <a:rPr lang="zh-CN" altLang="en-US" sz="2400" dirty="0" smtClean="0"/>
              <a:t>一</a:t>
            </a:r>
            <a:r>
              <a:rPr lang="zh-CN" altLang="en-US" sz="2400" dirty="0"/>
              <a:t>是</a:t>
            </a:r>
            <a:r>
              <a:rPr lang="zh-CN" altLang="en-US" sz="2400" dirty="0">
                <a:solidFill>
                  <a:srgbClr val="FF0000"/>
                </a:solidFill>
              </a:rPr>
              <a:t>工作需要</a:t>
            </a:r>
            <a:r>
              <a:rPr lang="zh-CN" altLang="en-US" sz="2400" dirty="0"/>
              <a:t>原则。确定国家秘密知悉范围，首先应当根据工作需要确定，不应简单地把知悉国家秘密视作一种政治待遇，或者把行政级别作为确定国家秘密知悉范围的依据。将工作需要作为知悉国家秘密的前提条件，也是国际通行做法</a:t>
            </a:r>
            <a:r>
              <a:rPr lang="zh-CN" altLang="en-US" sz="2400" dirty="0" smtClean="0"/>
              <a:t>。</a:t>
            </a:r>
            <a:endParaRPr lang="zh-CN" altLang="en-US" sz="2400" dirty="0" smtClean="0"/>
          </a:p>
          <a:p>
            <a:pPr fontAlgn="t">
              <a:lnSpc>
                <a:spcPct val="150000"/>
              </a:lnSpc>
            </a:pPr>
            <a:r>
              <a:rPr lang="zh-CN" altLang="en-US" sz="2400" dirty="0" smtClean="0"/>
              <a:t>二</a:t>
            </a:r>
            <a:r>
              <a:rPr lang="zh-CN" altLang="en-US" sz="2400" dirty="0"/>
              <a:t>是</a:t>
            </a:r>
            <a:r>
              <a:rPr lang="zh-CN" altLang="en-US" sz="2400" dirty="0">
                <a:solidFill>
                  <a:srgbClr val="FF0000"/>
                </a:solidFill>
              </a:rPr>
              <a:t>最小化</a:t>
            </a:r>
            <a:r>
              <a:rPr lang="zh-CN" altLang="en-US" sz="2400" dirty="0"/>
              <a:t>原则。在可能的情况下，应当把知悉范围尽量限定到最小。</a:t>
            </a:r>
            <a:endParaRPr lang="zh-CN" altLang="en-US" sz="2400" dirty="0"/>
          </a:p>
          <a:p>
            <a:pPr>
              <a:lnSpc>
                <a:spcPct val="150000"/>
              </a:lnSpc>
            </a:pPr>
            <a:endParaRPr kumimoji="1" lang="zh-CN" alt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229600" cy="5649491"/>
          </a:xfrm>
        </p:spPr>
        <p:txBody>
          <a:bodyPr>
            <a:normAutofit fontScale="92500" lnSpcReduction="20000"/>
          </a:bodyPr>
          <a:lstStyle/>
          <a:p>
            <a:pPr fontAlgn="t">
              <a:lnSpc>
                <a:spcPct val="150000"/>
              </a:lnSpc>
            </a:pPr>
            <a:r>
              <a:rPr lang="zh-CN" altLang="en-US" sz="3200" dirty="0"/>
              <a:t>第二款规定国家秘密知悉范围应当最终限定到</a:t>
            </a:r>
            <a:r>
              <a:rPr lang="zh-CN" altLang="en-US" sz="3200" dirty="0">
                <a:solidFill>
                  <a:srgbClr val="FF0000"/>
                </a:solidFill>
              </a:rPr>
              <a:t>具体人员</a:t>
            </a:r>
            <a:r>
              <a:rPr lang="zh-CN" altLang="en-US" sz="3200" dirty="0"/>
              <a:t>。只有限定到具体人员，才能使国家秘密切实</a:t>
            </a:r>
            <a:r>
              <a:rPr lang="zh-CN" altLang="en-US" sz="3200" dirty="0">
                <a:solidFill>
                  <a:srgbClr val="FF0000"/>
                </a:solidFill>
              </a:rPr>
              <a:t>可控、可管</a:t>
            </a:r>
            <a:r>
              <a:rPr lang="zh-CN" altLang="en-US" sz="3200" dirty="0"/>
              <a:t>，有利于有针对性地采取保密管理措施，有利于在泄密事件发生后及时准确地查处</a:t>
            </a:r>
            <a:r>
              <a:rPr lang="zh-CN" altLang="en-US" sz="3200" dirty="0" smtClean="0"/>
              <a:t>。</a:t>
            </a:r>
            <a:endParaRPr lang="zh-CN" altLang="en-US" sz="3200" dirty="0" smtClean="0"/>
          </a:p>
          <a:p>
            <a:pPr fontAlgn="t">
              <a:lnSpc>
                <a:spcPct val="150000"/>
              </a:lnSpc>
            </a:pPr>
            <a:r>
              <a:rPr lang="zh-CN" altLang="en-US" sz="3200" dirty="0" smtClean="0"/>
              <a:t>根据</a:t>
            </a:r>
            <a:r>
              <a:rPr lang="zh-CN" altLang="en-US" sz="3200" dirty="0"/>
              <a:t>本款规定，国家秘密的知悉范围应当限定到具体人员，国家秘密产生机关、单位无法将知悉范围限定到具体人员的，知悉范围内的机关、单位应当限定到具体人员。</a:t>
            </a:r>
            <a:endParaRPr lang="zh-CN" altLang="en-US" sz="3200" dirty="0"/>
          </a:p>
          <a:p>
            <a:pPr>
              <a:lnSpc>
                <a:spcPct val="150000"/>
              </a:lnSpc>
            </a:pP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48680"/>
            <a:ext cx="8229600" cy="5577483"/>
          </a:xfrm>
        </p:spPr>
        <p:txBody>
          <a:bodyPr>
            <a:normAutofit fontScale="92500" lnSpcReduction="10000"/>
          </a:bodyPr>
          <a:lstStyle/>
          <a:p>
            <a:pPr>
              <a:lnSpc>
                <a:spcPct val="150000"/>
              </a:lnSpc>
            </a:pPr>
            <a:r>
              <a:rPr lang="zh-CN" altLang="en-US" sz="3200" dirty="0"/>
              <a:t>第三款规定国家秘密知悉范围之外的人员，因工作需要确需知悉国家秘密内容的，应当经过机关、单位负责人批准</a:t>
            </a:r>
            <a:r>
              <a:rPr lang="zh-CN" altLang="en-US" sz="3200" dirty="0" smtClean="0"/>
              <a:t>。</a:t>
            </a:r>
            <a:endParaRPr lang="zh-CN" altLang="en-US" sz="3200" dirty="0" smtClean="0"/>
          </a:p>
          <a:p>
            <a:pPr>
              <a:lnSpc>
                <a:spcPct val="150000"/>
              </a:lnSpc>
            </a:pPr>
            <a:r>
              <a:rPr lang="zh-CN" altLang="en-US" sz="3200" dirty="0" smtClean="0"/>
              <a:t>机关</a:t>
            </a:r>
            <a:r>
              <a:rPr lang="zh-CN" altLang="en-US" sz="3200" dirty="0"/>
              <a:t>、单位负责人的</a:t>
            </a:r>
            <a:r>
              <a:rPr lang="zh-CN" altLang="en-US" sz="3200" u="sng" dirty="0">
                <a:solidFill>
                  <a:srgbClr val="C00000"/>
                </a:solidFill>
              </a:rPr>
              <a:t>批准权限</a:t>
            </a:r>
            <a:r>
              <a:rPr lang="zh-CN" altLang="en-US" sz="3200" dirty="0"/>
              <a:t>，仅限于对本机关、本单位人员，而且要以工作需要为前提</a:t>
            </a:r>
            <a:r>
              <a:rPr lang="zh-CN" altLang="en-US" sz="3200" dirty="0" smtClean="0"/>
              <a:t>。</a:t>
            </a:r>
            <a:endParaRPr lang="zh-CN" altLang="en-US" sz="3200" dirty="0" smtClean="0"/>
          </a:p>
          <a:p>
            <a:pPr>
              <a:lnSpc>
                <a:spcPct val="150000"/>
              </a:lnSpc>
            </a:pPr>
            <a:r>
              <a:rPr lang="zh-CN" altLang="en-US" sz="3200" dirty="0" smtClean="0"/>
              <a:t>对于</a:t>
            </a:r>
            <a:r>
              <a:rPr lang="zh-CN" altLang="en-US" sz="3200" dirty="0"/>
              <a:t>原定密机关、单位明确要求不得扩大知悉范围的，知悉范围需要扩大时，应当征得原定密机关、单位的同意。</a:t>
            </a:r>
            <a:endParaRPr lang="zh-CN" altLang="en-US" sz="3200" dirty="0"/>
          </a:p>
          <a:p>
            <a:pPr>
              <a:lnSpc>
                <a:spcPct val="150000"/>
              </a:lnSpc>
            </a:pP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t>第</a:t>
            </a:r>
            <a:r>
              <a:rPr lang="zh-CN" altLang="en-US" b="1" dirty="0"/>
              <a:t>二十二条 </a:t>
            </a:r>
            <a:endParaRPr kumimoji="1" lang="zh-CN" altLang="en-US" dirty="0"/>
          </a:p>
        </p:txBody>
      </p:sp>
      <p:sp>
        <p:nvSpPr>
          <p:cNvPr id="3" name="内容占位符 2"/>
          <p:cNvSpPr>
            <a:spLocks noGrp="1"/>
          </p:cNvSpPr>
          <p:nvPr>
            <p:ph idx="1"/>
          </p:nvPr>
        </p:nvSpPr>
        <p:spPr/>
        <p:txBody>
          <a:bodyPr/>
          <a:lstStyle/>
          <a:p>
            <a:endParaRPr kumimoji="1" lang="zh-CN" altLang="en-US" dirty="0"/>
          </a:p>
        </p:txBody>
      </p:sp>
      <p:pic>
        <p:nvPicPr>
          <p:cNvPr id="4" name="内容占位符 3"/>
          <p:cNvPicPr>
            <a:picLocks noGrp="1" noChangeAspect="1"/>
          </p:cNvPicPr>
          <p:nvPr>
            <p:custDataLst>
              <p:tags r:id="rId1"/>
            </p:custDataLst>
          </p:nvPr>
        </p:nvPicPr>
        <p:blipFill>
          <a:blip r:embed="rId2" cstate="print">
            <a:extLst>
              <a:ext uri="{28A0092B-C50C-407E-A947-70E740481C1C}">
                <a14:useLocalDpi xmlns:a14="http://schemas.microsoft.com/office/drawing/2010/main" val="0"/>
              </a:ext>
            </a:extLst>
          </a:blip>
          <a:srcRect t="73936"/>
          <a:stretch>
            <a:fillRect/>
          </a:stretch>
        </p:blipFill>
        <p:spPr>
          <a:xfrm>
            <a:off x="323215" y="1917065"/>
            <a:ext cx="8590280" cy="271081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408712"/>
          </a:xfrm>
        </p:spPr>
        <p:txBody>
          <a:bodyPr>
            <a:normAutofit fontScale="62500" lnSpcReduction="20000"/>
          </a:bodyPr>
          <a:lstStyle/>
          <a:p>
            <a:pPr fontAlgn="t">
              <a:lnSpc>
                <a:spcPct val="170000"/>
              </a:lnSpc>
            </a:pPr>
            <a:r>
              <a:rPr lang="zh-CN" altLang="en-US" dirty="0"/>
              <a:t>本条是关于国家秘密标志的规定。</a:t>
            </a:r>
            <a:endParaRPr lang="zh-CN" altLang="en-US" dirty="0"/>
          </a:p>
          <a:p>
            <a:pPr fontAlgn="t">
              <a:lnSpc>
                <a:spcPct val="170000"/>
              </a:lnSpc>
            </a:pPr>
            <a:r>
              <a:rPr lang="zh-CN" altLang="en-US" dirty="0"/>
              <a:t>国家秘密标志是一种法定的文字与符号标识，用以表明所标识的物品</a:t>
            </a:r>
            <a:r>
              <a:rPr lang="en-US" altLang="zh-CN" dirty="0"/>
              <a:t>(</a:t>
            </a:r>
            <a:r>
              <a:rPr lang="zh-CN" altLang="en-US" dirty="0"/>
              <a:t>载体以及设备、产品等</a:t>
            </a:r>
            <a:r>
              <a:rPr lang="en-US" altLang="zh-CN" dirty="0"/>
              <a:t>)</a:t>
            </a:r>
            <a:r>
              <a:rPr lang="zh-CN" altLang="en-US" dirty="0"/>
              <a:t>承载内容属于国家秘密，并提示其密级和保密期限</a:t>
            </a:r>
            <a:r>
              <a:rPr lang="zh-CN" altLang="en-US" dirty="0" smtClean="0"/>
              <a:t>。</a:t>
            </a:r>
            <a:endParaRPr lang="zh-CN" altLang="en-US" dirty="0" smtClean="0"/>
          </a:p>
          <a:p>
            <a:pPr fontAlgn="t">
              <a:lnSpc>
                <a:spcPct val="170000"/>
              </a:lnSpc>
            </a:pPr>
            <a:r>
              <a:rPr lang="zh-CN" altLang="en-US" dirty="0" smtClean="0"/>
              <a:t>做出</a:t>
            </a:r>
            <a:r>
              <a:rPr lang="zh-CN" altLang="en-US" dirty="0"/>
              <a:t>国家秘密标志，目的在于提示并要求知悉范围内的机关、单位和人员采取保护措施，承担相应的保密义务，同时也提示知悉范围外偶然获得涉密载体的人员，有责任对其履行保密义务，对国家秘密进行妥善保护</a:t>
            </a:r>
            <a:r>
              <a:rPr lang="zh-CN" altLang="en-US" dirty="0" smtClean="0"/>
              <a:t>。</a:t>
            </a:r>
            <a:endParaRPr lang="zh-CN" altLang="en-US" dirty="0" smtClean="0"/>
          </a:p>
          <a:p>
            <a:pPr fontAlgn="t">
              <a:lnSpc>
                <a:spcPct val="170000"/>
              </a:lnSpc>
            </a:pPr>
            <a:r>
              <a:rPr lang="zh-CN" altLang="en-US" dirty="0" smtClean="0"/>
              <a:t>一般</a:t>
            </a:r>
            <a:r>
              <a:rPr lang="zh-CN" altLang="en-US" dirty="0"/>
              <a:t>来说，保密义务的产生，基于义务人明知或应当知道其所知悉的事项属于国家秘密。如果没有在相关载体上做出国家秘密标志，也未通知该载体属于国家秘密，知悉该事项的人员无需承担保密义务，除非他有能力判断该事项属于国家秘密。因此，做出国家秘密标志，对于有效保护国家秘密的安全，具有十分重要的作用。</a:t>
            </a:r>
            <a:endParaRPr lang="zh-CN" altLang="en-US" dirty="0"/>
          </a:p>
          <a:p>
            <a:pPr>
              <a:lnSpc>
                <a:spcPct val="170000"/>
              </a:lnSpc>
            </a:pPr>
            <a:endParaRPr kumimoji="1"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229600" cy="6264696"/>
          </a:xfrm>
        </p:spPr>
        <p:txBody>
          <a:bodyPr>
            <a:noAutofit/>
          </a:bodyPr>
          <a:lstStyle/>
          <a:p>
            <a:pPr fontAlgn="t">
              <a:lnSpc>
                <a:spcPct val="150000"/>
              </a:lnSpc>
            </a:pPr>
            <a:r>
              <a:rPr lang="zh-CN" altLang="en-US" sz="1700" dirty="0" smtClean="0"/>
              <a:t>第一款规定在国家秘密载体和属于国家秘密的设备、产品上应当作出国家秘密标志。国家秘密载体和属于国家秘密的设备、产品，必须标注密级、保密期限，这是法定的强制性要求。国家秘密标志形式为</a:t>
            </a:r>
            <a:r>
              <a:rPr lang="en-US" altLang="zh-CN" sz="1700" dirty="0" smtClean="0"/>
              <a:t>“</a:t>
            </a:r>
            <a:r>
              <a:rPr lang="zh-CN" altLang="en-US" sz="1700" dirty="0" smtClean="0"/>
              <a:t>密级★保密期限</a:t>
            </a:r>
            <a:r>
              <a:rPr lang="en-US" altLang="zh-CN" sz="1700" dirty="0" smtClean="0"/>
              <a:t>”</a:t>
            </a:r>
            <a:r>
              <a:rPr lang="zh-CN" altLang="en-US" sz="1700" dirty="0" smtClean="0"/>
              <a:t>、</a:t>
            </a:r>
            <a:r>
              <a:rPr lang="en-US" altLang="zh-CN" sz="1700" dirty="0" smtClean="0"/>
              <a:t>“</a:t>
            </a:r>
            <a:r>
              <a:rPr lang="zh-CN" altLang="en-US" sz="1700" dirty="0" smtClean="0"/>
              <a:t>密级★解密时间</a:t>
            </a:r>
            <a:r>
              <a:rPr lang="en-US" altLang="zh-CN" sz="1700" dirty="0" smtClean="0"/>
              <a:t>”</a:t>
            </a:r>
            <a:r>
              <a:rPr lang="zh-CN" altLang="en-US" sz="1700" dirty="0" smtClean="0"/>
              <a:t>或者</a:t>
            </a:r>
            <a:r>
              <a:rPr lang="en-US" altLang="zh-CN" sz="1700" dirty="0" smtClean="0"/>
              <a:t>“</a:t>
            </a:r>
            <a:r>
              <a:rPr lang="zh-CN" altLang="en-US" sz="1700" dirty="0" smtClean="0"/>
              <a:t>密级</a:t>
            </a:r>
            <a:r>
              <a:rPr lang="en-US" altLang="zh-CN" sz="1700" dirty="0" smtClean="0"/>
              <a:t> </a:t>
            </a:r>
            <a:r>
              <a:rPr lang="zh-CN" altLang="en-US" sz="1700" dirty="0" smtClean="0"/>
              <a:t>★解密条件</a:t>
            </a:r>
            <a:r>
              <a:rPr lang="en-US" altLang="zh-CN" sz="1700" dirty="0" smtClean="0"/>
              <a:t>”</a:t>
            </a:r>
            <a:r>
              <a:rPr lang="zh-CN" altLang="en-US" sz="1700" dirty="0" smtClean="0"/>
              <a:t>。</a:t>
            </a:r>
            <a:endParaRPr lang="zh-CN" altLang="en-US" sz="1700" dirty="0" smtClean="0"/>
          </a:p>
          <a:p>
            <a:pPr fontAlgn="t">
              <a:lnSpc>
                <a:spcPct val="150000"/>
              </a:lnSpc>
            </a:pPr>
            <a:r>
              <a:rPr lang="zh-CN" altLang="en-US" sz="1700" dirty="0" smtClean="0"/>
              <a:t>作出国家秘密标志，可以根据不同的载体形式采用不同的标注方式，但应当易于识别。如</a:t>
            </a:r>
            <a:r>
              <a:rPr lang="zh-CN" altLang="en-US" sz="1700" dirty="0">
                <a:solidFill>
                  <a:srgbClr val="FF0000"/>
                </a:solidFill>
              </a:rPr>
              <a:t>书面形式的载体</a:t>
            </a:r>
            <a:r>
              <a:rPr lang="zh-CN" altLang="en-US" sz="1700" dirty="0"/>
              <a:t>应在封面或首页做出国家秘密标志；地图、图纸、图表则在其标题之后或者下方适当位置做出国家秘密标志。</a:t>
            </a:r>
            <a:r>
              <a:rPr lang="zh-CN" altLang="en-US" sz="1700" dirty="0">
                <a:solidFill>
                  <a:srgbClr val="FF0000"/>
                </a:solidFill>
              </a:rPr>
              <a:t>非书面形式的载体</a:t>
            </a:r>
            <a:r>
              <a:rPr lang="zh-CN" altLang="en-US" sz="1700" dirty="0"/>
              <a:t>，要以能够明显识别的方式予以标注；</a:t>
            </a:r>
            <a:r>
              <a:rPr lang="zh-CN" altLang="en-US" sz="1700" dirty="0">
                <a:solidFill>
                  <a:srgbClr val="FF0000"/>
                </a:solidFill>
              </a:rPr>
              <a:t>凡有包装</a:t>
            </a:r>
            <a:r>
              <a:rPr lang="en-US" altLang="zh-CN" sz="1700" dirty="0">
                <a:solidFill>
                  <a:srgbClr val="FF0000"/>
                </a:solidFill>
              </a:rPr>
              <a:t>(</a:t>
            </a:r>
            <a:r>
              <a:rPr lang="zh-CN" altLang="en-US" sz="1700" dirty="0">
                <a:solidFill>
                  <a:srgbClr val="FF0000"/>
                </a:solidFill>
              </a:rPr>
              <a:t>套、盒、袋等</a:t>
            </a:r>
            <a:r>
              <a:rPr lang="en-US" altLang="zh-CN" sz="1700" dirty="0">
                <a:solidFill>
                  <a:srgbClr val="FF0000"/>
                </a:solidFill>
              </a:rPr>
              <a:t>)</a:t>
            </a:r>
            <a:r>
              <a:rPr lang="zh-CN" altLang="en-US" sz="1700" dirty="0">
                <a:solidFill>
                  <a:srgbClr val="FF0000"/>
                </a:solidFill>
              </a:rPr>
              <a:t>的载体</a:t>
            </a:r>
            <a:r>
              <a:rPr lang="zh-CN" altLang="en-US" sz="1700" dirty="0"/>
              <a:t>，应以恰当方式在载体包装上标注。</a:t>
            </a:r>
            <a:r>
              <a:rPr lang="zh-CN" altLang="en-US" sz="1700" dirty="0">
                <a:solidFill>
                  <a:srgbClr val="FF0000"/>
                </a:solidFill>
              </a:rPr>
              <a:t>汇编</a:t>
            </a:r>
            <a:r>
              <a:rPr lang="zh-CN" altLang="en-US" sz="1700" dirty="0"/>
              <a:t>涉密文件、资料，应对各独立文件、资料做出标志，并在封面或者首页以其中最高密级和最长保密期限做出标志。</a:t>
            </a:r>
            <a:endParaRPr lang="zh-CN" altLang="en-US" sz="1700" dirty="0"/>
          </a:p>
          <a:p>
            <a:pPr fontAlgn="t">
              <a:lnSpc>
                <a:spcPct val="150000"/>
              </a:lnSpc>
            </a:pPr>
            <a:r>
              <a:rPr lang="zh-CN" altLang="en-US" sz="1700" dirty="0">
                <a:solidFill>
                  <a:srgbClr val="FF0000"/>
                </a:solidFill>
              </a:rPr>
              <a:t>摘录、引用</a:t>
            </a:r>
            <a:r>
              <a:rPr lang="zh-CN" altLang="en-US" sz="1700" dirty="0"/>
              <a:t>属于国家秘密内容的，应以其中最高密级和最长保密期限做出标志。</a:t>
            </a:r>
            <a:r>
              <a:rPr lang="zh-CN" altLang="en-US" sz="1700" dirty="0">
                <a:solidFill>
                  <a:srgbClr val="FF0000"/>
                </a:solidFill>
              </a:rPr>
              <a:t>对不能或不宜做出国家秘密标志的</a:t>
            </a:r>
            <a:r>
              <a:rPr lang="zh-CN" altLang="en-US" sz="1700" dirty="0"/>
              <a:t>，包括一些特殊的属于国家秘密的设备、产品，产生或制作机关、单位应作出文字记载，并将其密级和保密期限及时通知知悉范围内的机关、单位或人员。</a:t>
            </a:r>
            <a:endParaRPr lang="zh-CN" altLang="en-US" sz="1700" dirty="0"/>
          </a:p>
          <a:p>
            <a:pPr>
              <a:lnSpc>
                <a:spcPct val="170000"/>
              </a:lnSpc>
            </a:pPr>
            <a:endParaRPr lang="zh-CN" alt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a:xfrm>
            <a:off x="683895" y="2132965"/>
            <a:ext cx="8229600" cy="4525963"/>
          </a:xfrm>
        </p:spPr>
        <p:txBody>
          <a:bodyPr>
            <a:normAutofit fontScale="70000"/>
          </a:bodyPr>
          <a:lstStyle/>
          <a:p>
            <a:endParaRPr kumimoji="1" lang="zh-CN" altLang="en-US"/>
          </a:p>
          <a:p>
            <a:endParaRPr kumimoji="1" lang="zh-CN" altLang="en-US"/>
          </a:p>
          <a:p>
            <a:endParaRPr kumimoji="1" lang="zh-CN" altLang="en-US"/>
          </a:p>
          <a:p>
            <a:endParaRPr kumimoji="1" lang="zh-CN" altLang="en-US"/>
          </a:p>
          <a:p>
            <a:endParaRPr kumimoji="1" lang="zh-CN" altLang="en-US"/>
          </a:p>
          <a:p>
            <a:endParaRPr kumimoji="1" lang="zh-CN" altLang="en-US"/>
          </a:p>
          <a:p>
            <a:r>
              <a:rPr kumimoji="1" lang="zh-CN" altLang="en-US"/>
              <a:t>国家秘密解密后，原定密机关、单位，使用以及保管该载体设备及产品的机关、单位或者人员，应当在原国家秘密标志附近作出解密标志。无法作出解密标志的，应当以其他方式对解密情况作出说明。</a:t>
            </a:r>
            <a:endParaRPr kumimoji="1" lang="zh-CN" altLang="en-US"/>
          </a:p>
        </p:txBody>
      </p:sp>
      <p:pic>
        <p:nvPicPr>
          <p:cNvPr id="4" name="图片 3"/>
          <p:cNvPicPr>
            <a:picLocks noChangeAspect="1"/>
          </p:cNvPicPr>
          <p:nvPr/>
        </p:nvPicPr>
        <p:blipFill>
          <a:blip r:embed="rId1"/>
          <a:stretch>
            <a:fillRect/>
          </a:stretch>
        </p:blipFill>
        <p:spPr>
          <a:xfrm>
            <a:off x="899795" y="404495"/>
            <a:ext cx="7543800" cy="40005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第二款规定涉及国家秘密的</a:t>
            </a:r>
            <a:r>
              <a:rPr lang="zh-CN" altLang="en-US" dirty="0">
                <a:solidFill>
                  <a:srgbClr val="FF0000"/>
                </a:solidFill>
              </a:rPr>
              <a:t>电子文件</a:t>
            </a:r>
            <a:r>
              <a:rPr lang="zh-CN" altLang="en-US" dirty="0"/>
              <a:t>，应当按照国家有关规定作出国家秘密标志。目前，电子文件国家秘密标志已有相关国家标准。机关、单位建设涉密信息系统时，根据国家保密规定和标准有关要求，应当部署符合要求的电子文件密级标志系统，确保涉密信息系统中产生、存储、处理和传输的电子文件添加国家秘密标志。</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第三款确立国家秘密标志的专用性。国家秘密标志专用于标注各类国家秘密载体和属于国家秘密的设备、产品，不属于国家秘密的，不得使用国家秘密标志。</a:t>
            </a: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保密法实施条例</a:t>
            </a:r>
            <a:endParaRPr kumimoji="1" lang="zh-CN" altLang="en-US" dirty="0"/>
          </a:p>
        </p:txBody>
      </p:sp>
      <p:pic>
        <p:nvPicPr>
          <p:cNvPr id="6" name="内容占位符 5" descr="截屏2025-05-29 下午8.41.54"/>
          <p:cNvPicPr>
            <a:picLocks noChangeAspect="1"/>
          </p:cNvPicPr>
          <p:nvPr>
            <p:ph idx="1"/>
          </p:nvPr>
        </p:nvPicPr>
        <p:blipFill>
          <a:blip r:embed="rId1"/>
          <a:stretch>
            <a:fillRect/>
          </a:stretch>
        </p:blipFill>
        <p:spPr>
          <a:xfrm>
            <a:off x="1835785" y="1386205"/>
            <a:ext cx="5468620" cy="495173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第</a:t>
            </a:r>
            <a:r>
              <a:rPr lang="zh-CN" altLang="en-US"/>
              <a:t>十九条</a:t>
            </a:r>
            <a:endParaRPr lang="zh-CN" altLang="en-US"/>
          </a:p>
        </p:txBody>
      </p:sp>
      <p:sp>
        <p:nvSpPr>
          <p:cNvPr id="3" name="内容占位符 2"/>
          <p:cNvSpPr>
            <a:spLocks noGrp="1"/>
          </p:cNvSpPr>
          <p:nvPr>
            <p:ph idx="1"/>
          </p:nvPr>
        </p:nvSpPr>
        <p:spPr/>
        <p:txBody>
          <a:bodyPr>
            <a:normAutofit lnSpcReduction="10000"/>
          </a:bodyPr>
          <a:p>
            <a:r>
              <a:rPr lang="zh-CN" altLang="en-US"/>
              <a:t>机关、单位对所产生的国家秘密，应当按照保密事项范围的规定确定具体的保密期限或者解密时间；</a:t>
            </a:r>
            <a:r>
              <a:rPr lang="zh-CN" altLang="en-US"/>
              <a:t>不能确定的应当确定解密条件。</a:t>
            </a:r>
            <a:endParaRPr lang="zh-CN" altLang="en-US"/>
          </a:p>
          <a:p>
            <a:r>
              <a:rPr lang="zh-CN" altLang="en-US"/>
              <a:t>国家秘密的保密期限，自标明的制发日起计算</a:t>
            </a:r>
            <a:r>
              <a:rPr lang="en-US" altLang="zh-CN"/>
              <a:t>;</a:t>
            </a:r>
            <a:r>
              <a:rPr lang="zh-CN" altLang="en-US"/>
              <a:t>不能标明制发日的，确定该国家秘密的机关、单位应当书面通知知悉范围内的机关、单位和人员，保密期限自通知之日起计算。</a:t>
            </a: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保密期限是对国家秘密采取保密措施的时间要求。本条在保密法第十九条、第二十条有关保密期限规定的基础上，对保密期限的</a:t>
            </a:r>
            <a:r>
              <a:rPr lang="zh-CN" altLang="en-US"/>
              <a:t>确定和计算作出进一步明确。</a:t>
            </a: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lnSpcReduction="10000"/>
          </a:bodyPr>
          <a:p>
            <a:r>
              <a:rPr lang="zh-CN" altLang="en-US"/>
              <a:t>第一款明确保密期限的确定依据和形式。机关、单位应当依相关</a:t>
            </a:r>
            <a:r>
              <a:rPr lang="zh-CN" altLang="en-US">
                <a:solidFill>
                  <a:srgbClr val="FF0000"/>
                </a:solidFill>
              </a:rPr>
              <a:t>保密事项范围</a:t>
            </a:r>
            <a:r>
              <a:rPr lang="zh-CN" altLang="en-US"/>
              <a:t>，确定国家秘密的保密期限。</a:t>
            </a:r>
            <a:endParaRPr lang="zh-CN" altLang="en-US"/>
          </a:p>
          <a:p>
            <a:r>
              <a:rPr lang="zh-CN" altLang="en-US"/>
              <a:t>保密期限的表现式包括</a:t>
            </a:r>
            <a:r>
              <a:rPr lang="zh-CN" altLang="en-US">
                <a:solidFill>
                  <a:srgbClr val="FF0000"/>
                </a:solidFill>
              </a:rPr>
              <a:t>保密时限、解密时间和解密条件</a:t>
            </a:r>
            <a:r>
              <a:rPr lang="zh-CN" altLang="en-US"/>
              <a:t>。保密期限应当在保密事</a:t>
            </a:r>
            <a:r>
              <a:rPr lang="zh-CN" altLang="en-US"/>
              <a:t>项范围目录规定的最长保密期限内合理确定，不得超出最长保密期限；</a:t>
            </a:r>
            <a:endParaRPr lang="zh-CN" altLang="en-US"/>
          </a:p>
          <a:p>
            <a:r>
              <a:rPr lang="zh-CN" altLang="en-US"/>
              <a:t>保密事项范围规定的保密期限明确为</a:t>
            </a:r>
            <a:r>
              <a:rPr lang="en-US" altLang="zh-CN"/>
              <a:t>“</a:t>
            </a:r>
            <a:r>
              <a:rPr lang="zh-CN" altLang="en-US">
                <a:solidFill>
                  <a:srgbClr val="FF0000"/>
                </a:solidFill>
              </a:rPr>
              <a:t>长期</a:t>
            </a:r>
            <a:r>
              <a:rPr lang="en-US" altLang="zh-CN"/>
              <a:t>”</a:t>
            </a:r>
            <a:r>
              <a:rPr lang="zh-CN" altLang="en-US"/>
              <a:t>的，机关、单信不得擅自变更</a:t>
            </a:r>
            <a:r>
              <a:rPr lang="en-US" altLang="zh-CN"/>
              <a:t>;</a:t>
            </a:r>
            <a:r>
              <a:rPr lang="zh-CN" altLang="en-US"/>
              <a:t>保密事项范围规定解密条件或者解密时间的，从其规定。</a:t>
            </a:r>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第二款明确保密期限的计算方法。</a:t>
            </a:r>
            <a:endParaRPr lang="zh-CN" altLang="en-US"/>
          </a:p>
          <a:p>
            <a:r>
              <a:rPr lang="zh-CN" altLang="en-US"/>
              <a:t>国家秘密的保密期限，自标明的制发日起计算。</a:t>
            </a:r>
            <a:r>
              <a:rPr lang="en-US" altLang="zh-CN"/>
              <a:t>“</a:t>
            </a:r>
            <a:r>
              <a:rPr lang="zh-CN" altLang="en-US">
                <a:solidFill>
                  <a:srgbClr val="C00000"/>
                </a:solidFill>
              </a:rPr>
              <a:t>标明的制发日</a:t>
            </a:r>
            <a:r>
              <a:rPr lang="en-US" altLang="zh-CN"/>
              <a:t>”</a:t>
            </a:r>
            <a:r>
              <a:rPr lang="zh-CN" altLang="en-US"/>
              <a:t>，是指机关、单位在正式制发的国家秘密载体上标明的日期。</a:t>
            </a:r>
            <a:endParaRPr lang="zh-CN" altLang="en-US"/>
          </a:p>
          <a:p>
            <a:r>
              <a:rPr lang="zh-CN" altLang="en-US"/>
              <a:t>不能标明制发日的，如秘密设备、产品等，由产生该国家秘密的机关、单位，书面通知知悉范围内的机关、单位和人员，保密期限自</a:t>
            </a:r>
            <a:r>
              <a:rPr lang="zh-CN" altLang="en-US">
                <a:solidFill>
                  <a:srgbClr val="C00000"/>
                </a:solidFill>
              </a:rPr>
              <a:t>书面通知明确规定的日期</a:t>
            </a:r>
            <a:r>
              <a:rPr lang="zh-CN" altLang="en-US"/>
              <a:t>起计算。</a:t>
            </a:r>
            <a:endParaRPr lang="zh-CN" altLang="en-US"/>
          </a:p>
          <a:p>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第</a:t>
            </a:r>
            <a:r>
              <a:rPr lang="zh-CN" altLang="en-US"/>
              <a:t>二十条</a:t>
            </a:r>
            <a:endParaRPr lang="zh-CN" altLang="en-US"/>
          </a:p>
        </p:txBody>
      </p:sp>
      <p:sp>
        <p:nvSpPr>
          <p:cNvPr id="3" name="内容占位符 2"/>
          <p:cNvSpPr>
            <a:spLocks noGrp="1"/>
          </p:cNvSpPr>
          <p:nvPr>
            <p:ph idx="1"/>
          </p:nvPr>
        </p:nvSpPr>
        <p:spPr/>
        <p:txBody>
          <a:bodyPr>
            <a:normAutofit lnSpcReduction="10000"/>
          </a:bodyPr>
          <a:p>
            <a:r>
              <a:rPr lang="zh-CN" altLang="en-US"/>
              <a:t>机关、单位应当依法限定国家秘密的知悉范围对知悉</a:t>
            </a:r>
            <a:r>
              <a:rPr lang="zh-CN" altLang="en-US">
                <a:solidFill>
                  <a:srgbClr val="C00000"/>
                </a:solidFill>
              </a:rPr>
              <a:t>机密级</a:t>
            </a:r>
            <a:r>
              <a:rPr lang="zh-CN" altLang="en-US"/>
              <a:t>以上国家秘密的人员，应当作出记录。</a:t>
            </a:r>
            <a:endParaRPr lang="zh-CN" altLang="en-US"/>
          </a:p>
          <a:p>
            <a:r>
              <a:rPr lang="zh-CN" altLang="en-US"/>
              <a:t>本条是关于限定国家秘密知悉范围的规定，是对保密法第二十一条的进一步细化。</a:t>
            </a:r>
            <a:endParaRPr lang="zh-CN" altLang="en-US"/>
          </a:p>
          <a:p>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630555"/>
            <a:ext cx="8229600" cy="5495925"/>
          </a:xfrm>
        </p:spPr>
        <p:txBody>
          <a:bodyPr>
            <a:noAutofit/>
          </a:bodyPr>
          <a:p>
            <a:r>
              <a:rPr lang="zh-CN" altLang="en-US" sz="2800">
                <a:sym typeface="+mn-ea"/>
              </a:rPr>
              <a:t>严格限定国家秘密的知悉范围，是确保国家秘密处于安全可控范围的重要保密防护棤施。保密法第二十一条第一款、第二款规</a:t>
            </a:r>
            <a:r>
              <a:rPr lang="zh-CN" altLang="en-US" sz="2800"/>
              <a:t>定</a:t>
            </a:r>
            <a:r>
              <a:rPr lang="en-US" altLang="zh-CN" sz="2800"/>
              <a:t>:“</a:t>
            </a:r>
            <a:r>
              <a:rPr lang="zh-CN" altLang="en-US" sz="2800"/>
              <a:t>国家秘密的知悉范围，应当根据工作需要限定在最小范围。国家秘密的知悉范围能够限定到具体人员的，限定到具体人员</a:t>
            </a:r>
            <a:r>
              <a:rPr lang="en-US" altLang="zh-CN" sz="2800"/>
              <a:t>;</a:t>
            </a:r>
            <a:r>
              <a:rPr lang="zh-CN" altLang="en-US" sz="2800"/>
              <a:t>不能限定到具体人员的，限定到机关、单位，由该机关、单位限定到具体人员。</a:t>
            </a:r>
            <a:r>
              <a:rPr lang="en-US" altLang="zh-CN" sz="2800"/>
              <a:t>”</a:t>
            </a:r>
            <a:endParaRPr lang="en-US" altLang="zh-CN" sz="2800"/>
          </a:p>
          <a:p>
            <a:r>
              <a:rPr lang="zh-CN" altLang="en-US" sz="2800"/>
              <a:t>国家秘密的知悉范围应当依据保密事项范围，根据工作需要确定。确定知悉范围应当坚持最小化，即在可能的情况下，把知悉范围尽量限定到最小，并最终限定到具体人员。只有限定到具体人员，才能使国家秘密切实可控、可管，有利于有针对性地采取保密管理措施，也有利于明确保密责任。</a:t>
            </a:r>
            <a:endParaRPr lang="zh-CN" altLang="en-US" sz="2800"/>
          </a:p>
          <a:p>
            <a:endParaRPr lang="zh-CN" altLang="en-US" sz="28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lnSpcReduction="20000"/>
          </a:bodyPr>
          <a:p>
            <a:r>
              <a:rPr lang="zh-CN" altLang="en-US"/>
              <a:t>本条强调，对知悉</a:t>
            </a:r>
            <a:r>
              <a:rPr lang="zh-CN" altLang="en-US">
                <a:solidFill>
                  <a:srgbClr val="FF0000"/>
                </a:solidFill>
              </a:rPr>
              <a:t>机密级</a:t>
            </a:r>
            <a:r>
              <a:rPr lang="zh-CN" altLang="en-US"/>
              <a:t>以上国家秘密的人员，应当作出记录以确保重要国家秘密安全。记录可以根据实际需要，采取不同形式。</a:t>
            </a:r>
            <a:endParaRPr lang="zh-CN" altLang="en-US"/>
          </a:p>
          <a:p>
            <a:r>
              <a:rPr lang="zh-CN" altLang="en-US"/>
              <a:t>如，登记知悉国家秘密人员的名单，在传阅、使用国家秘密载体时履行登记、签收手续，留存传阅人在涉密文件、资料上的批示、签字等原始记录或者在电子公文系统中记录传阅人信息等。</a:t>
            </a:r>
            <a:endParaRPr lang="zh-CN" altLang="en-US"/>
          </a:p>
          <a:p>
            <a:r>
              <a:rPr lang="zh-CN" altLang="en-US"/>
              <a:t>国家有关主管部门、定密机关或者单位、上级机关或者单位对记录知悉范围的形式有专门规定和明确要求的，按照相关要求办理。</a:t>
            </a:r>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第</a:t>
            </a:r>
            <a:r>
              <a:rPr lang="zh-CN" altLang="en-US"/>
              <a:t>二十一条</a:t>
            </a:r>
            <a:endParaRPr lang="zh-CN" altLang="en-US"/>
          </a:p>
        </p:txBody>
      </p:sp>
      <p:sp>
        <p:nvSpPr>
          <p:cNvPr id="3" name="内容占位符 2"/>
          <p:cNvSpPr>
            <a:spLocks noGrp="1"/>
          </p:cNvSpPr>
          <p:nvPr>
            <p:ph idx="1"/>
          </p:nvPr>
        </p:nvSpPr>
        <p:spPr/>
        <p:txBody>
          <a:bodyPr>
            <a:normAutofit fontScale="90000" lnSpcReduction="20000"/>
          </a:bodyPr>
          <a:p>
            <a:r>
              <a:rPr lang="en-US" altLang="zh-CN"/>
              <a:t> </a:t>
            </a:r>
            <a:r>
              <a:rPr lang="zh-CN" altLang="en-US"/>
              <a:t>国家秘密载体以及属于国家秘密的设备、产品</a:t>
            </a:r>
            <a:r>
              <a:rPr lang="en-US" altLang="zh-CN"/>
              <a:t>(</a:t>
            </a:r>
            <a:r>
              <a:rPr lang="zh-CN" altLang="en-US"/>
              <a:t>以下简称密品</a:t>
            </a:r>
            <a:r>
              <a:rPr lang="en-US" altLang="zh-CN"/>
              <a:t>)</a:t>
            </a:r>
            <a:r>
              <a:rPr lang="zh-CN" altLang="en-US"/>
              <a:t>的明显部位应当作出国家秘密标志。</a:t>
            </a:r>
            <a:endParaRPr lang="zh-CN" altLang="en-US"/>
          </a:p>
          <a:p>
            <a:r>
              <a:rPr lang="zh-CN" altLang="en-US"/>
              <a:t>国家秘密标志应当标注密级、保密期限。国家秘密的密级或者保密期限发生变更的，应当及时对原国家秘密标志作出变更。</a:t>
            </a:r>
            <a:endParaRPr lang="zh-CN" altLang="en-US"/>
          </a:p>
          <a:p>
            <a:r>
              <a:rPr lang="zh-CN" altLang="en-US"/>
              <a:t>无法作出国家秘密标志的，确定该国家秘密的机关、单位应当书面通知知悉范围内的机关、单位和人员。</a:t>
            </a:r>
            <a:endParaRPr lang="zh-CN" altLang="en-US"/>
          </a:p>
          <a:p>
            <a:r>
              <a:rPr lang="zh-CN" altLang="en-US">
                <a:sym typeface="+mn-ea"/>
              </a:rPr>
              <a:t>本条是关于作出国家秘密标志和告知的规定，是对保密法第二十二条的进一步细化。</a:t>
            </a:r>
            <a:endParaRPr lang="zh-CN" altLang="en-US"/>
          </a:p>
          <a:p>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487680"/>
            <a:ext cx="8229600" cy="5638800"/>
          </a:xfrm>
        </p:spPr>
        <p:txBody>
          <a:bodyPr>
            <a:normAutofit fontScale="90000"/>
          </a:bodyPr>
          <a:p>
            <a:pPr>
              <a:lnSpc>
                <a:spcPct val="120000"/>
              </a:lnSpc>
            </a:pPr>
            <a:r>
              <a:rPr lang="zh-CN" altLang="en-US"/>
              <a:t>国家秘密标志是一种法定的文字与符号标识，用以表明所标调的载体、设备和产品等承载的内容属于国家秘密，并提示其密级和保密期限。</a:t>
            </a:r>
            <a:endParaRPr lang="zh-CN" altLang="en-US"/>
          </a:p>
          <a:p>
            <a:pPr>
              <a:lnSpc>
                <a:spcPct val="120000"/>
              </a:lnSpc>
            </a:pPr>
            <a:r>
              <a:rPr lang="zh-CN" altLang="en-US"/>
              <a:t>国家秘密标志形式一般为</a:t>
            </a:r>
            <a:r>
              <a:rPr lang="en-US" altLang="zh-CN"/>
              <a:t>“</a:t>
            </a:r>
            <a:r>
              <a:rPr lang="zh-CN" altLang="en-US"/>
              <a:t>密级★保密期限</a:t>
            </a:r>
            <a:r>
              <a:rPr lang="en-US" altLang="zh-CN"/>
              <a:t>”</a:t>
            </a:r>
            <a:r>
              <a:rPr lang="zh-CN" altLang="en-US"/>
              <a:t>、</a:t>
            </a:r>
            <a:r>
              <a:rPr lang="en-US" altLang="zh-CN"/>
              <a:t>“</a:t>
            </a:r>
            <a:r>
              <a:rPr lang="zh-CN" altLang="en-US"/>
              <a:t>密级★解密时间</a:t>
            </a:r>
            <a:r>
              <a:rPr lang="en-US" altLang="zh-CN"/>
              <a:t>”</a:t>
            </a:r>
            <a:r>
              <a:rPr lang="zh-CN" altLang="en-US"/>
              <a:t>或者</a:t>
            </a:r>
            <a:r>
              <a:rPr lang="en-US" altLang="zh-CN"/>
              <a:t>“</a:t>
            </a:r>
            <a:r>
              <a:rPr lang="zh-CN" altLang="en-US"/>
              <a:t>密级★解密条件</a:t>
            </a:r>
            <a:r>
              <a:rPr lang="en-US" altLang="zh-CN"/>
              <a:t>”</a:t>
            </a:r>
            <a:r>
              <a:rPr lang="zh-CN" altLang="en-US"/>
              <a:t>。</a:t>
            </a:r>
            <a:endParaRPr lang="zh-CN" altLang="en-US"/>
          </a:p>
          <a:p>
            <a:pPr>
              <a:lnSpc>
                <a:spcPct val="120000"/>
              </a:lnSpc>
            </a:pPr>
            <a:r>
              <a:rPr lang="zh-CN" altLang="en-US"/>
              <a:t>作出国家秘密标志，</a:t>
            </a:r>
            <a:r>
              <a:rPr lang="zh-CN" altLang="en-US">
                <a:solidFill>
                  <a:srgbClr val="FF0000"/>
                </a:solidFill>
              </a:rPr>
              <a:t>目的</a:t>
            </a:r>
            <a:r>
              <a:rPr lang="zh-CN" altLang="en-US"/>
              <a:t>在于提示并要求知悉范围内的机关、单位和人员采取保护措施，承担相向的保密义务，同时提示知悉范围外偶然获得国家秘密载体的人员有责任对其履行保密义务，对国家秘密进行妥善保护。</a:t>
            </a:r>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388620"/>
            <a:ext cx="8229600" cy="5737860"/>
          </a:xfrm>
        </p:spPr>
        <p:txBody>
          <a:bodyPr>
            <a:noAutofit/>
          </a:bodyPr>
          <a:p>
            <a:endParaRPr lang="zh-CN" altLang="en-US" sz="2800"/>
          </a:p>
          <a:p>
            <a:endParaRPr lang="zh-CN" altLang="en-US" sz="2800"/>
          </a:p>
          <a:p>
            <a:r>
              <a:rPr lang="zh-CN" altLang="en-US" sz="2800"/>
              <a:t>第一款明确作出国家秘密标志的要求和国家秘密标志的变更国家秘密标志的内容包括密级和保密期限。</a:t>
            </a:r>
            <a:endParaRPr lang="zh-CN" altLang="en-US" sz="2800"/>
          </a:p>
          <a:p>
            <a:r>
              <a:rPr lang="zh-CN" altLang="en-US" sz="2800"/>
              <a:t>机关、单位对其制作的国家秘密载体必须标注密级和保密期限。在国家秘密载体上作出国家秘密标志，是法律的强制性规定，机关、单位应当严格执行。作出国家秘密标志，可以根据不同的载体形式采用不同的标注方式但应当易于识别。</a:t>
            </a:r>
            <a:endParaRPr lang="zh-CN" altLang="en-US" sz="2800"/>
          </a:p>
          <a:p>
            <a:pPr marL="0" indent="0">
              <a:buNone/>
            </a:pPr>
            <a:endParaRPr lang="zh-CN" altLang="en-US" sz="28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457200" y="1051560"/>
            <a:ext cx="8229600" cy="5074920"/>
          </a:xfrm>
        </p:spPr>
        <p:txBody>
          <a:bodyPr>
            <a:normAutofit fontScale="80000"/>
          </a:bodyPr>
          <a:p>
            <a:r>
              <a:rPr lang="zh-CN" altLang="en-US">
                <a:sym typeface="+mn-ea"/>
              </a:rPr>
              <a:t>在纸介质和电子文件国家秘密载体上作出国家秘密标志的，应当符合有关国家标准。没有国家标准的，应当标注在封面左上角或者标题下方的显著位置。</a:t>
            </a:r>
            <a:endParaRPr lang="zh-CN" altLang="en-US">
              <a:sym typeface="+mn-ea"/>
            </a:endParaRPr>
          </a:p>
          <a:p>
            <a:r>
              <a:rPr lang="zh-CN" altLang="en-US">
                <a:sym typeface="+mn-ea"/>
              </a:rPr>
              <a:t>光介质、电磁介质等国家秘密载体和属于国家秘密的设备、产品的国家秘密标志，应当标注在壳体及封面、外包装的显著位置。</a:t>
            </a:r>
            <a:endParaRPr lang="zh-CN" altLang="en-US">
              <a:sym typeface="+mn-ea"/>
            </a:endParaRPr>
          </a:p>
          <a:p>
            <a:r>
              <a:rPr lang="zh-CN" altLang="en-US">
                <a:sym typeface="+mn-ea"/>
              </a:rPr>
              <a:t>汇编涉密文件、资料，应当对各独立文件、资料分别作出标志，并在封面或者首页以其中最高密级和最长保密期限作出标志。</a:t>
            </a:r>
            <a:endParaRPr lang="zh-CN" altLang="en-US">
              <a:sym typeface="+mn-ea"/>
            </a:endParaRPr>
          </a:p>
          <a:p>
            <a:r>
              <a:rPr lang="zh-CN" altLang="en-US">
                <a:sym typeface="+mn-ea"/>
              </a:rPr>
              <a:t>摘录、引用属于国家秘密内容的，应当以其中最高密级和最长保密期限作出标志。</a:t>
            </a:r>
            <a:endParaRPr lang="zh-CN" altLang="en-US"/>
          </a:p>
          <a:p>
            <a:endParaRPr lang="zh-CN" altLang="en-US"/>
          </a:p>
          <a:p>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457200" y="1035685"/>
            <a:ext cx="8229600" cy="5422900"/>
          </a:xfrm>
        </p:spPr>
        <p:txBody>
          <a:bodyPr>
            <a:normAutofit lnSpcReduction="20000"/>
          </a:bodyPr>
          <a:p>
            <a:pPr>
              <a:lnSpc>
                <a:spcPct val="120000"/>
              </a:lnSpc>
            </a:pPr>
            <a:r>
              <a:rPr lang="zh-CN" altLang="en-US">
                <a:sym typeface="+mn-ea"/>
              </a:rPr>
              <a:t>国家秘密的密级或者保密期限发生变更的，应当及时对原国家秘密标志作出变更。国家秘密的密级、保密期限经定密责任人</a:t>
            </a:r>
            <a:endParaRPr lang="zh-CN" altLang="en-US">
              <a:sym typeface="+mn-ea"/>
            </a:endParaRPr>
          </a:p>
          <a:p>
            <a:pPr>
              <a:lnSpc>
                <a:spcPct val="120000"/>
              </a:lnSpc>
            </a:pPr>
            <a:r>
              <a:rPr lang="zh-CN" altLang="en-US">
                <a:sym typeface="+mn-ea"/>
              </a:rPr>
              <a:t>审核批准作出变更决定后，定密机关、单位应当及时在原国家秘密标志附近作出密级或者保密期限变更后的标志，并以书面形式通知知悉范围内的机关、单位和人员。</a:t>
            </a:r>
            <a:endParaRPr lang="zh-CN" altLang="en-US">
              <a:sym typeface="+mn-ea"/>
            </a:endParaRPr>
          </a:p>
          <a:p>
            <a:pPr>
              <a:lnSpc>
                <a:spcPct val="120000"/>
              </a:lnSpc>
            </a:pPr>
            <a:r>
              <a:rPr lang="zh-CN" altLang="en-US">
                <a:sym typeface="+mn-ea"/>
              </a:rPr>
              <a:t>接到通知的有关机关、单位和人员</a:t>
            </a:r>
            <a:r>
              <a:rPr lang="en-US" altLang="zh-CN">
                <a:sym typeface="+mn-ea"/>
              </a:rPr>
              <a:t>,</a:t>
            </a:r>
            <a:r>
              <a:rPr lang="zh-CN" altLang="en-US">
                <a:sym typeface="+mn-ea"/>
              </a:rPr>
              <a:t>应当在原国家秘密标志附近作出国家秘密变更后的标志。</a:t>
            </a:r>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342900"/>
            <a:ext cx="8229600" cy="6115050"/>
          </a:xfrm>
        </p:spPr>
        <p:txBody>
          <a:bodyPr>
            <a:normAutofit fontScale="80000"/>
          </a:bodyPr>
          <a:p>
            <a:pPr>
              <a:lnSpc>
                <a:spcPct val="110000"/>
              </a:lnSpc>
            </a:pPr>
            <a:r>
              <a:rPr lang="zh-CN" altLang="en-US"/>
              <a:t>第二款明确无法作出国家秘密标志的处理方法。</a:t>
            </a:r>
            <a:endParaRPr lang="zh-CN" altLang="en-US"/>
          </a:p>
          <a:p>
            <a:pPr>
              <a:lnSpc>
                <a:spcPct val="110000"/>
              </a:lnSpc>
            </a:pPr>
            <a:r>
              <a:rPr lang="zh-CN" altLang="en-US"/>
              <a:t>无法作出国家秘密标志的，由确定该国家秘密的机关、单位</a:t>
            </a:r>
            <a:r>
              <a:rPr lang="zh-CN" altLang="en-US">
                <a:solidFill>
                  <a:srgbClr val="C00000"/>
                </a:solidFill>
              </a:rPr>
              <a:t>书面通知</a:t>
            </a:r>
            <a:r>
              <a:rPr lang="zh-CN" altLang="en-US"/>
              <a:t>知悉范围内的机关、单位和人员。机关、单位一般应当对承载国家秘密的纸介质、光介质、电磁介质等载体以及属于国家秘密的设备、产品，作出国家秘密标志。</a:t>
            </a:r>
            <a:endParaRPr lang="zh-CN" altLang="en-US"/>
          </a:p>
          <a:p>
            <a:pPr>
              <a:lnSpc>
                <a:spcPct val="110000"/>
              </a:lnSpc>
            </a:pPr>
            <a:r>
              <a:rPr lang="zh-CN" altLang="en-US"/>
              <a:t>在不能或者不宜对国家秘密载体进行物理标注的情况下，制作机关、单位应当作出</a:t>
            </a:r>
            <a:r>
              <a:rPr lang="zh-CN" altLang="en-US">
                <a:solidFill>
                  <a:srgbClr val="C00000"/>
                </a:solidFill>
              </a:rPr>
              <a:t>文字记载，并以书面通知的方式</a:t>
            </a:r>
            <a:r>
              <a:rPr lang="en-US" altLang="zh-CN"/>
              <a:t>,</a:t>
            </a:r>
            <a:r>
              <a:rPr lang="zh-CN" altLang="en-US"/>
              <a:t>告知知悉范围内的机关、单位和人员，要求其对国家秘密采取相应的保密措施。</a:t>
            </a:r>
            <a:endParaRPr lang="zh-CN" altLang="en-US"/>
          </a:p>
          <a:p>
            <a:pPr>
              <a:lnSpc>
                <a:spcPct val="110000"/>
              </a:lnSpc>
            </a:pPr>
            <a:r>
              <a:rPr lang="zh-CN" altLang="en-US"/>
              <a:t>只有国家秘密载体以及属于国家秘密的设备、产品才能作出国家秘密标志。非国家秘密，包括工作秘密、商业秘密等，不得作出国家秘密标志。</a:t>
            </a: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国家秘密定密管理</a:t>
            </a:r>
            <a:r>
              <a:rPr kumimoji="1" lang="zh-CN" altLang="en-US" dirty="0"/>
              <a:t>规定</a:t>
            </a:r>
            <a:endParaRPr kumimoji="1" lang="zh-CN" altLang="en-US" dirty="0"/>
          </a:p>
        </p:txBody>
      </p:sp>
      <p:pic>
        <p:nvPicPr>
          <p:cNvPr id="5" name="内容占位符 4" descr="截屏2025-05-29 下午8.57.20"/>
          <p:cNvPicPr>
            <a:picLocks noChangeAspect="1"/>
          </p:cNvPicPr>
          <p:nvPr>
            <p:ph idx="1"/>
          </p:nvPr>
        </p:nvPicPr>
        <p:blipFill>
          <a:blip r:embed="rId1"/>
          <a:stretch>
            <a:fillRect/>
          </a:stretch>
        </p:blipFill>
        <p:spPr>
          <a:xfrm>
            <a:off x="1692275" y="1600200"/>
            <a:ext cx="5758180" cy="452628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5-05-29 下午8.58.42"/>
          <p:cNvPicPr>
            <a:picLocks noChangeAspect="1"/>
          </p:cNvPicPr>
          <p:nvPr>
            <p:ph idx="1"/>
          </p:nvPr>
        </p:nvPicPr>
        <p:blipFill>
          <a:blip r:embed="rId1"/>
          <a:stretch>
            <a:fillRect/>
          </a:stretch>
        </p:blipFill>
        <p:spPr>
          <a:xfrm>
            <a:off x="1714500" y="1600200"/>
            <a:ext cx="5714365" cy="452628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5-05-29 下午8.57.34"/>
          <p:cNvPicPr>
            <a:picLocks noChangeAspect="1"/>
          </p:cNvPicPr>
          <p:nvPr>
            <p:ph idx="1"/>
          </p:nvPr>
        </p:nvPicPr>
        <p:blipFill>
          <a:blip r:embed="rId1"/>
          <a:stretch>
            <a:fillRect/>
          </a:stretch>
        </p:blipFill>
        <p:spPr>
          <a:xfrm>
            <a:off x="1044575" y="1600200"/>
            <a:ext cx="7054215" cy="452628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5-05-29 下午8.58.58"/>
          <p:cNvPicPr>
            <a:picLocks noChangeAspect="1"/>
          </p:cNvPicPr>
          <p:nvPr>
            <p:ph idx="1"/>
          </p:nvPr>
        </p:nvPicPr>
        <p:blipFill>
          <a:blip r:embed="rId1"/>
          <a:stretch>
            <a:fillRect/>
          </a:stretch>
        </p:blipFill>
        <p:spPr>
          <a:xfrm>
            <a:off x="820420" y="1052830"/>
            <a:ext cx="7502525" cy="452628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5-05-29 下午8.59.17"/>
          <p:cNvPicPr>
            <a:picLocks noChangeAspect="1"/>
          </p:cNvPicPr>
          <p:nvPr>
            <p:ph idx="1"/>
          </p:nvPr>
        </p:nvPicPr>
        <p:blipFill>
          <a:blip r:embed="rId1"/>
          <a:stretch>
            <a:fillRect/>
          </a:stretch>
        </p:blipFill>
        <p:spPr>
          <a:xfrm>
            <a:off x="457200" y="1167765"/>
            <a:ext cx="8229600" cy="492061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5-05-29 下午8.59.38"/>
          <p:cNvPicPr>
            <a:picLocks noChangeAspect="1"/>
          </p:cNvPicPr>
          <p:nvPr>
            <p:ph idx="1"/>
          </p:nvPr>
        </p:nvPicPr>
        <p:blipFill>
          <a:blip r:embed="rId1"/>
          <a:stretch>
            <a:fillRect/>
          </a:stretch>
        </p:blipFill>
        <p:spPr>
          <a:xfrm>
            <a:off x="1619885" y="508000"/>
            <a:ext cx="5786755" cy="561848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5-05-29 下午9.00.13"/>
          <p:cNvPicPr>
            <a:picLocks noChangeAspect="1"/>
          </p:cNvPicPr>
          <p:nvPr>
            <p:ph idx="1"/>
          </p:nvPr>
        </p:nvPicPr>
        <p:blipFill>
          <a:blip r:embed="rId1"/>
          <a:stretch>
            <a:fillRect/>
          </a:stretch>
        </p:blipFill>
        <p:spPr>
          <a:xfrm>
            <a:off x="1319530" y="516890"/>
            <a:ext cx="6090285" cy="560959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t>派生国家秘密定密管理暂行</a:t>
            </a:r>
            <a:r>
              <a:rPr lang="zh-CN" altLang="en-US" b="1" dirty="0" smtClean="0"/>
              <a:t>办法</a:t>
            </a:r>
            <a:endParaRPr kumimoji="1" lang="zh-CN" altLang="en-US" dirty="0"/>
          </a:p>
        </p:txBody>
      </p:sp>
      <p:pic>
        <p:nvPicPr>
          <p:cNvPr id="4" name="内容占位符 3"/>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331892" y="1484784"/>
            <a:ext cx="8594087" cy="5112568"/>
          </a:xfr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pic>
        <p:nvPicPr>
          <p:cNvPr id="4" name="内容占位符 3"/>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457200" y="1303655"/>
            <a:ext cx="8229600" cy="4506595"/>
          </a:xfr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第二节 </a:t>
            </a:r>
            <a:r>
              <a:rPr kumimoji="1" lang="zh-CN" altLang="en-US" dirty="0"/>
              <a:t>定密的程序</a:t>
            </a:r>
            <a:endParaRPr kumimoji="1" lang="zh-CN" altLang="en-US" dirty="0"/>
          </a:p>
        </p:txBody>
      </p:sp>
      <p:sp>
        <p:nvSpPr>
          <p:cNvPr id="3" name="内容占位符 2"/>
          <p:cNvSpPr>
            <a:spLocks noGrp="1"/>
          </p:cNvSpPr>
          <p:nvPr>
            <p:ph idx="1"/>
          </p:nvPr>
        </p:nvSpPr>
        <p:spPr/>
        <p:txBody>
          <a:bodyPr>
            <a:normAutofit fontScale="92500"/>
          </a:bodyPr>
          <a:lstStyle/>
          <a:p>
            <a:pPr>
              <a:lnSpc>
                <a:spcPct val="150000"/>
              </a:lnSpc>
            </a:pPr>
            <a:r>
              <a:rPr kumimoji="1" lang="zh-CN" altLang="en-US" dirty="0"/>
              <a:t>定密的一般程序（直接、普通、对号入座）</a:t>
            </a:r>
            <a:endParaRPr kumimoji="1" lang="zh-CN" altLang="en-US" dirty="0"/>
          </a:p>
          <a:p>
            <a:pPr>
              <a:lnSpc>
                <a:spcPct val="150000"/>
              </a:lnSpc>
            </a:pPr>
            <a:r>
              <a:rPr kumimoji="1" lang="zh-CN" altLang="en-US" dirty="0"/>
              <a:t>不明确事项与有争议事项的定密（申请、特殊）</a:t>
            </a:r>
            <a:endParaRPr kumimoji="1" lang="zh-CN" altLang="en-US" dirty="0"/>
          </a:p>
          <a:p>
            <a:pPr>
              <a:lnSpc>
                <a:spcPct val="150000"/>
              </a:lnSpc>
            </a:pPr>
            <a:r>
              <a:rPr kumimoji="1" lang="zh-CN" altLang="en-US" dirty="0"/>
              <a:t>派生定密的程序</a:t>
            </a:r>
            <a:endParaRPr kumimoji="1" lang="zh-CN" altLang="en-US" dirty="0"/>
          </a:p>
          <a:p>
            <a:pPr>
              <a:lnSpc>
                <a:spcPct val="150000"/>
              </a:lnSpc>
            </a:pPr>
            <a:r>
              <a:rPr kumimoji="1" lang="zh-CN" altLang="en-US" dirty="0"/>
              <a:t>无定密权机关的申请定密</a:t>
            </a:r>
            <a:endParaRPr kumimoji="1" lang="zh-CN" altLang="en-US" dirty="0"/>
          </a:p>
          <a:p>
            <a:pPr>
              <a:lnSpc>
                <a:spcPct val="150000"/>
              </a:lnSpc>
            </a:pPr>
            <a:r>
              <a:rPr kumimoji="1" lang="zh-CN" altLang="en-US" dirty="0"/>
              <a:t>定密程序的重点事项</a:t>
            </a:r>
            <a:endParaRPr kumimoji="1" lang="zh-CN" altLang="en-US" dirty="0"/>
          </a:p>
          <a:p>
            <a:pPr>
              <a:lnSpc>
                <a:spcPct val="150000"/>
              </a:lnSpc>
            </a:pPr>
            <a:endParaRPr kumimoji="1"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graphicFrame>
        <p:nvGraphicFramePr>
          <p:cNvPr id="4" name="内容占位符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graphicFrame>
        <p:nvGraphicFramePr>
          <p:cNvPr id="4" name="内容占位符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22"/>
          <p:cNvSpPr>
            <a:spLocks noGrp="1"/>
          </p:cNvSpPr>
          <p:nvPr>
            <p:ph type="title"/>
          </p:nvPr>
        </p:nvSpPr>
        <p:spPr/>
        <p:txBody>
          <a:bodyPr/>
          <a:lstStyle/>
          <a:p>
            <a:r>
              <a:rPr lang="zh-CN" altLang="en-US" dirty="0">
                <a:solidFill>
                  <a:srgbClr val="850606"/>
                </a:solidFill>
                <a:latin typeface="方正大黑_GBK" charset="0"/>
                <a:ea typeface="方正大黑_GBK" charset="0"/>
                <a:sym typeface="方正大黑_GBK" charset="0"/>
              </a:rPr>
              <a:t>一、定密的一般程序</a:t>
            </a:r>
            <a:endParaRPr lang="zh-CN" altLang="en-US" dirty="0"/>
          </a:p>
        </p:txBody>
      </p:sp>
      <p:sp>
        <p:nvSpPr>
          <p:cNvPr id="74754"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5DBFDD38-F291-B249-892E-D3B7E56F5A0B}" type="slidenum">
              <a:rPr lang="zh-CN" altLang="en-US" sz="900">
                <a:solidFill>
                  <a:srgbClr val="898989"/>
                </a:solidFill>
              </a:rPr>
            </a:fld>
            <a:endParaRPr lang="en-US" altLang="zh-CN" sz="900">
              <a:solidFill>
                <a:srgbClr val="898989"/>
              </a:solidFill>
            </a:endParaRPr>
          </a:p>
        </p:txBody>
      </p:sp>
      <p:grpSp>
        <p:nvGrpSpPr>
          <p:cNvPr id="74755" name="Group 4"/>
          <p:cNvGrpSpPr/>
          <p:nvPr/>
        </p:nvGrpSpPr>
        <p:grpSpPr bwMode="auto">
          <a:xfrm>
            <a:off x="611560" y="1417638"/>
            <a:ext cx="8075240" cy="4171602"/>
            <a:chOff x="0" y="0"/>
            <a:chExt cx="7744" cy="3760"/>
          </a:xfrm>
        </p:grpSpPr>
        <p:sp>
          <p:nvSpPr>
            <p:cNvPr id="74758" name="AutoShape 3"/>
            <p:cNvSpPr>
              <a:spLocks noChangeAspect="1" noChangeArrowheads="1"/>
            </p:cNvSpPr>
            <p:nvPr/>
          </p:nvSpPr>
          <p:spPr bwMode="auto">
            <a:xfrm>
              <a:off x="0" y="0"/>
              <a:ext cx="7744" cy="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endParaRPr lang="zh-CN" altLang="zh-CN" sz="1275">
                <a:latin typeface="方正仿宋简体" panose="02000000000000000000" charset="-122"/>
                <a:ea typeface="方正仿宋简体" panose="02000000000000000000" charset="-122"/>
                <a:sym typeface="方正仿宋简体" panose="02000000000000000000" charset="-122"/>
              </a:endParaRPr>
            </a:p>
          </p:txBody>
        </p:sp>
        <p:sp>
          <p:nvSpPr>
            <p:cNvPr id="74759" name="AutoShape 4"/>
            <p:cNvSpPr>
              <a:spLocks noChangeArrowheads="1"/>
            </p:cNvSpPr>
            <p:nvPr/>
          </p:nvSpPr>
          <p:spPr bwMode="auto">
            <a:xfrm>
              <a:off x="201" y="300"/>
              <a:ext cx="2213" cy="1054"/>
            </a:xfrm>
            <a:prstGeom prst="flowChartAlternateProcess">
              <a:avLst/>
            </a:prstGeom>
            <a:solidFill>
              <a:srgbClr val="FFFFFF"/>
            </a:solidFill>
            <a:ln w="9525">
              <a:solidFill>
                <a:srgbClr val="000000"/>
              </a:solidFill>
              <a:miter lim="800000"/>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gn="just">
                <a:lnSpc>
                  <a:spcPct val="100000"/>
                </a:lnSpc>
                <a:spcBef>
                  <a:spcPct val="0"/>
                </a:spcBef>
                <a:buFontTx/>
                <a:buNone/>
              </a:pPr>
              <a:r>
                <a:rPr lang="zh-CN" altLang="en-US" sz="1275" b="1">
                  <a:latin typeface="方正仿宋简体" panose="02000000000000000000" charset="-122"/>
                  <a:ea typeface="方正仿宋简体" panose="02000000000000000000" charset="-122"/>
                  <a:sym typeface="方正仿宋简体" panose="02000000000000000000" charset="-122"/>
                </a:rPr>
                <a:t>承办人对照保密事项范围拟定密级、保密期限和知悉范围</a:t>
              </a:r>
              <a:endParaRPr lang="zh-CN" altLang="en-US" sz="1275" b="1">
                <a:latin typeface="方正仿宋简体" panose="02000000000000000000" charset="-122"/>
                <a:ea typeface="方正仿宋简体" panose="02000000000000000000" charset="-122"/>
                <a:sym typeface="方正仿宋简体" panose="02000000000000000000" charset="-122"/>
              </a:endParaRPr>
            </a:p>
            <a:p>
              <a:pPr algn="just">
                <a:lnSpc>
                  <a:spcPct val="100000"/>
                </a:lnSpc>
                <a:spcBef>
                  <a:spcPct val="0"/>
                </a:spcBef>
                <a:buFontTx/>
                <a:buNone/>
              </a:pPr>
              <a:endParaRPr lang="zh-CN" altLang="en-US" sz="1275" b="1" i="1">
                <a:latin typeface="方正仿宋简体" panose="02000000000000000000" charset="-122"/>
                <a:ea typeface="方正仿宋简体" panose="02000000000000000000" charset="-122"/>
                <a:sym typeface="方正仿宋简体" panose="02000000000000000000" charset="-122"/>
              </a:endParaRPr>
            </a:p>
            <a:p>
              <a:pPr>
                <a:lnSpc>
                  <a:spcPct val="100000"/>
                </a:lnSpc>
                <a:spcBef>
                  <a:spcPct val="0"/>
                </a:spcBef>
                <a:buFontTx/>
                <a:buNone/>
              </a:pPr>
              <a:endParaRPr lang="zh-CN" altLang="en-US" sz="1275" b="1" i="1">
                <a:latin typeface="方正仿宋简体" panose="02000000000000000000" charset="-122"/>
                <a:ea typeface="方正仿宋简体" panose="02000000000000000000" charset="-122"/>
                <a:sym typeface="方正仿宋简体" panose="02000000000000000000" charset="-122"/>
              </a:endParaRPr>
            </a:p>
          </p:txBody>
        </p:sp>
        <p:sp>
          <p:nvSpPr>
            <p:cNvPr id="74760" name="Line 5"/>
            <p:cNvSpPr>
              <a:spLocks noChangeShapeType="1"/>
            </p:cNvSpPr>
            <p:nvPr/>
          </p:nvSpPr>
          <p:spPr bwMode="auto">
            <a:xfrm>
              <a:off x="1207" y="1354"/>
              <a:ext cx="1" cy="60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74761" name="AutoShape 6"/>
            <p:cNvSpPr>
              <a:spLocks noChangeArrowheads="1"/>
            </p:cNvSpPr>
            <p:nvPr/>
          </p:nvSpPr>
          <p:spPr bwMode="auto">
            <a:xfrm>
              <a:off x="201" y="1955"/>
              <a:ext cx="2213" cy="602"/>
            </a:xfrm>
            <a:prstGeom prst="flowChartAlternateProcess">
              <a:avLst/>
            </a:prstGeom>
            <a:solidFill>
              <a:srgbClr val="FFFFFF"/>
            </a:solidFill>
            <a:ln w="9525">
              <a:solidFill>
                <a:srgbClr val="000000"/>
              </a:solidFill>
              <a:miter lim="800000"/>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gn="just">
                <a:lnSpc>
                  <a:spcPct val="100000"/>
                </a:lnSpc>
                <a:spcBef>
                  <a:spcPct val="0"/>
                </a:spcBef>
                <a:buFontTx/>
                <a:buNone/>
              </a:pPr>
              <a:r>
                <a:rPr lang="zh-CN" altLang="en-US" sz="1275" b="1" dirty="0">
                  <a:latin typeface="方正仿宋简体" panose="02000000000000000000" charset="-122"/>
                  <a:ea typeface="方正仿宋简体" panose="02000000000000000000" charset="-122"/>
                  <a:sym typeface="方正仿宋简体" panose="02000000000000000000" charset="-122"/>
                </a:rPr>
                <a:t>填写“国家秘密确定审核表”</a:t>
              </a:r>
              <a:endParaRPr lang="zh-CN" altLang="en-US" sz="1350" dirty="0"/>
            </a:p>
          </p:txBody>
        </p:sp>
        <p:sp>
          <p:nvSpPr>
            <p:cNvPr id="74762" name="Line 7"/>
            <p:cNvSpPr>
              <a:spLocks noChangeShapeType="1"/>
            </p:cNvSpPr>
            <p:nvPr/>
          </p:nvSpPr>
          <p:spPr bwMode="auto">
            <a:xfrm>
              <a:off x="1207" y="2557"/>
              <a:ext cx="1" cy="60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74763" name="Line 8"/>
            <p:cNvSpPr>
              <a:spLocks noChangeShapeType="1"/>
            </p:cNvSpPr>
            <p:nvPr/>
          </p:nvSpPr>
          <p:spPr bwMode="auto">
            <a:xfrm>
              <a:off x="2213" y="3460"/>
              <a:ext cx="502"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74764" name="AutoShape 9"/>
            <p:cNvSpPr>
              <a:spLocks noChangeArrowheads="1"/>
            </p:cNvSpPr>
            <p:nvPr/>
          </p:nvSpPr>
          <p:spPr bwMode="auto">
            <a:xfrm>
              <a:off x="201" y="3159"/>
              <a:ext cx="2012" cy="451"/>
            </a:xfrm>
            <a:prstGeom prst="flowChartAlternateProcess">
              <a:avLst/>
            </a:prstGeom>
            <a:solidFill>
              <a:srgbClr val="FFFFFF"/>
            </a:solidFill>
            <a:ln w="9525">
              <a:solidFill>
                <a:srgbClr val="000000"/>
              </a:solidFill>
              <a:miter lim="800000"/>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gn="ctr">
                <a:lnSpc>
                  <a:spcPct val="100000"/>
                </a:lnSpc>
                <a:spcBef>
                  <a:spcPct val="0"/>
                </a:spcBef>
                <a:buFontTx/>
                <a:buNone/>
              </a:pPr>
              <a:r>
                <a:rPr lang="zh-CN" altLang="en-US" sz="1275" b="1">
                  <a:latin typeface="方正仿宋简体" panose="02000000000000000000" charset="-122"/>
                  <a:ea typeface="方正仿宋简体" panose="02000000000000000000" charset="-122"/>
                  <a:sym typeface="方正仿宋简体" panose="02000000000000000000" charset="-122"/>
                </a:rPr>
                <a:t>呈报定密责任人</a:t>
              </a:r>
              <a:endParaRPr lang="zh-CN" altLang="en-US" sz="1275" b="1">
                <a:latin typeface="方正仿宋简体" panose="02000000000000000000" charset="-122"/>
                <a:ea typeface="方正仿宋简体" panose="02000000000000000000" charset="-122"/>
                <a:sym typeface="方正仿宋简体" panose="02000000000000000000" charset="-122"/>
              </a:endParaRPr>
            </a:p>
            <a:p>
              <a:pPr>
                <a:lnSpc>
                  <a:spcPct val="100000"/>
                </a:lnSpc>
                <a:spcBef>
                  <a:spcPct val="0"/>
                </a:spcBef>
                <a:buFontTx/>
                <a:buNone/>
              </a:pPr>
              <a:endParaRPr lang="zh-CN" altLang="en-US" sz="1275" b="1" i="1">
                <a:latin typeface="方正仿宋简体" panose="02000000000000000000" charset="-122"/>
                <a:ea typeface="方正仿宋简体" panose="02000000000000000000" charset="-122"/>
                <a:sym typeface="方正仿宋简体" panose="02000000000000000000" charset="-122"/>
              </a:endParaRPr>
            </a:p>
          </p:txBody>
        </p:sp>
        <p:sp>
          <p:nvSpPr>
            <p:cNvPr id="74765" name="AutoShape 10"/>
            <p:cNvSpPr>
              <a:spLocks noChangeArrowheads="1"/>
            </p:cNvSpPr>
            <p:nvPr/>
          </p:nvSpPr>
          <p:spPr bwMode="auto">
            <a:xfrm>
              <a:off x="2816" y="3159"/>
              <a:ext cx="4425" cy="451"/>
            </a:xfrm>
            <a:prstGeom prst="flowChartAlternateProcess">
              <a:avLst/>
            </a:prstGeom>
            <a:solidFill>
              <a:srgbClr val="FFFFFF"/>
            </a:solidFill>
            <a:ln w="9525">
              <a:solidFill>
                <a:srgbClr val="000000"/>
              </a:solidFill>
              <a:miter lim="800000"/>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gn="ctr">
                <a:lnSpc>
                  <a:spcPct val="100000"/>
                </a:lnSpc>
                <a:spcBef>
                  <a:spcPct val="0"/>
                </a:spcBef>
                <a:buFontTx/>
                <a:buNone/>
              </a:pPr>
              <a:r>
                <a:rPr lang="zh-CN" altLang="en-US" sz="1275" b="1">
                  <a:latin typeface="方正仿宋简体" panose="02000000000000000000" charset="-122"/>
                  <a:ea typeface="方正仿宋简体" panose="02000000000000000000" charset="-122"/>
                  <a:sym typeface="方正仿宋简体" panose="02000000000000000000" charset="-122"/>
                </a:rPr>
                <a:t>定密责任人依据有关保密事项范围规定和工作实际进行审核</a:t>
              </a:r>
              <a:endParaRPr lang="zh-CN" altLang="en-US" sz="1275" b="1">
                <a:latin typeface="方正仿宋简体" panose="02000000000000000000" charset="-122"/>
                <a:ea typeface="方正仿宋简体" panose="02000000000000000000" charset="-122"/>
                <a:sym typeface="方正仿宋简体" panose="02000000000000000000" charset="-122"/>
              </a:endParaRPr>
            </a:p>
            <a:p>
              <a:pPr>
                <a:lnSpc>
                  <a:spcPct val="100000"/>
                </a:lnSpc>
                <a:spcBef>
                  <a:spcPct val="0"/>
                </a:spcBef>
                <a:buFontTx/>
                <a:buNone/>
              </a:pPr>
              <a:endParaRPr lang="zh-CN" altLang="en-US" sz="1275" b="1" i="1">
                <a:latin typeface="方正仿宋简体" panose="02000000000000000000" charset="-122"/>
                <a:ea typeface="方正仿宋简体" panose="02000000000000000000" charset="-122"/>
                <a:sym typeface="方正仿宋简体" panose="02000000000000000000" charset="-122"/>
              </a:endParaRPr>
            </a:p>
          </p:txBody>
        </p:sp>
        <p:sp>
          <p:nvSpPr>
            <p:cNvPr id="74766" name="Line 11"/>
            <p:cNvSpPr>
              <a:spLocks noChangeShapeType="1"/>
            </p:cNvSpPr>
            <p:nvPr/>
          </p:nvSpPr>
          <p:spPr bwMode="auto">
            <a:xfrm flipV="1">
              <a:off x="3721" y="2557"/>
              <a:ext cx="1" cy="60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74767" name="Line 12"/>
            <p:cNvSpPr>
              <a:spLocks noChangeShapeType="1"/>
            </p:cNvSpPr>
            <p:nvPr/>
          </p:nvSpPr>
          <p:spPr bwMode="auto">
            <a:xfrm flipV="1">
              <a:off x="6336" y="2600"/>
              <a:ext cx="2" cy="56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74768" name="AutoShape 13"/>
            <p:cNvSpPr>
              <a:spLocks noChangeArrowheads="1"/>
            </p:cNvSpPr>
            <p:nvPr/>
          </p:nvSpPr>
          <p:spPr bwMode="auto">
            <a:xfrm>
              <a:off x="2615" y="1655"/>
              <a:ext cx="2305" cy="917"/>
            </a:xfrm>
            <a:prstGeom prst="flowChartDecision">
              <a:avLst/>
            </a:prstGeom>
            <a:solidFill>
              <a:srgbClr val="FFFFFF"/>
            </a:solidFill>
            <a:ln w="9525">
              <a:solidFill>
                <a:srgbClr val="000000"/>
              </a:solidFill>
              <a:miter lim="800000"/>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gn="just">
                <a:lnSpc>
                  <a:spcPct val="100000"/>
                </a:lnSpc>
                <a:spcBef>
                  <a:spcPct val="0"/>
                </a:spcBef>
                <a:buFontTx/>
                <a:buNone/>
              </a:pPr>
              <a:r>
                <a:rPr lang="zh-CN" altLang="en-US" sz="1275" b="1">
                  <a:latin typeface="方正仿宋简体" panose="02000000000000000000" charset="-122"/>
                  <a:ea typeface="方正仿宋简体" panose="02000000000000000000" charset="-122"/>
                  <a:sym typeface="方正仿宋简体" panose="02000000000000000000" charset="-122"/>
                </a:rPr>
                <a:t>批    准</a:t>
              </a:r>
              <a:endParaRPr lang="zh-CN" altLang="en-US" sz="1350"/>
            </a:p>
          </p:txBody>
        </p:sp>
        <p:sp>
          <p:nvSpPr>
            <p:cNvPr id="74769" name="AutoShape 14"/>
            <p:cNvSpPr>
              <a:spLocks noChangeArrowheads="1"/>
            </p:cNvSpPr>
            <p:nvPr/>
          </p:nvSpPr>
          <p:spPr bwMode="auto">
            <a:xfrm>
              <a:off x="5029" y="1655"/>
              <a:ext cx="2715" cy="945"/>
            </a:xfrm>
            <a:prstGeom prst="flowChartDecision">
              <a:avLst/>
            </a:prstGeom>
            <a:solidFill>
              <a:srgbClr val="FFFFFF"/>
            </a:solidFill>
            <a:ln w="9525">
              <a:solidFill>
                <a:srgbClr val="000000"/>
              </a:solidFill>
              <a:miter lim="800000"/>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gn="ctr">
                <a:lnSpc>
                  <a:spcPct val="100000"/>
                </a:lnSpc>
                <a:spcBef>
                  <a:spcPct val="0"/>
                </a:spcBef>
                <a:buFontTx/>
                <a:buNone/>
              </a:pPr>
              <a:r>
                <a:rPr lang="zh-CN" altLang="en-US" sz="1275" b="1">
                  <a:latin typeface="方正仿宋简体" panose="02000000000000000000" charset="-122"/>
                  <a:ea typeface="方正仿宋简体" panose="02000000000000000000" charset="-122"/>
                  <a:sym typeface="方正仿宋简体" panose="02000000000000000000" charset="-122"/>
                </a:rPr>
                <a:t>纠正或要求重新定密</a:t>
              </a:r>
              <a:endParaRPr lang="zh-CN" altLang="en-US" sz="1350"/>
            </a:p>
          </p:txBody>
        </p:sp>
        <p:sp>
          <p:nvSpPr>
            <p:cNvPr id="74770" name="AutoShape 15"/>
            <p:cNvSpPr>
              <a:spLocks noChangeArrowheads="1"/>
            </p:cNvSpPr>
            <p:nvPr/>
          </p:nvSpPr>
          <p:spPr bwMode="auto">
            <a:xfrm>
              <a:off x="2816" y="301"/>
              <a:ext cx="1810" cy="1053"/>
            </a:xfrm>
            <a:prstGeom prst="flowChartAlternateProcess">
              <a:avLst/>
            </a:prstGeom>
            <a:solidFill>
              <a:srgbClr val="FFFFFF"/>
            </a:solidFill>
            <a:ln w="9525">
              <a:solidFill>
                <a:srgbClr val="000000"/>
              </a:solidFill>
              <a:miter lim="800000"/>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gn="just">
                <a:lnSpc>
                  <a:spcPct val="100000"/>
                </a:lnSpc>
                <a:spcBef>
                  <a:spcPct val="0"/>
                </a:spcBef>
                <a:buFontTx/>
                <a:buNone/>
              </a:pPr>
              <a:r>
                <a:rPr lang="zh-CN" altLang="en-US" sz="1275" b="1">
                  <a:latin typeface="方正仿宋简体" panose="02000000000000000000" charset="-122"/>
                  <a:ea typeface="方正仿宋简体" panose="02000000000000000000" charset="-122"/>
                  <a:sym typeface="方正仿宋简体" panose="02000000000000000000" charset="-122"/>
                </a:rPr>
                <a:t>做出国家秘密标志</a:t>
              </a:r>
              <a:endParaRPr lang="zh-CN" altLang="en-US" sz="1350"/>
            </a:p>
          </p:txBody>
        </p:sp>
        <p:sp>
          <p:nvSpPr>
            <p:cNvPr id="74771" name="Line 16"/>
            <p:cNvSpPr>
              <a:spLocks noChangeShapeType="1"/>
            </p:cNvSpPr>
            <p:nvPr/>
          </p:nvSpPr>
          <p:spPr bwMode="auto">
            <a:xfrm flipV="1">
              <a:off x="3793" y="1354"/>
              <a:ext cx="1" cy="30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grpSp>
      <p:sp>
        <p:nvSpPr>
          <p:cNvPr id="74756" name="TextBox 1"/>
          <p:cNvSpPr txBox="1">
            <a:spLocks noChangeArrowheads="1"/>
          </p:cNvSpPr>
          <p:nvPr/>
        </p:nvSpPr>
        <p:spPr bwMode="auto">
          <a:xfrm>
            <a:off x="4895850" y="4536281"/>
            <a:ext cx="7667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r>
              <a:rPr lang="zh-CN" altLang="en-US" sz="1350" b="1">
                <a:latin typeface="方正仿宋简体" panose="02000000000000000000" charset="-122"/>
                <a:ea typeface="方正仿宋简体" panose="02000000000000000000" charset="-122"/>
              </a:rPr>
              <a:t>同意</a:t>
            </a:r>
            <a:endParaRPr lang="zh-CN" altLang="en-US" sz="1350" b="1">
              <a:latin typeface="方正仿宋简体" panose="02000000000000000000" charset="-122"/>
              <a:ea typeface="方正仿宋简体" panose="02000000000000000000" charset="-122"/>
            </a:endParaRPr>
          </a:p>
        </p:txBody>
      </p:sp>
      <p:sp>
        <p:nvSpPr>
          <p:cNvPr id="74757" name="TextBox 20"/>
          <p:cNvSpPr txBox="1">
            <a:spLocks noChangeArrowheads="1"/>
          </p:cNvSpPr>
          <p:nvPr/>
        </p:nvSpPr>
        <p:spPr bwMode="auto">
          <a:xfrm>
            <a:off x="7429501" y="4536281"/>
            <a:ext cx="103227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r>
              <a:rPr lang="zh-CN" altLang="en-US" sz="1350" b="1">
                <a:latin typeface="方正仿宋简体" panose="02000000000000000000" charset="-122"/>
                <a:ea typeface="方正仿宋简体" panose="02000000000000000000" charset="-122"/>
              </a:rPr>
              <a:t>不同意</a:t>
            </a:r>
            <a:endParaRPr lang="zh-CN" altLang="en-US" sz="1350" b="1">
              <a:latin typeface="方正仿宋简体" panose="02000000000000000000" charset="-122"/>
              <a:ea typeface="方正仿宋简体" panose="02000000000000000000" charset="-122"/>
            </a:endParaRPr>
          </a:p>
        </p:txBody>
      </p:sp>
    </p:spTree>
  </p:cSld>
  <p:clrMapOvr>
    <a:masterClrMapping/>
  </p:clrMapOvr>
  <p:transition spd="slow">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第一，</a:t>
            </a:r>
            <a:r>
              <a:rPr lang="zh-CN" altLang="en-US" dirty="0">
                <a:solidFill>
                  <a:srgbClr val="FF0000"/>
                </a:solidFill>
              </a:rPr>
              <a:t>承办人</a:t>
            </a:r>
            <a:r>
              <a:rPr lang="zh-CN" altLang="en-US" dirty="0"/>
              <a:t>对自己承办的本机关、本单位产生的国家秘密事项，按所涉及的国家秘密事项范围的规定“</a:t>
            </a:r>
            <a:r>
              <a:rPr lang="zh-CN" altLang="en-US" dirty="0">
                <a:solidFill>
                  <a:srgbClr val="FF0000"/>
                </a:solidFill>
              </a:rPr>
              <a:t>对号入座</a:t>
            </a:r>
            <a:r>
              <a:rPr lang="zh-CN" altLang="en-US" dirty="0"/>
              <a:t>”，拟定密级、保密期限和知悉范围，并在国家秘密载体上做出国家秘密标志。属于纸质文件、资料的，还应当对文中涉密的段落、文字、数据等做出密点标注。然后呈报本机关、本单位定密责任人审核。</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第二，</a:t>
            </a:r>
            <a:r>
              <a:rPr lang="zh-CN" altLang="en-US" dirty="0">
                <a:solidFill>
                  <a:srgbClr val="FF0000"/>
                </a:solidFill>
              </a:rPr>
              <a:t>定密责任人</a:t>
            </a:r>
            <a:r>
              <a:rPr lang="zh-CN" altLang="en-US" dirty="0"/>
              <a:t>对承办人拟定国家秘密事项的依据是否正确，所拟定国家秘密事项的密级、保密期限、知悉范围是否准确，所标注的国家秘密标志是否规范完整等情况进行</a:t>
            </a:r>
            <a:r>
              <a:rPr lang="zh-CN" altLang="en-US" dirty="0">
                <a:solidFill>
                  <a:srgbClr val="FF0000"/>
                </a:solidFill>
              </a:rPr>
              <a:t>审核</a:t>
            </a:r>
            <a:r>
              <a:rPr lang="zh-CN" altLang="en-US" dirty="0"/>
              <a:t>；同意拟定意见的，对承办人的定密意见予以批准；不同意的，可直接予以纠正或者退回承办人重新办理。</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第三，</a:t>
            </a:r>
            <a:r>
              <a:rPr lang="zh-CN" altLang="en-US" dirty="0">
                <a:solidFill>
                  <a:srgbClr val="FF0000"/>
                </a:solidFill>
              </a:rPr>
              <a:t>定密责任人</a:t>
            </a:r>
            <a:r>
              <a:rPr lang="zh-CN" altLang="en-US" dirty="0"/>
              <a:t>在对国家秘密审核批准后，应当签署批准意见，做出</a:t>
            </a:r>
            <a:r>
              <a:rPr lang="zh-CN" altLang="en-US" dirty="0">
                <a:solidFill>
                  <a:srgbClr val="FF0000"/>
                </a:solidFill>
              </a:rPr>
              <a:t>国家秘密标志</a:t>
            </a:r>
            <a:r>
              <a:rPr lang="zh-CN" altLang="en-US" dirty="0"/>
              <a:t>。不能做出国家秘密标志的，以产生该事项的机关、单位的名义，以书面方式通知知悉范围内的机关、单位或者人员。在国家秘密确定过程中形成的承办人意见、定密责任人审核意见等工作情况，应当作出文字记载，并存档备查。</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案例分析</a:t>
            </a:r>
            <a:endParaRPr lang="zh-CN" altLang="en-US" dirty="0"/>
          </a:p>
        </p:txBody>
      </p:sp>
      <p:sp>
        <p:nvSpPr>
          <p:cNvPr id="3" name="内容占位符 2"/>
          <p:cNvSpPr>
            <a:spLocks noGrp="1"/>
          </p:cNvSpPr>
          <p:nvPr>
            <p:ph idx="1"/>
          </p:nvPr>
        </p:nvSpPr>
        <p:spPr/>
        <p:txBody>
          <a:bodyPr>
            <a:normAutofit/>
          </a:bodyPr>
          <a:lstStyle/>
          <a:p>
            <a:r>
              <a:rPr lang="zh-CN" altLang="en-US" dirty="0"/>
              <a:t> 如某单位根据工作需要，确定分管业务工作的负责人</a:t>
            </a:r>
            <a:r>
              <a:rPr lang="zh-CN" altLang="en-US" dirty="0">
                <a:solidFill>
                  <a:srgbClr val="FF0000"/>
                </a:solidFill>
              </a:rPr>
              <a:t>赵某</a:t>
            </a:r>
            <a:r>
              <a:rPr lang="zh-CN" altLang="en-US" dirty="0"/>
              <a:t>为定密责任人。该单位某部门工作人员</a:t>
            </a:r>
            <a:r>
              <a:rPr lang="zh-CN" altLang="en-US" dirty="0">
                <a:solidFill>
                  <a:srgbClr val="FF0000"/>
                </a:solidFill>
              </a:rPr>
              <a:t>钱某</a:t>
            </a:r>
            <a:r>
              <a:rPr lang="zh-CN" altLang="en-US" dirty="0"/>
              <a:t>根据岗位职责，承担该文件起草工作，文件内容涉及国家秘密。钱某作为文件起草人员，即为承办人，应当按照以下程序对该文件进行定密：</a:t>
            </a:r>
            <a:endParaRPr lang="zh-CN" altLang="en-US" dirty="0"/>
          </a:p>
          <a:p>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74675"/>
            <a:ext cx="8229600" cy="5551805"/>
          </a:xfrm>
        </p:spPr>
        <p:txBody>
          <a:bodyPr>
            <a:normAutofit lnSpcReduction="10000"/>
          </a:bodyPr>
          <a:lstStyle/>
          <a:p>
            <a:r>
              <a:rPr lang="en-US" altLang="zh-CN" dirty="0"/>
              <a:t>《</a:t>
            </a:r>
            <a:r>
              <a:rPr lang="zh-CN" altLang="en-US" dirty="0"/>
              <a:t>关于广东省金融领域</a:t>
            </a:r>
            <a:r>
              <a:rPr lang="en-US" altLang="zh-CN" dirty="0"/>
              <a:t> “</a:t>
            </a:r>
            <a:r>
              <a:rPr lang="zh-CN" altLang="en-US" dirty="0"/>
              <a:t>黑灰产</a:t>
            </a:r>
            <a:r>
              <a:rPr lang="en-US" altLang="zh-CN" dirty="0"/>
              <a:t>”</a:t>
            </a:r>
            <a:r>
              <a:rPr lang="zh-CN" altLang="en-US" dirty="0"/>
              <a:t>违法犯罪案件</a:t>
            </a:r>
            <a:r>
              <a:rPr lang="zh-CN" altLang="en-US" dirty="0"/>
              <a:t>的报告</a:t>
            </a:r>
            <a:r>
              <a:rPr lang="en-US" altLang="zh-CN" dirty="0"/>
              <a:t>》</a:t>
            </a:r>
            <a:endParaRPr lang="en-US" altLang="zh-CN" b="1" dirty="0"/>
          </a:p>
          <a:p>
            <a:pPr algn="ctr">
              <a:buNone/>
            </a:pPr>
            <a:r>
              <a:rPr lang="zh-CN" altLang="en-US" b="1" dirty="0"/>
              <a:t>国家金融监督管理总局广东监管局</a:t>
            </a:r>
            <a:endParaRPr lang="zh-CN" altLang="en-US" b="1" dirty="0"/>
          </a:p>
          <a:p>
            <a:pPr algn="ctr">
              <a:buNone/>
            </a:pPr>
            <a:r>
              <a:rPr lang="zh-CN" altLang="en-US" b="1" dirty="0"/>
              <a:t>定密事项一览表</a:t>
            </a:r>
            <a:endParaRPr lang="en-US" altLang="zh-CN" b="1" dirty="0"/>
          </a:p>
          <a:p>
            <a:pPr algn="ctr">
              <a:buNone/>
            </a:pPr>
            <a:endParaRPr lang="en-US" altLang="zh-CN" b="1" dirty="0"/>
          </a:p>
          <a:p>
            <a:pPr algn="ctr">
              <a:buNone/>
            </a:pPr>
            <a:endParaRPr lang="en-US" altLang="zh-CN" b="1" dirty="0"/>
          </a:p>
          <a:p>
            <a:pPr algn="ctr">
              <a:buNone/>
            </a:pPr>
            <a:endParaRPr lang="en-US" altLang="zh-CN" b="1" dirty="0"/>
          </a:p>
          <a:p>
            <a:pPr algn="ctr">
              <a:buNone/>
            </a:pPr>
            <a:endParaRPr lang="en-US" altLang="zh-CN" b="1" dirty="0"/>
          </a:p>
          <a:p>
            <a:pPr algn="ctr">
              <a:buNone/>
            </a:pPr>
            <a:endParaRPr lang="en-US" altLang="zh-CN" b="1" dirty="0"/>
          </a:p>
          <a:p>
            <a:pPr>
              <a:buNone/>
            </a:pPr>
            <a:r>
              <a:rPr lang="zh-CN" altLang="en-US" b="1" dirty="0"/>
              <a:t>上述定密是原始定密 </a:t>
            </a:r>
            <a:r>
              <a:rPr lang="en-US" altLang="zh-CN" b="1" dirty="0"/>
              <a:t>or  </a:t>
            </a:r>
            <a:r>
              <a:rPr lang="zh-CN" altLang="en-US" b="1" dirty="0"/>
              <a:t>派生定密？</a:t>
            </a:r>
            <a:endParaRPr lang="zh-CN" altLang="en-US" b="1" dirty="0"/>
          </a:p>
          <a:p>
            <a:pPr>
              <a:buNone/>
            </a:pPr>
            <a:endParaRPr lang="en-US" altLang="zh-CN" b="1" dirty="0"/>
          </a:p>
        </p:txBody>
      </p:sp>
      <p:graphicFrame>
        <p:nvGraphicFramePr>
          <p:cNvPr id="4" name="内容占位符 4"/>
          <p:cNvGraphicFramePr/>
          <p:nvPr/>
        </p:nvGraphicFramePr>
        <p:xfrm>
          <a:off x="571472" y="3143248"/>
          <a:ext cx="8229600" cy="2103120"/>
        </p:xfrm>
        <a:graphic>
          <a:graphicData uri="http://schemas.openxmlformats.org/drawingml/2006/table">
            <a:tbl>
              <a:tblPr firstRow="1" bandRow="1">
                <a:tableStyleId>{5C22544A-7EE6-4342-B048-85BDC9FD1C3A}</a:tableStyleId>
              </a:tblPr>
              <a:tblGrid>
                <a:gridCol w="614338"/>
                <a:gridCol w="2677502"/>
                <a:gridCol w="1645920"/>
                <a:gridCol w="1645920"/>
                <a:gridCol w="1645920"/>
              </a:tblGrid>
              <a:tr h="370840">
                <a:tc>
                  <a:txBody>
                    <a:bodyPr/>
                    <a:lstStyle/>
                    <a:p>
                      <a:r>
                        <a:rPr lang="zh-CN" altLang="en-US" dirty="0"/>
                        <a:t>序号</a:t>
                      </a:r>
                      <a:endParaRPr lang="zh-CN" altLang="en-US" dirty="0"/>
                    </a:p>
                  </a:txBody>
                  <a:tcPr/>
                </a:tc>
                <a:tc>
                  <a:txBody>
                    <a:bodyPr/>
                    <a:lstStyle/>
                    <a:p>
                      <a:r>
                        <a:rPr lang="zh-CN" altLang="en-US" dirty="0"/>
                        <a:t>国家秘密事项名称</a:t>
                      </a:r>
                      <a:endParaRPr lang="zh-CN" altLang="en-US" dirty="0"/>
                    </a:p>
                  </a:txBody>
                  <a:tcPr/>
                </a:tc>
                <a:tc>
                  <a:txBody>
                    <a:bodyPr/>
                    <a:lstStyle/>
                    <a:p>
                      <a:r>
                        <a:rPr lang="zh-CN" altLang="en-US" dirty="0"/>
                        <a:t>密级</a:t>
                      </a:r>
                      <a:endParaRPr lang="zh-CN" altLang="en-US" dirty="0"/>
                    </a:p>
                  </a:txBody>
                  <a:tcPr/>
                </a:tc>
                <a:tc>
                  <a:txBody>
                    <a:bodyPr/>
                    <a:lstStyle/>
                    <a:p>
                      <a:r>
                        <a:rPr lang="zh-CN" altLang="en-US" dirty="0"/>
                        <a:t>保密期限</a:t>
                      </a:r>
                      <a:endParaRPr lang="zh-CN" altLang="en-US" dirty="0"/>
                    </a:p>
                  </a:txBody>
                  <a:tcPr/>
                </a:tc>
                <a:tc>
                  <a:txBody>
                    <a:bodyPr/>
                    <a:lstStyle/>
                    <a:p>
                      <a:r>
                        <a:rPr lang="zh-CN" altLang="en-US" dirty="0"/>
                        <a:t>知悉范围</a:t>
                      </a:r>
                      <a:endParaRPr lang="zh-CN" altLang="en-US" dirty="0"/>
                    </a:p>
                  </a:txBody>
                  <a:tcPr/>
                </a:tc>
              </a:tr>
              <a:tr h="370840">
                <a:tc>
                  <a:txBody>
                    <a:bodyPr/>
                    <a:lstStyle/>
                    <a:p>
                      <a:r>
                        <a:rPr lang="en-US" altLang="zh-CN" dirty="0"/>
                        <a:t>7</a:t>
                      </a:r>
                      <a:endParaRPr lang="zh-CN" altLang="en-US" dirty="0"/>
                    </a:p>
                  </a:txBody>
                  <a:tcPr/>
                </a:tc>
                <a:tc>
                  <a:txBody>
                    <a:bodyPr/>
                    <a:lstStyle/>
                    <a:p>
                      <a:r>
                        <a:rPr lang="zh-CN" altLang="en-US" dirty="0"/>
                        <a:t>对社会造成一定影响的金融案件的案情、相关数据、出处情况、有关建议及处理决定；金融机构案件统计情况</a:t>
                      </a:r>
                      <a:endParaRPr lang="zh-CN" altLang="en-US" dirty="0"/>
                    </a:p>
                  </a:txBody>
                  <a:tcPr/>
                </a:tc>
                <a:tc>
                  <a:txBody>
                    <a:bodyPr/>
                    <a:lstStyle/>
                    <a:p>
                      <a:r>
                        <a:rPr lang="zh-CN" altLang="en-US" dirty="0"/>
                        <a:t>秘密</a:t>
                      </a:r>
                      <a:endParaRPr lang="zh-CN" altLang="en-US" dirty="0"/>
                    </a:p>
                  </a:txBody>
                  <a:tcPr/>
                </a:tc>
                <a:tc>
                  <a:txBody>
                    <a:bodyPr/>
                    <a:lstStyle/>
                    <a:p>
                      <a:r>
                        <a:rPr lang="zh-CN" altLang="en-US" dirty="0"/>
                        <a:t>公布前</a:t>
                      </a:r>
                      <a:endParaRPr lang="zh-CN" altLang="en-US" dirty="0"/>
                    </a:p>
                  </a:txBody>
                  <a:tcPr/>
                </a:tc>
                <a:tc>
                  <a:txBody>
                    <a:bodyPr/>
                    <a:lstStyle/>
                    <a:p>
                      <a:r>
                        <a:rPr lang="zh-CN" altLang="en-US" dirty="0"/>
                        <a:t>局领导、办公室、政策法规处、统计信息处、相关监管处或银监分局</a:t>
                      </a:r>
                      <a:endParaRPr lang="zh-CN" altLang="en-US" dirty="0"/>
                    </a:p>
                  </a:txBody>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1"/>
          <p:cNvSpPr>
            <a:spLocks noGrp="1"/>
          </p:cNvSpPr>
          <p:nvPr>
            <p:ph type="title"/>
          </p:nvPr>
        </p:nvSpPr>
        <p:spPr/>
        <p:txBody>
          <a:bodyPr/>
          <a:lstStyle/>
          <a:p>
            <a:r>
              <a:rPr kumimoji="1" lang="zh-CN" altLang="en-US" dirty="0"/>
              <a:t>二、不明确事项，有争议事项</a:t>
            </a:r>
            <a:endParaRPr kumimoji="1" lang="zh-CN" altLang="en-US" dirty="0"/>
          </a:p>
        </p:txBody>
      </p:sp>
      <p:sp>
        <p:nvSpPr>
          <p:cNvPr id="76802" name="内容占位符 2"/>
          <p:cNvSpPr>
            <a:spLocks noGrp="1"/>
          </p:cNvSpPr>
          <p:nvPr>
            <p:ph idx="1"/>
          </p:nvPr>
        </p:nvSpPr>
        <p:spPr/>
        <p:txBody>
          <a:bodyPr/>
          <a:lstStyle/>
          <a:p>
            <a:endParaRPr kumimoji="1" lang="zh-CN" altLang="en-US"/>
          </a:p>
        </p:txBody>
      </p:sp>
      <p:sp>
        <p:nvSpPr>
          <p:cNvPr id="76803" name="幻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99C110D3-DED5-EC48-BAE4-84F08F233653}" type="slidenum">
              <a:rPr lang="zh-CN" altLang="en-US" sz="900">
                <a:solidFill>
                  <a:srgbClr val="898989"/>
                </a:solidFill>
              </a:rPr>
            </a:fld>
            <a:endParaRPr lang="zh-CN" altLang="en-US" sz="900">
              <a:solidFill>
                <a:srgbClr val="898989"/>
              </a:solidFill>
            </a:endParaRPr>
          </a:p>
        </p:txBody>
      </p:sp>
      <p:pic>
        <p:nvPicPr>
          <p:cNvPr id="76804" name="图片 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400175" y="1396272"/>
            <a:ext cx="634365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三、不同定密类型的定密</a:t>
            </a:r>
            <a:endParaRPr kumimoji="1" lang="zh-CN" altLang="en-US" dirty="0"/>
          </a:p>
        </p:txBody>
      </p:sp>
      <p:sp>
        <p:nvSpPr>
          <p:cNvPr id="3" name="内容占位符 2"/>
          <p:cNvSpPr>
            <a:spLocks noGrp="1"/>
          </p:cNvSpPr>
          <p:nvPr>
            <p:ph idx="1"/>
          </p:nvPr>
        </p:nvSpPr>
        <p:spPr/>
        <p:txBody>
          <a:bodyPr/>
          <a:lstStyle/>
          <a:p>
            <a:pPr>
              <a:lnSpc>
                <a:spcPct val="250000"/>
              </a:lnSpc>
            </a:pPr>
            <a:r>
              <a:rPr kumimoji="1" lang="zh-CN" altLang="en-US" dirty="0"/>
              <a:t>原始定密</a:t>
            </a:r>
            <a:endParaRPr kumimoji="1" lang="zh-CN" altLang="en-US" dirty="0"/>
          </a:p>
          <a:p>
            <a:pPr>
              <a:lnSpc>
                <a:spcPct val="250000"/>
              </a:lnSpc>
            </a:pPr>
            <a:r>
              <a:rPr kumimoji="1" lang="zh-CN" altLang="en-US" dirty="0"/>
              <a:t>派生定密</a:t>
            </a:r>
            <a:endParaRPr kumimoji="1"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标题 1"/>
          <p:cNvSpPr>
            <a:spLocks noGrp="1"/>
          </p:cNvSpPr>
          <p:nvPr>
            <p:ph type="title" idx="4294967295"/>
          </p:nvPr>
        </p:nvSpPr>
        <p:spPr>
          <a:xfrm>
            <a:off x="494110" y="620688"/>
            <a:ext cx="8021240" cy="994172"/>
          </a:xfrm>
        </p:spPr>
        <p:txBody>
          <a:bodyPr/>
          <a:lstStyle/>
          <a:p>
            <a:r>
              <a:rPr lang="en-US" altLang="zh-CN" dirty="0">
                <a:solidFill>
                  <a:srgbClr val="00B0F0"/>
                </a:solidFill>
              </a:rPr>
              <a:t>1.</a:t>
            </a:r>
            <a:r>
              <a:rPr lang="zh-CN" altLang="en-US" dirty="0">
                <a:solidFill>
                  <a:srgbClr val="00B0F0"/>
                </a:solidFill>
              </a:rPr>
              <a:t>原始定密的依据</a:t>
            </a:r>
            <a:endParaRPr lang="zh-CN" altLang="en-US" dirty="0">
              <a:solidFill>
                <a:srgbClr val="00B0F0"/>
              </a:solidFill>
            </a:endParaRPr>
          </a:p>
        </p:txBody>
      </p:sp>
      <p:sp>
        <p:nvSpPr>
          <p:cNvPr id="67586" name="内容占位符 2"/>
          <p:cNvSpPr>
            <a:spLocks noGrp="1"/>
          </p:cNvSpPr>
          <p:nvPr>
            <p:ph idx="4294967295"/>
          </p:nvPr>
        </p:nvSpPr>
        <p:spPr>
          <a:xfrm>
            <a:off x="628650" y="1997869"/>
            <a:ext cx="7886700" cy="3263504"/>
          </a:xfrm>
        </p:spPr>
        <p:txBody>
          <a:bodyPr>
            <a:noAutofit/>
          </a:bodyPr>
          <a:lstStyle/>
          <a:p>
            <a:pPr marL="386080" indent="-386080">
              <a:spcAft>
                <a:spcPts val="900"/>
              </a:spcAft>
              <a:buFontTx/>
              <a:buAutoNum type="circleNumDbPlain"/>
            </a:pPr>
            <a:r>
              <a:rPr lang="zh-CN" altLang="en-US" sz="2000" dirty="0"/>
              <a:t>原始定密的依据是</a:t>
            </a:r>
            <a:r>
              <a:rPr lang="en-US" altLang="zh-CN" sz="2000" dirty="0"/>
              <a:t>《</a:t>
            </a:r>
            <a:r>
              <a:rPr lang="zh-CN" altLang="en-US" sz="2000" dirty="0"/>
              <a:t>保密事项范围</a:t>
            </a:r>
            <a:r>
              <a:rPr lang="en-US" altLang="zh-CN" sz="2000" dirty="0"/>
              <a:t>》</a:t>
            </a:r>
            <a:r>
              <a:rPr lang="zh-CN" altLang="en-US" sz="2000" dirty="0"/>
              <a:t>，包括正文（第二条）和目录</a:t>
            </a:r>
            <a:r>
              <a:rPr lang="en-US" altLang="zh-CN" sz="2000" dirty="0"/>
              <a:t>2</a:t>
            </a:r>
            <a:r>
              <a:rPr lang="zh-CN" altLang="en-US" sz="2000" dirty="0"/>
              <a:t>个部分，使用时，依照目录定密，对号入座。</a:t>
            </a:r>
            <a:endParaRPr lang="zh-CN" altLang="en-US" sz="2000" dirty="0"/>
          </a:p>
          <a:p>
            <a:pPr marL="386080" indent="-386080">
              <a:spcAft>
                <a:spcPts val="900"/>
              </a:spcAft>
              <a:buFontTx/>
              <a:buAutoNum type="circleNumDbPlain"/>
            </a:pPr>
            <a:r>
              <a:rPr lang="zh-CN" altLang="en-US" sz="2000" dirty="0"/>
              <a:t>如果目录中没有，但正文中有涉及，通过解释条款，可以提请保密事项范围制定机构定密。</a:t>
            </a:r>
            <a:endParaRPr lang="zh-CN" altLang="en-US" sz="2000" dirty="0"/>
          </a:p>
          <a:p>
            <a:pPr marL="386080" indent="-386080">
              <a:spcAft>
                <a:spcPts val="900"/>
              </a:spcAft>
              <a:buFontTx/>
              <a:buAutoNum type="circleNumDbPlain"/>
            </a:pPr>
            <a:r>
              <a:rPr lang="zh-CN" altLang="en-US" sz="2000" dirty="0"/>
              <a:t>对于程度副词，结合定密责任人的主观能动性，自己把握。</a:t>
            </a:r>
            <a:endParaRPr lang="zh-CN" altLang="en-US" sz="2000" dirty="0"/>
          </a:p>
          <a:p>
            <a:pPr marL="386080" indent="-386080">
              <a:spcAft>
                <a:spcPts val="900"/>
              </a:spcAft>
              <a:buFontTx/>
              <a:buAutoNum type="circleNumDbPlain"/>
            </a:pPr>
            <a:r>
              <a:rPr lang="zh-CN" altLang="en-US" sz="2000" dirty="0"/>
              <a:t>不能降级定密、类推定密。</a:t>
            </a:r>
            <a:endParaRPr lang="zh-CN" altLang="en-US" sz="2000" dirty="0"/>
          </a:p>
          <a:p>
            <a:pPr marL="386080" indent="-386080">
              <a:spcAft>
                <a:spcPts val="900"/>
              </a:spcAft>
              <a:buFontTx/>
              <a:buAutoNum type="circleNumDbPlain"/>
            </a:pPr>
            <a:r>
              <a:rPr lang="zh-CN" altLang="en-US" sz="2000" dirty="0"/>
              <a:t>保密事项范围的保密期限为最长期限，可更改。</a:t>
            </a:r>
            <a:endParaRPr lang="zh-CN" altLang="en-US" sz="2000" dirty="0"/>
          </a:p>
          <a:p>
            <a:pPr marL="386080" indent="-386080">
              <a:spcAft>
                <a:spcPts val="900"/>
              </a:spcAft>
              <a:buFontTx/>
              <a:buAutoNum type="circleNumDbPlain"/>
            </a:pPr>
            <a:r>
              <a:rPr lang="zh-CN" altLang="en-US" sz="2000" dirty="0"/>
              <a:t>一览表（细目）非强制规定，以方便工作为目的。</a:t>
            </a:r>
            <a:endParaRPr lang="zh-CN" altLang="en-US" sz="2000" dirty="0"/>
          </a:p>
          <a:p>
            <a:pPr marL="386080" indent="-386080">
              <a:spcAft>
                <a:spcPts val="900"/>
              </a:spcAft>
              <a:buFontTx/>
              <a:buAutoNum type="circleNumDbPlain"/>
            </a:pPr>
            <a:r>
              <a:rPr lang="zh-CN" altLang="en-US" sz="2000" dirty="0"/>
              <a:t>不明确事项（正文和目录中都未提及）、有争议事项的处理（参照保密法，以及专家泄漏以后的损害评估）</a:t>
            </a:r>
            <a:endParaRPr lang="zh-CN" altLang="en-US" sz="2000" dirty="0"/>
          </a:p>
          <a:p>
            <a:pPr marL="386080" indent="-386080">
              <a:spcAft>
                <a:spcPts val="900"/>
              </a:spcAft>
              <a:buFontTx/>
              <a:buAutoNum type="circleNumDbPlain"/>
            </a:pPr>
            <a:endParaRPr lang="zh-CN" altLang="en-US" sz="2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1"/>
          <p:cNvSpPr>
            <a:spLocks noGrp="1"/>
          </p:cNvSpPr>
          <p:nvPr>
            <p:ph type="title" idx="4294967295"/>
          </p:nvPr>
        </p:nvSpPr>
        <p:spPr>
          <a:xfrm>
            <a:off x="457200" y="188635"/>
            <a:ext cx="8229600" cy="857250"/>
          </a:xfrm>
        </p:spPr>
        <p:txBody>
          <a:bodyPr/>
          <a:lstStyle/>
          <a:p>
            <a:r>
              <a:rPr lang="zh-CN" altLang="en-US" sz="2700" b="1" dirty="0">
                <a:solidFill>
                  <a:srgbClr val="C00000"/>
                </a:solidFill>
              </a:rPr>
              <a:t>关于保密事项范围内容的类推使用</a:t>
            </a:r>
            <a:endParaRPr lang="zh-CN" altLang="en-US" sz="2700" b="1" dirty="0">
              <a:solidFill>
                <a:srgbClr val="C00000"/>
              </a:solidFill>
            </a:endParaRPr>
          </a:p>
        </p:txBody>
      </p:sp>
      <p:sp>
        <p:nvSpPr>
          <p:cNvPr id="68610" name="内容占位符 3"/>
          <p:cNvSpPr>
            <a:spLocks noGrp="1"/>
          </p:cNvSpPr>
          <p:nvPr>
            <p:ph idx="4294967295"/>
          </p:nvPr>
        </p:nvSpPr>
        <p:spPr>
          <a:xfrm>
            <a:off x="457200" y="1052830"/>
            <a:ext cx="8229600" cy="4525963"/>
          </a:xfrm>
        </p:spPr>
        <p:txBody>
          <a:bodyPr>
            <a:noAutofit/>
          </a:bodyPr>
          <a:lstStyle/>
          <a:p>
            <a:pPr>
              <a:lnSpc>
                <a:spcPct val="150000"/>
              </a:lnSpc>
            </a:pPr>
            <a:r>
              <a:rPr lang="zh-CN" altLang="en-US" sz="1900" dirty="0"/>
              <a:t>禁止比照类推是保密事项范围使用的一个基本原则。</a:t>
            </a:r>
            <a:endParaRPr lang="zh-CN" altLang="en-US" sz="1900" dirty="0"/>
          </a:p>
          <a:p>
            <a:pPr>
              <a:lnSpc>
                <a:spcPct val="150000"/>
              </a:lnSpc>
            </a:pPr>
            <a:r>
              <a:rPr lang="en-US" altLang="zh-CN" sz="1900" dirty="0"/>
              <a:t>2017</a:t>
            </a:r>
            <a:r>
              <a:rPr lang="zh-CN" altLang="en-US" sz="1900" dirty="0"/>
              <a:t>年实施的</a:t>
            </a:r>
            <a:r>
              <a:rPr lang="en-US" altLang="zh-CN" sz="1900" dirty="0"/>
              <a:t>《</a:t>
            </a:r>
            <a:r>
              <a:rPr lang="zh-CN" altLang="en-US" sz="1900" dirty="0"/>
              <a:t>保密事项范围制定、修订和使用办法</a:t>
            </a:r>
            <a:r>
              <a:rPr lang="en-US" altLang="zh-CN" sz="1900" dirty="0"/>
              <a:t>》</a:t>
            </a:r>
            <a:r>
              <a:rPr lang="zh-CN" altLang="en-US" sz="1900" dirty="0"/>
              <a:t>（国家保密局令</a:t>
            </a:r>
            <a:r>
              <a:rPr lang="en-US" altLang="zh-CN" sz="1900" dirty="0"/>
              <a:t>2017</a:t>
            </a:r>
            <a:r>
              <a:rPr lang="zh-CN" altLang="en-US" sz="1900" dirty="0"/>
              <a:t>年第</a:t>
            </a:r>
            <a:r>
              <a:rPr lang="en-US" altLang="zh-CN" sz="1900" dirty="0"/>
              <a:t>1</a:t>
            </a:r>
            <a:r>
              <a:rPr lang="zh-CN" altLang="en-US" sz="1900" dirty="0"/>
              <a:t>号）明确规定，机关单位应当严格依据保密事项范围，规范准确定密，不得比照类推、擅自扩大或者缩小国家秘密事项范围。</a:t>
            </a:r>
            <a:endParaRPr lang="zh-CN" altLang="en-US" sz="1900" dirty="0"/>
          </a:p>
          <a:p>
            <a:pPr>
              <a:lnSpc>
                <a:spcPct val="150000"/>
              </a:lnSpc>
            </a:pPr>
            <a:r>
              <a:rPr lang="zh-CN" altLang="en-US" sz="1900" dirty="0"/>
              <a:t>不得比照类推，主要是指在保密事项范围目录没有明确规定的情况下，不能仅根据事项的相似程度，按照产生层级提高或者降低密级定密。例如，保密事项范围仅就中央一级有关事项作出规定时，产生于省（区、市）或者市（地、州）一级的类似事项不能降低密级定密；保密事项范围仅就全国的某类数据作出规定时，各地方的该类数据不得降低密级定密。</a:t>
            </a:r>
            <a:endParaRPr lang="zh-CN" altLang="en-US" sz="1900" dirty="0"/>
          </a:p>
          <a:p>
            <a:pPr>
              <a:lnSpc>
                <a:spcPct val="150000"/>
              </a:lnSpc>
            </a:pPr>
            <a:r>
              <a:rPr lang="zh-CN" altLang="en-US" sz="1900" dirty="0"/>
              <a:t>机关单位认为产生的事项保密事项范围没有规定但确需定密的，应当按照</a:t>
            </a:r>
            <a:r>
              <a:rPr lang="en-US" altLang="zh-CN" sz="1900" dirty="0"/>
              <a:t>《</a:t>
            </a:r>
            <a:r>
              <a:rPr lang="zh-CN" altLang="en-US" sz="1900" dirty="0"/>
              <a:t>保密事项范围制定、修订和使用办法</a:t>
            </a:r>
            <a:r>
              <a:rPr lang="en-US" altLang="zh-CN" sz="1900" dirty="0"/>
              <a:t>》</a:t>
            </a:r>
            <a:r>
              <a:rPr lang="zh-CN" altLang="en-US" sz="1900" dirty="0"/>
              <a:t>第二十七条或者保密法实施条例第十九条规定处理。</a:t>
            </a:r>
            <a:endParaRPr lang="zh-CN" altLang="en-US" sz="1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标题 1"/>
          <p:cNvSpPr>
            <a:spLocks noGrp="1"/>
          </p:cNvSpPr>
          <p:nvPr>
            <p:ph type="title" idx="4294967295"/>
          </p:nvPr>
        </p:nvSpPr>
        <p:spPr/>
        <p:txBody>
          <a:bodyPr/>
          <a:lstStyle/>
          <a:p>
            <a:r>
              <a:rPr lang="en-US" altLang="zh-CN" dirty="0">
                <a:solidFill>
                  <a:srgbClr val="00B0F0"/>
                </a:solidFill>
              </a:rPr>
              <a:t>2.</a:t>
            </a:r>
            <a:r>
              <a:rPr lang="zh-CN" altLang="en-US" dirty="0">
                <a:solidFill>
                  <a:srgbClr val="00B0F0"/>
                </a:solidFill>
              </a:rPr>
              <a:t>派生</a:t>
            </a:r>
            <a:r>
              <a:rPr lang="zh-CN" altLang="en-US" dirty="0" smtClean="0">
                <a:solidFill>
                  <a:srgbClr val="00B0F0"/>
                </a:solidFill>
              </a:rPr>
              <a:t>定密的基本内容</a:t>
            </a:r>
            <a:endParaRPr lang="zh-CN" altLang="en-US" dirty="0">
              <a:solidFill>
                <a:srgbClr val="00B0F0"/>
              </a:solidFill>
            </a:endParaRPr>
          </a:p>
        </p:txBody>
      </p:sp>
      <p:sp>
        <p:nvSpPr>
          <p:cNvPr id="70658" name="内容占位符 2"/>
          <p:cNvSpPr>
            <a:spLocks noGrp="1"/>
          </p:cNvSpPr>
          <p:nvPr>
            <p:ph idx="4294967295"/>
          </p:nvPr>
        </p:nvSpPr>
        <p:spPr/>
        <p:txBody>
          <a:bodyPr/>
          <a:lstStyle/>
          <a:p>
            <a:pPr marL="386080" indent="-386080">
              <a:lnSpc>
                <a:spcPct val="150000"/>
              </a:lnSpc>
              <a:spcAft>
                <a:spcPts val="900"/>
              </a:spcAft>
              <a:buFontTx/>
              <a:buAutoNum type="circleNumDbPlain"/>
            </a:pPr>
            <a:r>
              <a:rPr lang="zh-CN" altLang="en-US" dirty="0"/>
              <a:t>派生定密的含义</a:t>
            </a:r>
            <a:endParaRPr lang="zh-CN" altLang="en-US" dirty="0"/>
          </a:p>
          <a:p>
            <a:pPr marL="386080" indent="-386080">
              <a:lnSpc>
                <a:spcPct val="150000"/>
              </a:lnSpc>
              <a:spcAft>
                <a:spcPts val="900"/>
              </a:spcAft>
              <a:buFontTx/>
              <a:buAutoNum type="circleNumDbPlain"/>
            </a:pPr>
            <a:r>
              <a:rPr lang="zh-CN" altLang="en-US" dirty="0"/>
              <a:t>派生定密的权限</a:t>
            </a:r>
            <a:endParaRPr lang="zh-CN" altLang="en-US" dirty="0"/>
          </a:p>
          <a:p>
            <a:pPr marL="386080" indent="-386080">
              <a:lnSpc>
                <a:spcPct val="150000"/>
              </a:lnSpc>
              <a:spcAft>
                <a:spcPts val="900"/>
              </a:spcAft>
              <a:buFontTx/>
              <a:buAutoNum type="circleNumDbPlain"/>
            </a:pPr>
            <a:r>
              <a:rPr lang="zh-CN" altLang="en-US" dirty="0"/>
              <a:t>派生定密的依据</a:t>
            </a:r>
            <a:endParaRPr lang="zh-CN" altLang="en-US" dirty="0"/>
          </a:p>
          <a:p>
            <a:pPr marL="386080" indent="-386080">
              <a:lnSpc>
                <a:spcPct val="150000"/>
              </a:lnSpc>
              <a:spcAft>
                <a:spcPts val="900"/>
              </a:spcAft>
              <a:buFontTx/>
              <a:buAutoNum type="circleNumDbPlain"/>
            </a:pPr>
            <a:r>
              <a:rPr lang="zh-CN" altLang="en-US" dirty="0"/>
              <a:t>派生定密的程序</a:t>
            </a:r>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表 1"/>
          <p:cNvGraphicFramePr/>
          <p:nvPr/>
        </p:nvGraphicFramePr>
        <p:xfrm>
          <a:off x="611560" y="764704"/>
          <a:ext cx="7992888" cy="547260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1"/>
          <p:cNvSpPr>
            <a:spLocks noGrp="1"/>
          </p:cNvSpPr>
          <p:nvPr>
            <p:ph type="title" idx="4294967295"/>
          </p:nvPr>
        </p:nvSpPr>
        <p:spPr>
          <a:xfrm>
            <a:off x="457200" y="548680"/>
            <a:ext cx="8229600" cy="857250"/>
          </a:xfrm>
        </p:spPr>
        <p:txBody>
          <a:bodyPr/>
          <a:lstStyle/>
          <a:p>
            <a:r>
              <a:rPr lang="en-US" altLang="zh-CN" sz="2700" b="1" dirty="0" smtClean="0">
                <a:solidFill>
                  <a:srgbClr val="C00000"/>
                </a:solidFill>
              </a:rPr>
              <a:t>3.</a:t>
            </a:r>
            <a:r>
              <a:rPr lang="zh-CN" altLang="en-US" sz="2700" b="1" dirty="0" smtClean="0">
                <a:solidFill>
                  <a:srgbClr val="C00000"/>
                </a:solidFill>
              </a:rPr>
              <a:t>派生</a:t>
            </a:r>
            <a:r>
              <a:rPr lang="zh-CN" altLang="en-US" sz="2700" b="1" dirty="0">
                <a:solidFill>
                  <a:srgbClr val="C00000"/>
                </a:solidFill>
              </a:rPr>
              <a:t>定密的种类</a:t>
            </a:r>
            <a:endParaRPr lang="zh-CN" altLang="en-US" sz="2700" b="1" dirty="0">
              <a:solidFill>
                <a:srgbClr val="C00000"/>
              </a:solidFill>
            </a:endParaRPr>
          </a:p>
        </p:txBody>
      </p:sp>
      <p:sp>
        <p:nvSpPr>
          <p:cNvPr id="68610" name="内容占位符 3"/>
          <p:cNvSpPr>
            <a:spLocks noGrp="1"/>
          </p:cNvSpPr>
          <p:nvPr>
            <p:ph idx="4294967295"/>
          </p:nvPr>
        </p:nvSpPr>
        <p:spPr>
          <a:xfrm>
            <a:off x="457200" y="1600200"/>
            <a:ext cx="8229600" cy="4853136"/>
          </a:xfrm>
        </p:spPr>
        <p:txBody>
          <a:bodyPr>
            <a:normAutofit/>
          </a:bodyPr>
          <a:lstStyle/>
          <a:p>
            <a:r>
              <a:rPr lang="zh-CN" altLang="en-US" sz="2400" dirty="0"/>
              <a:t>执行类派生定密</a:t>
            </a:r>
            <a:endParaRPr lang="zh-CN" altLang="en-US" sz="2400" dirty="0"/>
          </a:p>
          <a:p>
            <a:pPr marL="0" indent="0">
              <a:buNone/>
            </a:pPr>
            <a:r>
              <a:rPr lang="zh-CN" altLang="en-US" sz="1800" dirty="0" smtClean="0"/>
              <a:t>（</a:t>
            </a:r>
            <a:r>
              <a:rPr lang="zh-CN" altLang="en-US" sz="1800" dirty="0"/>
              <a:t>执行计划、执行部署、执行措施、执行数据、执行进程、执行结果、执行报告</a:t>
            </a:r>
            <a:r>
              <a:rPr lang="zh-CN" altLang="en-US" sz="1800" dirty="0" smtClean="0"/>
              <a:t>）</a:t>
            </a:r>
            <a:endParaRPr lang="zh-CN" altLang="en-US" sz="1800" dirty="0" smtClean="0"/>
          </a:p>
          <a:p>
            <a:pPr marL="0" indent="0">
              <a:buNone/>
            </a:pPr>
            <a:endParaRPr lang="zh-CN" altLang="en-US" sz="1800" dirty="0"/>
          </a:p>
          <a:p>
            <a:r>
              <a:rPr lang="zh-CN" altLang="en-US" sz="2400" dirty="0"/>
              <a:t>使用类派生定密</a:t>
            </a:r>
            <a:endParaRPr lang="zh-CN" altLang="en-US" sz="2400" dirty="0"/>
          </a:p>
          <a:p>
            <a:pPr marL="0" indent="0">
              <a:buNone/>
            </a:pPr>
            <a:r>
              <a:rPr lang="zh-CN" altLang="en-US" sz="1800" dirty="0" smtClean="0"/>
              <a:t>（按照知悉范围要求所进行的转发，按照传达贯彻要求所进行的提炼</a:t>
            </a:r>
            <a:r>
              <a:rPr lang="zh-CN" altLang="en-US" sz="1800" dirty="0"/>
              <a:t>、概括、</a:t>
            </a:r>
            <a:r>
              <a:rPr lang="zh-CN" altLang="en-US" sz="1800" dirty="0" smtClean="0"/>
              <a:t>汇总；格局工作需要所进行的摘编</a:t>
            </a:r>
            <a:r>
              <a:rPr lang="zh-CN" altLang="en-US" sz="1800" dirty="0"/>
              <a:t>、引用、诠释、</a:t>
            </a:r>
            <a:r>
              <a:rPr lang="zh-CN" altLang="en-US" sz="1800" dirty="0" smtClean="0"/>
              <a:t>细化；使用涉密图文资料所进行的规划</a:t>
            </a:r>
            <a:r>
              <a:rPr lang="zh-CN" altLang="en-US" sz="1800" dirty="0"/>
              <a:t>、设计、标注、绘制</a:t>
            </a:r>
            <a:r>
              <a:rPr lang="zh-CN" altLang="en-US" sz="1800" dirty="0" smtClean="0"/>
              <a:t>）</a:t>
            </a:r>
            <a:endParaRPr lang="zh-CN" altLang="en-US" sz="1800" dirty="0" smtClean="0"/>
          </a:p>
          <a:p>
            <a:pPr marL="0" indent="0">
              <a:buNone/>
            </a:pPr>
            <a:endParaRPr lang="zh-CN" altLang="en-US" sz="1800" dirty="0"/>
          </a:p>
          <a:p>
            <a:r>
              <a:rPr lang="zh-CN" altLang="en-US" sz="2400" dirty="0"/>
              <a:t>办理类派生定密</a:t>
            </a:r>
            <a:endParaRPr lang="zh-CN" altLang="en-US" sz="2400" dirty="0"/>
          </a:p>
          <a:p>
            <a:pPr marL="0" indent="0">
              <a:buNone/>
            </a:pPr>
            <a:r>
              <a:rPr lang="zh-CN" altLang="en-US" sz="1800" dirty="0" smtClean="0"/>
              <a:t>（按照事项要求提供</a:t>
            </a:r>
            <a:r>
              <a:rPr lang="zh-CN" altLang="en-US" sz="1800" dirty="0"/>
              <a:t>有关调查统计数据、情况说明及原始资料；对事项</a:t>
            </a:r>
            <a:r>
              <a:rPr lang="zh-CN" altLang="en-US" sz="1800" dirty="0" smtClean="0"/>
              <a:t>咨询、函询、请示、汇报等</a:t>
            </a:r>
            <a:r>
              <a:rPr lang="zh-CN" altLang="en-US" sz="1800" dirty="0"/>
              <a:t>所做</a:t>
            </a:r>
            <a:r>
              <a:rPr lang="zh-CN" altLang="en-US" sz="1800" dirty="0" smtClean="0"/>
              <a:t>的回复、</a:t>
            </a:r>
            <a:r>
              <a:rPr lang="zh-CN" altLang="en-US" sz="1800" dirty="0"/>
              <a:t>批复、批注、</a:t>
            </a:r>
            <a:r>
              <a:rPr lang="zh-CN" altLang="en-US" sz="1800" dirty="0" smtClean="0"/>
              <a:t>批示或解释；对事项征求意见的内容所</a:t>
            </a:r>
            <a:r>
              <a:rPr lang="zh-CN" altLang="en-US" sz="1800" dirty="0"/>
              <a:t>作的答复、意见、</a:t>
            </a:r>
            <a:r>
              <a:rPr lang="zh-CN" altLang="en-US" sz="1800" dirty="0" smtClean="0"/>
              <a:t>建议以及修改文稿；对事项涉及的其他内容所做的对应回复等</a:t>
            </a:r>
            <a:r>
              <a:rPr lang="zh-CN" altLang="en-US" sz="1800" dirty="0"/>
              <a:t>）</a:t>
            </a:r>
            <a:endParaRPr lang="zh-CN" altLang="en-US" sz="1800" dirty="0"/>
          </a:p>
          <a:p>
            <a:endParaRPr lang="zh-CN" altLang="en-US" sz="2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标题 1"/>
          <p:cNvSpPr>
            <a:spLocks noGrp="1"/>
          </p:cNvSpPr>
          <p:nvPr>
            <p:ph type="title" idx="4294967295"/>
          </p:nvPr>
        </p:nvSpPr>
        <p:spPr/>
        <p:txBody>
          <a:bodyPr/>
          <a:lstStyle/>
          <a:p>
            <a:r>
              <a:rPr lang="zh-CN" altLang="en-US" dirty="0">
                <a:solidFill>
                  <a:srgbClr val="00B0F0"/>
                </a:solidFill>
              </a:rPr>
              <a:t>派生定密的原则</a:t>
            </a:r>
            <a:endParaRPr lang="zh-CN" altLang="en-US" dirty="0">
              <a:solidFill>
                <a:srgbClr val="00B0F0"/>
              </a:solidFill>
            </a:endParaRPr>
          </a:p>
        </p:txBody>
      </p:sp>
      <p:sp>
        <p:nvSpPr>
          <p:cNvPr id="70658" name="内容占位符 2"/>
          <p:cNvSpPr>
            <a:spLocks noGrp="1"/>
          </p:cNvSpPr>
          <p:nvPr>
            <p:ph idx="4294967295"/>
          </p:nvPr>
        </p:nvSpPr>
        <p:spPr/>
        <p:txBody>
          <a:bodyPr/>
          <a:lstStyle/>
          <a:p>
            <a:pPr marL="386080" indent="-386080">
              <a:spcAft>
                <a:spcPts val="900"/>
              </a:spcAft>
              <a:buFontTx/>
              <a:buAutoNum type="circleNumDbPlain"/>
            </a:pPr>
            <a:r>
              <a:rPr lang="zh-CN" altLang="en-US"/>
              <a:t>遵守“确有需要”原则，并非所有派生的文件，都需要进行派生定密</a:t>
            </a:r>
            <a:endParaRPr lang="zh-CN" altLang="en-US"/>
          </a:p>
          <a:p>
            <a:pPr marL="386080" indent="-386080">
              <a:spcAft>
                <a:spcPts val="900"/>
              </a:spcAft>
              <a:buFontTx/>
              <a:buAutoNum type="circleNumDbPlain"/>
            </a:pPr>
            <a:r>
              <a:rPr lang="zh-CN" altLang="en-US"/>
              <a:t>密级、保密期限保持严格一致，知悉范围尽量保持一致，但可以调整</a:t>
            </a:r>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幻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8C5C26C2-EEFF-0349-A8F8-64F9B4CB982C}" type="slidenum">
              <a:rPr lang="zh-CN" altLang="en-US" sz="900">
                <a:solidFill>
                  <a:srgbClr val="898989"/>
                </a:solidFill>
              </a:rPr>
            </a:fld>
            <a:endParaRPr lang="zh-CN" altLang="en-US" sz="900">
              <a:solidFill>
                <a:srgbClr val="898989"/>
              </a:solidFill>
            </a:endParaRPr>
          </a:p>
        </p:txBody>
      </p:sp>
      <p:sp>
        <p:nvSpPr>
          <p:cNvPr id="71682" name="矩形 2"/>
          <p:cNvSpPr>
            <a:spLocks noChangeArrowheads="1"/>
          </p:cNvSpPr>
          <p:nvPr/>
        </p:nvSpPr>
        <p:spPr bwMode="auto">
          <a:xfrm>
            <a:off x="383381" y="1157288"/>
            <a:ext cx="44935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r>
              <a:rPr lang="zh-CN" altLang="en-US" sz="2400">
                <a:solidFill>
                  <a:srgbClr val="00B0F0"/>
                </a:solidFill>
              </a:rPr>
              <a:t>哪些情况符合“确有需要”原则</a:t>
            </a:r>
            <a:endParaRPr lang="zh-CN" altLang="en-US" sz="2400">
              <a:solidFill>
                <a:srgbClr val="00B0F0"/>
              </a:solidFill>
            </a:endParaRPr>
          </a:p>
        </p:txBody>
      </p:sp>
      <p:sp>
        <p:nvSpPr>
          <p:cNvPr id="71683" name="矩形 3"/>
          <p:cNvSpPr>
            <a:spLocks noChangeArrowheads="1"/>
          </p:cNvSpPr>
          <p:nvPr/>
        </p:nvSpPr>
        <p:spPr bwMode="auto">
          <a:xfrm>
            <a:off x="838200" y="2139554"/>
            <a:ext cx="7677150" cy="376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14350" indent="-514350">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nSpc>
                <a:spcPct val="150000"/>
              </a:lnSpc>
              <a:spcBef>
                <a:spcPct val="0"/>
              </a:spcBef>
              <a:spcAft>
                <a:spcPts val="900"/>
              </a:spcAft>
              <a:buFontTx/>
              <a:buAutoNum type="circleNumDbPlain"/>
            </a:pPr>
            <a:r>
              <a:rPr lang="zh-CN" altLang="en-US" sz="2400"/>
              <a:t>派生事项与所执行或办理事项完全一致（全文转发、实施细则）</a:t>
            </a:r>
            <a:endParaRPr lang="zh-CN" altLang="en-US" sz="2400"/>
          </a:p>
          <a:p>
            <a:pPr>
              <a:lnSpc>
                <a:spcPct val="150000"/>
              </a:lnSpc>
              <a:spcBef>
                <a:spcPct val="0"/>
              </a:spcBef>
              <a:spcAft>
                <a:spcPts val="900"/>
              </a:spcAft>
              <a:buFontTx/>
              <a:buAutoNum type="circleNumDbPlain"/>
            </a:pPr>
            <a:r>
              <a:rPr lang="zh-CN" altLang="en-US" sz="2400" dirty="0"/>
              <a:t>派生事项与所执行或办理事项部分一致（在主要部分、关键内容、密点上一致）</a:t>
            </a:r>
            <a:endParaRPr lang="zh-CN" altLang="en-US" sz="2400" dirty="0"/>
          </a:p>
          <a:p>
            <a:pPr>
              <a:lnSpc>
                <a:spcPct val="150000"/>
              </a:lnSpc>
              <a:spcBef>
                <a:spcPct val="0"/>
              </a:spcBef>
              <a:spcAft>
                <a:spcPts val="900"/>
              </a:spcAft>
              <a:buFontTx/>
              <a:buAutoNum type="circleNumDbPlain"/>
            </a:pPr>
            <a:r>
              <a:rPr lang="zh-CN" altLang="en-US" sz="2400" dirty="0"/>
              <a:t>科研项目的“分解定密”（例外）</a:t>
            </a:r>
            <a:endParaRPr lang="zh-CN" altLang="en-US" sz="2400" dirty="0"/>
          </a:p>
          <a:p>
            <a:pPr>
              <a:lnSpc>
                <a:spcPct val="150000"/>
              </a:lnSpc>
              <a:spcBef>
                <a:spcPct val="0"/>
              </a:spcBef>
              <a:spcAft>
                <a:spcPts val="900"/>
              </a:spcAft>
              <a:buFontTx/>
              <a:buAutoNum type="circleNumDbPlain"/>
            </a:pPr>
            <a:endParaRPr lang="zh-CN" altLang="en-US" sz="2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幻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E94E87EA-A553-A74C-B917-D4F5154061C1}" type="slidenum">
              <a:rPr lang="zh-CN" altLang="en-US" sz="900">
                <a:solidFill>
                  <a:srgbClr val="898989"/>
                </a:solidFill>
              </a:rPr>
            </a:fld>
            <a:endParaRPr lang="zh-CN" altLang="en-US" sz="900">
              <a:solidFill>
                <a:srgbClr val="898989"/>
              </a:solidFill>
            </a:endParaRPr>
          </a:p>
        </p:txBody>
      </p:sp>
      <p:sp>
        <p:nvSpPr>
          <p:cNvPr id="72706" name="矩形 2"/>
          <p:cNvSpPr>
            <a:spLocks noChangeArrowheads="1"/>
          </p:cNvSpPr>
          <p:nvPr/>
        </p:nvSpPr>
        <p:spPr bwMode="auto">
          <a:xfrm>
            <a:off x="383381" y="1157288"/>
            <a:ext cx="35702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r>
              <a:rPr lang="zh-CN" altLang="en-US" sz="2400">
                <a:solidFill>
                  <a:srgbClr val="00B0F0"/>
                </a:solidFill>
              </a:rPr>
              <a:t>哪些情况不需要派生定密</a:t>
            </a:r>
            <a:endParaRPr lang="zh-CN" altLang="en-US" sz="2400">
              <a:solidFill>
                <a:srgbClr val="00B0F0"/>
              </a:solidFill>
            </a:endParaRPr>
          </a:p>
        </p:txBody>
      </p:sp>
      <p:sp>
        <p:nvSpPr>
          <p:cNvPr id="72707" name="矩形 3"/>
          <p:cNvSpPr>
            <a:spLocks noChangeArrowheads="1"/>
          </p:cNvSpPr>
          <p:nvPr/>
        </p:nvSpPr>
        <p:spPr bwMode="auto">
          <a:xfrm>
            <a:off x="838200" y="2139554"/>
            <a:ext cx="7677150" cy="2654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14350" indent="-514350">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nSpc>
                <a:spcPct val="100000"/>
              </a:lnSpc>
              <a:spcBef>
                <a:spcPct val="0"/>
              </a:spcBef>
              <a:spcAft>
                <a:spcPts val="900"/>
              </a:spcAft>
              <a:buFontTx/>
              <a:buAutoNum type="circleNumDbPlain"/>
            </a:pPr>
            <a:r>
              <a:rPr lang="zh-CN" altLang="en-US" sz="2400" dirty="0"/>
              <a:t>征求意见（经研究无意见），可以不定密</a:t>
            </a:r>
            <a:endParaRPr lang="zh-CN" altLang="en-US" sz="2400" dirty="0"/>
          </a:p>
          <a:p>
            <a:pPr>
              <a:lnSpc>
                <a:spcPct val="100000"/>
              </a:lnSpc>
              <a:spcBef>
                <a:spcPct val="0"/>
              </a:spcBef>
              <a:spcAft>
                <a:spcPts val="900"/>
              </a:spcAft>
              <a:buFontTx/>
              <a:buAutoNum type="circleNumDbPlain"/>
            </a:pPr>
            <a:r>
              <a:rPr lang="zh-CN" altLang="en-US" sz="2400" dirty="0"/>
              <a:t>上级下发收集材料的通知，执行中提交的是本单位的自己的基本材料</a:t>
            </a:r>
            <a:endParaRPr lang="zh-CN" altLang="en-US" sz="2400" dirty="0"/>
          </a:p>
          <a:p>
            <a:pPr>
              <a:lnSpc>
                <a:spcPct val="100000"/>
              </a:lnSpc>
              <a:spcBef>
                <a:spcPct val="0"/>
              </a:spcBef>
              <a:spcAft>
                <a:spcPts val="900"/>
              </a:spcAft>
              <a:buFontTx/>
              <a:buAutoNum type="circleNumDbPlain"/>
            </a:pPr>
            <a:r>
              <a:rPr lang="zh-CN" altLang="en-US" sz="2400" dirty="0"/>
              <a:t>日常工作（涉密会议要求）</a:t>
            </a:r>
            <a:endParaRPr lang="zh-CN" altLang="en-US" sz="2400" dirty="0"/>
          </a:p>
          <a:p>
            <a:pPr>
              <a:lnSpc>
                <a:spcPct val="100000"/>
              </a:lnSpc>
              <a:spcBef>
                <a:spcPct val="0"/>
              </a:spcBef>
              <a:spcAft>
                <a:spcPts val="900"/>
              </a:spcAft>
              <a:buFontTx/>
              <a:buAutoNum type="circleNumDbPlain"/>
            </a:pPr>
            <a:r>
              <a:rPr lang="zh-CN" altLang="en-US" sz="2400" dirty="0"/>
              <a:t>不需要履行派生定密程序的情况：收发登记本、涉密文件资料汇编、会议录音、录像资料（简易处理）</a:t>
            </a:r>
            <a:endParaRPr lang="zh-CN" altLang="en-US"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1"/>
          <p:cNvSpPr>
            <a:spLocks noGrp="1"/>
          </p:cNvSpPr>
          <p:nvPr>
            <p:ph type="title"/>
          </p:nvPr>
        </p:nvSpPr>
        <p:spPr/>
        <p:txBody>
          <a:bodyPr/>
          <a:lstStyle/>
          <a:p>
            <a:r>
              <a:rPr lang="zh-CN" altLang="en-US" b="1" dirty="0">
                <a:solidFill>
                  <a:srgbClr val="C00000"/>
                </a:solidFill>
              </a:rPr>
              <a:t>三、关于派生定密程序</a:t>
            </a:r>
            <a:endParaRPr kumimoji="1" lang="zh-CN" altLang="en-US" b="1" dirty="0">
              <a:solidFill>
                <a:srgbClr val="C00000"/>
              </a:solidFill>
            </a:endParaRPr>
          </a:p>
        </p:txBody>
      </p:sp>
      <p:sp>
        <p:nvSpPr>
          <p:cNvPr id="77826" name="内容占位符 2"/>
          <p:cNvSpPr>
            <a:spLocks noGrp="1"/>
          </p:cNvSpPr>
          <p:nvPr>
            <p:ph idx="1"/>
          </p:nvPr>
        </p:nvSpPr>
        <p:spPr/>
        <p:txBody>
          <a:bodyPr>
            <a:normAutofit lnSpcReduction="10000"/>
          </a:bodyPr>
          <a:lstStyle/>
          <a:p>
            <a:r>
              <a:rPr lang="zh-CN" altLang="en-US"/>
              <a:t>派生定密是定密的一种特殊形式，程序上应当遵守定密管理的一般要求。</a:t>
            </a:r>
            <a:endParaRPr lang="zh-CN" altLang="en-US"/>
          </a:p>
          <a:p>
            <a:r>
              <a:rPr lang="zh-CN" altLang="en-US"/>
              <a:t>即，机关单位在派生国家秘密产生的同时，应当由承办人依据所执行或者办理的已定密事项拟定密级、保密期限和知悉范围，报定密责任人审核批准。同时，作出书面记录，注明承办人、定密责任人和定密依据，并在相关载体上作出相应的国家秘密标志。</a:t>
            </a:r>
            <a:endParaRPr kumimoji="1" lang="zh-CN" altLang="en-US"/>
          </a:p>
        </p:txBody>
      </p:sp>
      <p:sp>
        <p:nvSpPr>
          <p:cNvPr id="77827" name="幻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A56156C7-8FF2-474A-9302-19DB4CE2198D}" type="slidenum">
              <a:rPr lang="zh-CN" altLang="en-US" sz="900">
                <a:solidFill>
                  <a:srgbClr val="898989"/>
                </a:solidFill>
              </a:rPr>
            </a:fld>
            <a:endParaRPr lang="zh-CN" altLang="en-US" sz="900">
              <a:solidFill>
                <a:srgbClr val="898989"/>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标题 1"/>
          <p:cNvSpPr>
            <a:spLocks noGrp="1"/>
          </p:cNvSpPr>
          <p:nvPr>
            <p:ph type="title"/>
          </p:nvPr>
        </p:nvSpPr>
        <p:spPr/>
        <p:txBody>
          <a:bodyPr/>
          <a:lstStyle/>
          <a:p>
            <a:endParaRPr kumimoji="1" lang="zh-CN" altLang="en-US"/>
          </a:p>
        </p:txBody>
      </p:sp>
      <p:pic>
        <p:nvPicPr>
          <p:cNvPr id="79874" name="内容占位符 5"/>
          <p:cNvPicPr>
            <a:picLocks noGrp="1" noChangeAspect="1"/>
          </p:cNvPicPr>
          <p:nvPr>
            <p:ph idx="1"/>
          </p:nvPr>
        </p:nvPicPr>
        <p:blipFill>
          <a:blip r:embed="rId1">
            <a:extLst>
              <a:ext uri="{28A0092B-C50C-407E-A947-70E740481C1C}">
                <a14:useLocalDpi xmlns:a14="http://schemas.microsoft.com/office/drawing/2010/main" val="0"/>
              </a:ext>
            </a:extLst>
          </a:blip>
          <a:srcRect/>
          <a:stretch>
            <a:fillRect/>
          </a:stretch>
        </p:blipFill>
        <p:spPr>
          <a:xfrm>
            <a:off x="759619" y="2320529"/>
            <a:ext cx="3681413" cy="3263503"/>
          </a:xfrm>
        </p:spPr>
      </p:pic>
      <p:sp>
        <p:nvSpPr>
          <p:cNvPr id="79875" name="幻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7F18F12D-3D12-5445-928A-6DBDA57A362F}" type="slidenum">
              <a:rPr lang="zh-CN" altLang="en-US" sz="900">
                <a:solidFill>
                  <a:srgbClr val="898989"/>
                </a:solidFill>
              </a:rPr>
            </a:fld>
            <a:endParaRPr lang="zh-CN" altLang="en-US" sz="900">
              <a:solidFill>
                <a:srgbClr val="898989"/>
              </a:solidFill>
            </a:endParaRPr>
          </a:p>
        </p:txBody>
      </p:sp>
      <p:pic>
        <p:nvPicPr>
          <p:cNvPr id="79876"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131094"/>
            <a:ext cx="4455319" cy="2377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四、无定密权机关的申请定密</a:t>
            </a:r>
            <a:endParaRPr lang="zh-CN" altLang="en-US" dirty="0"/>
          </a:p>
        </p:txBody>
      </p:sp>
      <p:sp>
        <p:nvSpPr>
          <p:cNvPr id="3" name="内容占位符 2"/>
          <p:cNvSpPr>
            <a:spLocks noGrp="1"/>
          </p:cNvSpPr>
          <p:nvPr>
            <p:ph idx="1"/>
          </p:nvPr>
        </p:nvSpPr>
        <p:spPr/>
        <p:txBody>
          <a:bodyPr/>
          <a:lstStyle/>
          <a:p>
            <a:r>
              <a:rPr lang="zh-CN" altLang="en-US" dirty="0"/>
              <a:t>对本机关、单位产生的事项，依据相关国家秘密事项范围规定应当确定为国家秘密，但本机关、单位没有定密权的，或超越本机关、单位定密权限的，机关单位不得自行进行定密，应当按照以下程序办理：</a:t>
            </a: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第一，由承办人提出拟办意见，填写</a:t>
            </a:r>
            <a:r>
              <a:rPr lang="en-US" altLang="zh-CN" dirty="0"/>
              <a:t>《</a:t>
            </a:r>
            <a:r>
              <a:rPr lang="zh-CN" altLang="en-US" dirty="0"/>
              <a:t>无权定密事项定密申报表</a:t>
            </a:r>
            <a:r>
              <a:rPr lang="en-US" altLang="zh-CN" dirty="0"/>
              <a:t>》</a:t>
            </a:r>
            <a:r>
              <a:rPr lang="zh-CN" altLang="en-US" dirty="0"/>
              <a:t>，机关、单位负责人批准后，报请有密级确定权的上级机关、单位确定；没有上级机关、单位的，提请有相应定密权限的上级业务主管部门、行业主管部门或者保密行政管理部门确定。</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第二，接到申请的上级机关、单位或者业务主管部门、保密行政管理部门，应当在规定的期限内作出批复，事项紧急的，应当在申请单位要求的时限内予以批复。</a:t>
            </a:r>
            <a:endParaRPr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标题 1"/>
          <p:cNvSpPr>
            <a:spLocks noGrp="1"/>
          </p:cNvSpPr>
          <p:nvPr>
            <p:ph type="title"/>
          </p:nvPr>
        </p:nvSpPr>
        <p:spPr/>
        <p:txBody>
          <a:bodyPr/>
          <a:lstStyle/>
          <a:p>
            <a:r>
              <a:rPr lang="zh-CN" altLang="en-US" b="1" dirty="0">
                <a:solidFill>
                  <a:srgbClr val="00B0F0"/>
                </a:solidFill>
              </a:rPr>
              <a:t>五、定密程序的重点事项</a:t>
            </a:r>
            <a:endParaRPr lang="zh-CN" altLang="en-US" b="1" dirty="0">
              <a:solidFill>
                <a:srgbClr val="00B0F0"/>
              </a:solidFill>
            </a:endParaRPr>
          </a:p>
        </p:txBody>
      </p:sp>
      <p:sp>
        <p:nvSpPr>
          <p:cNvPr id="81922" name="内容占位符 2"/>
          <p:cNvSpPr>
            <a:spLocks noGrp="1"/>
          </p:cNvSpPr>
          <p:nvPr>
            <p:ph idx="1"/>
          </p:nvPr>
        </p:nvSpPr>
        <p:spPr/>
        <p:txBody>
          <a:bodyPr/>
          <a:lstStyle/>
          <a:p>
            <a:r>
              <a:rPr kumimoji="1" lang="zh-CN" altLang="en-US"/>
              <a:t>过程稿定密（先在电子稿上标注，定稿之后再统一找定密责任人确定）</a:t>
            </a:r>
            <a:endParaRPr kumimoji="1" lang="zh-CN" altLang="en-US"/>
          </a:p>
          <a:p>
            <a:r>
              <a:rPr kumimoji="1" lang="zh-CN" altLang="en-US"/>
              <a:t>填写书面记录，包括谁来定、定密依据（</a:t>
            </a:r>
            <a:r>
              <a:rPr kumimoji="1" lang="en-US" altLang="zh-CN"/>
              <a:t>《</a:t>
            </a:r>
            <a:r>
              <a:rPr kumimoji="1" lang="zh-CN" altLang="en-US"/>
              <a:t>暂行规定</a:t>
            </a:r>
            <a:r>
              <a:rPr kumimoji="1" lang="en-US" altLang="zh-CN"/>
              <a:t>》</a:t>
            </a:r>
            <a:r>
              <a:rPr kumimoji="1" lang="zh-CN" altLang="en-US"/>
              <a:t>的要求，为解密审查工作和密级鉴定服务）</a:t>
            </a:r>
            <a:endParaRPr kumimoji="1" lang="zh-CN" altLang="en-US"/>
          </a:p>
          <a:p>
            <a:r>
              <a:rPr kumimoji="1" lang="zh-CN" altLang="en-US"/>
              <a:t>秘密标志（合规，</a:t>
            </a:r>
            <a:r>
              <a:rPr kumimoji="1" lang="en-US" altLang="zh-CN"/>
              <a:t>3</a:t>
            </a:r>
            <a:r>
              <a:rPr kumimoji="1" lang="zh-CN" altLang="en-US"/>
              <a:t>个要素都需要有，涉密文件编号）</a:t>
            </a:r>
            <a:endParaRPr kumimoji="1" lang="zh-CN" altLang="en-US"/>
          </a:p>
          <a:p>
            <a:endParaRPr kumimoji="1" lang="zh-CN" altLang="en-US"/>
          </a:p>
          <a:p>
            <a:endParaRPr kumimoji="1" lang="zh-CN" altLang="en-US"/>
          </a:p>
        </p:txBody>
      </p:sp>
      <p:sp>
        <p:nvSpPr>
          <p:cNvPr id="81923" name="幻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3E7EE219-ED72-7446-9944-BF2F6A32C0C3}" type="slidenum">
              <a:rPr lang="zh-CN" altLang="en-US" sz="900">
                <a:solidFill>
                  <a:srgbClr val="898989"/>
                </a:solidFill>
              </a:rPr>
            </a:fld>
            <a:endParaRPr lang="zh-CN" altLang="en-US" sz="900">
              <a:solidFill>
                <a:srgbClr val="898989"/>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标题 1"/>
          <p:cNvSpPr>
            <a:spLocks noGrp="1"/>
          </p:cNvSpPr>
          <p:nvPr>
            <p:ph type="title"/>
          </p:nvPr>
        </p:nvSpPr>
        <p:spPr/>
        <p:txBody>
          <a:bodyPr/>
          <a:lstStyle/>
          <a:p>
            <a:r>
              <a:rPr lang="zh-CN" altLang="en-US" b="1">
                <a:solidFill>
                  <a:srgbClr val="C00000"/>
                </a:solidFill>
              </a:rPr>
              <a:t>关于涉密文件资料过程稿定密</a:t>
            </a:r>
            <a:endParaRPr kumimoji="1" lang="zh-CN" altLang="en-US" b="1">
              <a:solidFill>
                <a:srgbClr val="C00000"/>
              </a:solidFill>
            </a:endParaRPr>
          </a:p>
        </p:txBody>
      </p:sp>
      <p:sp>
        <p:nvSpPr>
          <p:cNvPr id="82946" name="内容占位符 2"/>
          <p:cNvSpPr>
            <a:spLocks noGrp="1"/>
          </p:cNvSpPr>
          <p:nvPr>
            <p:ph idx="1"/>
          </p:nvPr>
        </p:nvSpPr>
        <p:spPr>
          <a:xfrm>
            <a:off x="457200" y="1268760"/>
            <a:ext cx="8229600" cy="4525963"/>
          </a:xfrm>
        </p:spPr>
        <p:txBody>
          <a:bodyPr>
            <a:noAutofit/>
          </a:bodyPr>
          <a:lstStyle/>
          <a:p>
            <a:r>
              <a:rPr lang="zh-CN" altLang="en-US" sz="2200" dirty="0"/>
              <a:t>过程稿涉及国家秘密的应当定密。</a:t>
            </a:r>
            <a:endParaRPr lang="zh-CN" altLang="en-US" sz="2200" dirty="0"/>
          </a:p>
          <a:p>
            <a:r>
              <a:rPr lang="zh-CN" altLang="en-US" sz="2200" dirty="0"/>
              <a:t>根据保密法实施条例，机关单位应当在国家秘密产生的同时，由承办人依据有关保密事项范围拟定密级、保密期限和知悉范围，报定密责任人审核批准，并采取相应的保密措施。</a:t>
            </a:r>
            <a:endParaRPr lang="zh-CN" altLang="en-US" sz="2200" dirty="0"/>
          </a:p>
          <a:p>
            <a:r>
              <a:rPr lang="zh-CN" altLang="en-US" sz="2200" dirty="0"/>
              <a:t>从时间上看，国家秘密可能产生于涉密文件资料起草的各个环节。有的文件资料从起草开始就涉及国家秘密，有的在修改之后才涉及国家秘密，有的文件资料过程稿涉密但正式件不涉密。</a:t>
            </a:r>
            <a:endParaRPr lang="zh-CN" altLang="en-US" sz="2200" dirty="0"/>
          </a:p>
          <a:p>
            <a:r>
              <a:rPr lang="zh-CN" altLang="en-US" sz="2200" dirty="0"/>
              <a:t>承办人应当根据实际情况，对涉及国家秘密的过程稿依法拟定密级、保密期限和知悉范围，作出国家秘密标志，并采取相应保密管理措施。按照公文处理的一般要求，承办人应当先在过程稿上</a:t>
            </a:r>
            <a:r>
              <a:rPr lang="zh-CN" altLang="en-US" sz="2200" dirty="0">
                <a:solidFill>
                  <a:srgbClr val="FF0000"/>
                </a:solidFill>
              </a:rPr>
              <a:t>标注</a:t>
            </a:r>
            <a:r>
              <a:rPr lang="zh-CN" altLang="en-US" sz="2200" dirty="0"/>
              <a:t>国家秘密标志，待公文送审稿形成后报定密责任人审核批准。定密责任人的定密决定与承办人的拟定密意见不一致的，承办人应当及时对过程稿的国家秘密标志作出相应更改。</a:t>
            </a:r>
            <a:endParaRPr kumimoji="1" lang="zh-CN" altLang="en-US" sz="2200" dirty="0"/>
          </a:p>
        </p:txBody>
      </p:sp>
      <p:sp>
        <p:nvSpPr>
          <p:cNvPr id="82947" name="幻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04E93651-A220-614A-8177-F83C10559ECB}" type="slidenum">
              <a:rPr lang="zh-CN" altLang="en-US" sz="900">
                <a:solidFill>
                  <a:srgbClr val="898989"/>
                </a:solidFill>
              </a:rPr>
            </a:fld>
            <a:endParaRPr lang="zh-CN" altLang="en-US" sz="900">
              <a:solidFill>
                <a:srgbClr val="898989"/>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第三节 </a:t>
            </a:r>
            <a:r>
              <a:rPr lang="zh-CN" altLang="en-US" dirty="0"/>
              <a:t>定密的内容与标注方法</a:t>
            </a:r>
            <a:endParaRPr lang="zh-CN" altLang="en-US" dirty="0"/>
          </a:p>
        </p:txBody>
      </p:sp>
      <p:sp>
        <p:nvSpPr>
          <p:cNvPr id="3" name="内容占位符 2"/>
          <p:cNvSpPr>
            <a:spLocks noGrp="1"/>
          </p:cNvSpPr>
          <p:nvPr>
            <p:ph idx="1"/>
          </p:nvPr>
        </p:nvSpPr>
        <p:spPr/>
        <p:txBody>
          <a:bodyPr/>
          <a:lstStyle/>
          <a:p>
            <a:r>
              <a:rPr lang="zh-CN" altLang="en-US" dirty="0"/>
              <a:t>一、密级的确定及标注方法</a:t>
            </a:r>
            <a:endParaRPr lang="zh-CN" altLang="en-US" dirty="0"/>
          </a:p>
          <a:p>
            <a:r>
              <a:rPr lang="zh-CN" altLang="en-US" dirty="0"/>
              <a:t>二、保密期限的确定及标注方法</a:t>
            </a:r>
            <a:endParaRPr lang="zh-CN" altLang="en-US" dirty="0"/>
          </a:p>
          <a:p>
            <a:r>
              <a:rPr lang="zh-CN" altLang="en-US" dirty="0"/>
              <a:t>三、知悉范围的确定及标注方法</a:t>
            </a:r>
            <a:endParaRPr lang="zh-CN" altLang="en-US" dirty="0"/>
          </a:p>
          <a:p>
            <a:r>
              <a:rPr lang="zh-CN" altLang="en-US" dirty="0"/>
              <a:t>四、国家秘密标志的确定及标注方法</a:t>
            </a:r>
            <a:endParaRPr lang="zh-CN" altLang="en-US" dirty="0"/>
          </a:p>
          <a:p>
            <a:r>
              <a:rPr lang="zh-CN" altLang="en-US" dirty="0"/>
              <a:t>五、密点的确定与标注方法</a:t>
            </a:r>
            <a:endParaRPr lang="zh-CN" altLang="en-US" dirty="0"/>
          </a:p>
          <a:p>
            <a:endParaRPr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一、国家秘密密级的确定</a:t>
            </a:r>
            <a:endParaRPr lang="zh-CN" altLang="en-US" dirty="0"/>
          </a:p>
        </p:txBody>
      </p:sp>
      <p:sp>
        <p:nvSpPr>
          <p:cNvPr id="3" name="内容占位符 2"/>
          <p:cNvSpPr>
            <a:spLocks noGrp="1"/>
          </p:cNvSpPr>
          <p:nvPr>
            <p:ph idx="1"/>
          </p:nvPr>
        </p:nvSpPr>
        <p:spPr/>
        <p:txBody>
          <a:bodyPr>
            <a:normAutofit fontScale="92500" lnSpcReduction="20000"/>
          </a:bodyPr>
          <a:lstStyle/>
          <a:p>
            <a:pPr>
              <a:buNone/>
            </a:pPr>
            <a:r>
              <a:rPr lang="zh-CN" altLang="en-US" sz="3900" b="1" dirty="0">
                <a:solidFill>
                  <a:schemeClr val="tx2"/>
                </a:solidFill>
                <a:latin typeface="+mj-lt"/>
                <a:ea typeface="+mj-ea"/>
                <a:cs typeface="+mj-cs"/>
              </a:rPr>
              <a:t>（一）什么是国家秘密的密级</a:t>
            </a:r>
            <a:endParaRPr lang="zh-CN" altLang="en-US" sz="3900" b="1" dirty="0">
              <a:solidFill>
                <a:schemeClr val="tx2"/>
              </a:solidFill>
              <a:latin typeface="+mj-lt"/>
              <a:ea typeface="+mj-ea"/>
              <a:cs typeface="+mj-cs"/>
            </a:endParaRPr>
          </a:p>
          <a:p>
            <a:r>
              <a:rPr lang="zh-CN" altLang="en-US" dirty="0"/>
              <a:t>国家秘密的密级，是指按照国家秘密事项与国家安全和利益的关联程度，以泄露后可能造成的损害程度为标准，对国家秘密作出的等级划分。国家秘密的密级分为</a:t>
            </a:r>
            <a:r>
              <a:rPr lang="zh-CN" altLang="en-US" dirty="0">
                <a:solidFill>
                  <a:srgbClr val="FF0000"/>
                </a:solidFill>
              </a:rPr>
              <a:t>绝密、机密、秘密</a:t>
            </a:r>
            <a:r>
              <a:rPr lang="zh-CN" altLang="en-US" dirty="0"/>
              <a:t>三级。绝密级国家秘密是最重要的国家秘密，泄露会使国家安全和利益遭受特别严重的损害；机密级国家秘密是重要的国家秘密，泄露会使国家安全和利益遭受严重的损害；秘密级国家秘密是一般的国家秘密，泄露会使国家安全和利益遭受损害。</a:t>
            </a:r>
            <a:endParaRPr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（二）确定国家秘密密级的意义</a:t>
            </a:r>
            <a:endParaRPr lang="zh-CN" altLang="en-US" sz="3600" dirty="0"/>
          </a:p>
        </p:txBody>
      </p:sp>
      <p:sp>
        <p:nvSpPr>
          <p:cNvPr id="3" name="内容占位符 2"/>
          <p:cNvSpPr>
            <a:spLocks noGrp="1"/>
          </p:cNvSpPr>
          <p:nvPr>
            <p:ph idx="1"/>
          </p:nvPr>
        </p:nvSpPr>
        <p:spPr>
          <a:xfrm>
            <a:off x="457200" y="1417638"/>
            <a:ext cx="8229600" cy="5440362"/>
          </a:xfrm>
        </p:spPr>
        <p:txBody>
          <a:bodyPr>
            <a:normAutofit fontScale="77500" lnSpcReduction="20000"/>
          </a:bodyPr>
          <a:lstStyle/>
          <a:p>
            <a:r>
              <a:rPr lang="zh-CN" altLang="en-US" dirty="0"/>
              <a:t>对国家秘密做出等级划分，是世界各国的通行做法，具有特别重要的意义，</a:t>
            </a:r>
            <a:endParaRPr lang="en-US" altLang="zh-CN" dirty="0"/>
          </a:p>
          <a:p>
            <a:r>
              <a:rPr lang="zh-CN" altLang="en-US" dirty="0"/>
              <a:t>一是明确指出了不同密级的国家秘密事项同</a:t>
            </a:r>
            <a:r>
              <a:rPr lang="zh-CN" altLang="en-US" dirty="0">
                <a:solidFill>
                  <a:srgbClr val="FF0000"/>
                </a:solidFill>
              </a:rPr>
              <a:t>国家安全和利益的关系程度</a:t>
            </a:r>
            <a:r>
              <a:rPr lang="zh-CN" altLang="en-US" dirty="0"/>
              <a:t>是不一样的，一旦泄露后造成的损害程度和泄密行为人应当</a:t>
            </a:r>
            <a:r>
              <a:rPr lang="zh-CN" altLang="en-US" dirty="0">
                <a:solidFill>
                  <a:srgbClr val="FF0000"/>
                </a:solidFill>
              </a:rPr>
              <a:t>承担的法律责任也是不同</a:t>
            </a:r>
            <a:r>
              <a:rPr lang="zh-CN" altLang="en-US" dirty="0"/>
              <a:t>的，这样就为国家秘密泄露后，认定并追究实施泄密行为的当事人的法律责任提供了依据；</a:t>
            </a:r>
            <a:endParaRPr lang="en-US" altLang="zh-CN" dirty="0"/>
          </a:p>
          <a:p>
            <a:r>
              <a:rPr lang="zh-CN" altLang="en-US" dirty="0"/>
              <a:t>二是划分国家秘密的等级，利于</a:t>
            </a:r>
            <a:r>
              <a:rPr lang="zh-CN" altLang="en-US" dirty="0">
                <a:solidFill>
                  <a:srgbClr val="FF0000"/>
                </a:solidFill>
              </a:rPr>
              <a:t>突出重点</a:t>
            </a:r>
            <a:r>
              <a:rPr lang="zh-CN" altLang="en-US" dirty="0"/>
              <a:t>，加强对核心国家秘密的重点保护，便于根据不同等级的国家秘密采取</a:t>
            </a:r>
            <a:r>
              <a:rPr lang="zh-CN" altLang="en-US" dirty="0">
                <a:solidFill>
                  <a:srgbClr val="FF0000"/>
                </a:solidFill>
              </a:rPr>
              <a:t>相应的保密措施</a:t>
            </a:r>
            <a:r>
              <a:rPr lang="zh-CN" altLang="en-US" dirty="0"/>
              <a:t>，</a:t>
            </a:r>
            <a:endParaRPr lang="en-US" altLang="zh-CN" dirty="0"/>
          </a:p>
          <a:p>
            <a:r>
              <a:rPr lang="zh-CN" altLang="en-US" dirty="0"/>
              <a:t>三是为中央国家机关制定主管业务方面的国家秘密事项范围的规定，区分国家秘密事项的不同密级，提供了直接的</a:t>
            </a:r>
            <a:r>
              <a:rPr lang="zh-CN" altLang="en-US" dirty="0">
                <a:solidFill>
                  <a:srgbClr val="FF0000"/>
                </a:solidFill>
              </a:rPr>
              <a:t>法律依据</a:t>
            </a:r>
            <a:r>
              <a:rPr lang="zh-CN" altLang="en-US" dirty="0"/>
              <a:t>；</a:t>
            </a:r>
            <a:endParaRPr lang="zh-CN" altLang="en-US" dirty="0"/>
          </a:p>
          <a:p>
            <a:r>
              <a:rPr lang="zh-CN" altLang="en-US" dirty="0"/>
              <a:t>四是便于在对外交流与合作中需要相互交流涉及国家秘密的事项是，对等提供国家秘密，以及明确交流双方的保密义务。</a:t>
            </a:r>
            <a:endParaRPr lang="zh-CN"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（三）密级确定的基本方法</a:t>
            </a:r>
            <a:endParaRPr kumimoji="1" lang="zh-CN" altLang="en-US" dirty="0"/>
          </a:p>
        </p:txBody>
      </p:sp>
      <p:sp>
        <p:nvSpPr>
          <p:cNvPr id="3" name="内容占位符 2"/>
          <p:cNvSpPr>
            <a:spLocks noGrp="1"/>
          </p:cNvSpPr>
          <p:nvPr>
            <p:ph idx="1"/>
          </p:nvPr>
        </p:nvSpPr>
        <p:spPr/>
        <p:txBody>
          <a:bodyPr/>
          <a:lstStyle/>
          <a:p>
            <a:pPr marL="514350" indent="-514350">
              <a:lnSpc>
                <a:spcPct val="150000"/>
              </a:lnSpc>
              <a:buFont typeface="+mj-lt"/>
              <a:buAutoNum type="arabicPeriod"/>
            </a:pPr>
            <a:r>
              <a:rPr kumimoji="1" lang="zh-CN" altLang="en-US" dirty="0"/>
              <a:t>有号可对</a:t>
            </a:r>
            <a:endParaRPr kumimoji="1" lang="zh-CN" altLang="en-US" dirty="0"/>
          </a:p>
          <a:p>
            <a:pPr marL="514350" indent="-514350">
              <a:lnSpc>
                <a:spcPct val="150000"/>
              </a:lnSpc>
              <a:buFont typeface="+mj-lt"/>
              <a:buAutoNum type="arabicPeriod"/>
            </a:pPr>
            <a:r>
              <a:rPr kumimoji="1" lang="zh-CN" altLang="en-US" dirty="0"/>
              <a:t>无号可对</a:t>
            </a:r>
            <a:endParaRPr kumimoji="1" lang="zh-CN" altLang="en-US" dirty="0"/>
          </a:p>
          <a:p>
            <a:pPr marL="514350" indent="-514350">
              <a:lnSpc>
                <a:spcPct val="150000"/>
              </a:lnSpc>
              <a:buFont typeface="+mj-lt"/>
              <a:buAutoNum type="arabicPeriod"/>
            </a:pPr>
            <a:r>
              <a:rPr kumimoji="1" lang="zh-CN" altLang="en-US" dirty="0"/>
              <a:t>有</a:t>
            </a:r>
            <a:r>
              <a:rPr kumimoji="1" lang="en-US" altLang="zh-CN" dirty="0"/>
              <a:t>2</a:t>
            </a:r>
            <a:r>
              <a:rPr kumimoji="1" lang="zh-CN" altLang="en-US" dirty="0"/>
              <a:t>个以上号可对</a:t>
            </a:r>
            <a:endParaRPr kumimoji="1" lang="zh-CN" altLang="en-US" dirty="0"/>
          </a:p>
          <a:p>
            <a:pPr marL="514350" indent="-514350">
              <a:lnSpc>
                <a:spcPct val="150000"/>
              </a:lnSpc>
              <a:buFont typeface="+mj-lt"/>
              <a:buAutoNum type="arabicPeriod"/>
            </a:pPr>
            <a:r>
              <a:rPr kumimoji="1" lang="zh-CN" altLang="en-US" dirty="0"/>
              <a:t>有几个号要对</a:t>
            </a:r>
            <a:endParaRPr kumimoji="1"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有号可对</a:t>
            </a:r>
            <a:endParaRPr kumimoji="1" lang="zh-CN" altLang="en-US" dirty="0"/>
          </a:p>
        </p:txBody>
      </p:sp>
      <p:graphicFrame>
        <p:nvGraphicFramePr>
          <p:cNvPr id="4" name="内容占位符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无号可对</a:t>
            </a:r>
            <a:endParaRPr kumimoji="1" lang="zh-CN" altLang="en-US" dirty="0"/>
          </a:p>
        </p:txBody>
      </p:sp>
      <p:sp>
        <p:nvSpPr>
          <p:cNvPr id="3" name="内容占位符 2"/>
          <p:cNvSpPr>
            <a:spLocks noGrp="1"/>
          </p:cNvSpPr>
          <p:nvPr>
            <p:ph idx="1"/>
          </p:nvPr>
        </p:nvSpPr>
        <p:spPr>
          <a:xfrm>
            <a:off x="395605" y="1340485"/>
            <a:ext cx="8229600" cy="4525963"/>
          </a:xfrm>
        </p:spPr>
        <p:txBody>
          <a:bodyPr/>
          <a:lstStyle/>
          <a:p>
            <a:r>
              <a:rPr kumimoji="1" lang="zh-CN" altLang="en-US" smtClean="0"/>
              <a:t>不明确事项</a:t>
            </a:r>
            <a:endParaRPr kumimoji="1" lang="zh-CN" altLang="en-US"/>
          </a:p>
        </p:txBody>
      </p:sp>
      <p:graphicFrame>
        <p:nvGraphicFramePr>
          <p:cNvPr id="4" name="图表 3"/>
          <p:cNvGraphicFramePr/>
          <p:nvPr/>
        </p:nvGraphicFramePr>
        <p:xfrm>
          <a:off x="1811383" y="2076269"/>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文本框 4"/>
          <p:cNvSpPr txBox="1"/>
          <p:nvPr/>
        </p:nvSpPr>
        <p:spPr>
          <a:xfrm>
            <a:off x="1325667" y="6020889"/>
            <a:ext cx="7067128" cy="646331"/>
          </a:xfrm>
          <a:prstGeom prst="rect">
            <a:avLst/>
          </a:prstGeom>
          <a:noFill/>
        </p:spPr>
        <p:txBody>
          <a:bodyPr wrap="square" rtlCol="0">
            <a:spAutoFit/>
          </a:bodyPr>
          <a:lstStyle/>
          <a:p>
            <a:r>
              <a:rPr kumimoji="1" lang="zh-CN" altLang="en-US" dirty="0" smtClean="0"/>
              <a:t>既可以采取泄漏后果推演方法证明自己的主张，还可以采集保密事项范围中相近事项的有关规定，作为对比参照拟定密级的理由。</a:t>
            </a:r>
            <a:endParaRPr kumimoji="1"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6145" y="152400"/>
            <a:ext cx="8229600" cy="1143000"/>
          </a:xfrm>
        </p:spPr>
        <p:txBody>
          <a:bodyPr/>
          <a:lstStyle/>
          <a:p>
            <a:r>
              <a:rPr kumimoji="1" lang="zh-CN" altLang="en-US" dirty="0" smtClean="0"/>
              <a:t>有两个以上号可对</a:t>
            </a:r>
            <a:endParaRPr kumimoji="1" lang="zh-CN" altLang="en-US" dirty="0"/>
          </a:p>
        </p:txBody>
      </p:sp>
      <p:sp>
        <p:nvSpPr>
          <p:cNvPr id="3" name="内容占位符 2"/>
          <p:cNvSpPr>
            <a:spLocks noGrp="1"/>
          </p:cNvSpPr>
          <p:nvPr>
            <p:ph idx="1"/>
          </p:nvPr>
        </p:nvSpPr>
        <p:spPr/>
        <p:txBody>
          <a:bodyPr/>
          <a:lstStyle/>
          <a:p>
            <a:r>
              <a:rPr kumimoji="1" lang="zh-CN" altLang="en-US" dirty="0" smtClean="0"/>
              <a:t>不同保密事项范围对同一类事项的密级、保密期限、知悉范围规定不一致的情形</a:t>
            </a:r>
            <a:endParaRPr kumimoji="1" lang="zh-CN" altLang="en-US" dirty="0" smtClean="0"/>
          </a:p>
          <a:p>
            <a:endParaRPr kumimoji="1" lang="zh-CN" altLang="en-US" dirty="0"/>
          </a:p>
        </p:txBody>
      </p:sp>
      <p:graphicFrame>
        <p:nvGraphicFramePr>
          <p:cNvPr id="4" name="图表 3"/>
          <p:cNvGraphicFramePr/>
          <p:nvPr/>
        </p:nvGraphicFramePr>
        <p:xfrm>
          <a:off x="1524000" y="2366963"/>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文本框 4"/>
          <p:cNvSpPr txBox="1"/>
          <p:nvPr/>
        </p:nvSpPr>
        <p:spPr>
          <a:xfrm>
            <a:off x="3491880" y="5805264"/>
            <a:ext cx="2664296" cy="523220"/>
          </a:xfrm>
          <a:prstGeom prst="rect">
            <a:avLst/>
          </a:prstGeom>
          <a:noFill/>
        </p:spPr>
        <p:txBody>
          <a:bodyPr wrap="square" rtlCol="0">
            <a:spAutoFit/>
          </a:bodyPr>
          <a:lstStyle/>
          <a:p>
            <a:r>
              <a:rPr kumimoji="1" lang="zh-CN" altLang="en-US" sz="2800" smtClean="0"/>
              <a:t>一般干部档案</a:t>
            </a:r>
            <a:endParaRPr kumimoji="1" lang="zh-CN" altLang="en-US" sz="280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graphicFrame>
        <p:nvGraphicFramePr>
          <p:cNvPr id="4" name="内容占位符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有几个号要对</a:t>
            </a:r>
            <a:endParaRPr kumimoji="1" lang="zh-CN" altLang="en-US" dirty="0"/>
          </a:p>
        </p:txBody>
      </p:sp>
      <p:sp>
        <p:nvSpPr>
          <p:cNvPr id="3" name="内容占位符 2"/>
          <p:cNvSpPr>
            <a:spLocks noGrp="1"/>
          </p:cNvSpPr>
          <p:nvPr>
            <p:ph idx="1"/>
          </p:nvPr>
        </p:nvSpPr>
        <p:spPr/>
        <p:txBody>
          <a:bodyPr/>
          <a:lstStyle/>
          <a:p>
            <a:r>
              <a:rPr kumimoji="1" lang="zh-CN" altLang="en-US" dirty="0" smtClean="0"/>
              <a:t>综合事项、涉及多个行业保密事项范围，如综合性计划、报告、讲话、可行性研究、调研资料等</a:t>
            </a:r>
            <a:endParaRPr kumimoji="1" lang="zh-CN" altLang="en-US" dirty="0" smtClean="0"/>
          </a:p>
          <a:p>
            <a:r>
              <a:rPr kumimoji="1" lang="zh-CN" altLang="en-US" dirty="0" smtClean="0"/>
              <a:t>全面衡量</a:t>
            </a:r>
            <a:endParaRPr kumimoji="1" lang="zh-CN" altLang="en-US" dirty="0" smtClean="0"/>
          </a:p>
          <a:p>
            <a:r>
              <a:rPr kumimoji="1" lang="zh-CN" altLang="en-US" dirty="0" smtClean="0"/>
              <a:t>大多集中在综合性部门和多部门共同实施的工作中</a:t>
            </a:r>
            <a:endParaRPr kumimoji="1" lang="zh-CN" alt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graphicFrame>
        <p:nvGraphicFramePr>
          <p:cNvPr id="4" name="内容占位符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（四）对号入座的实施</a:t>
            </a:r>
            <a:endParaRPr lang="zh-CN" altLang="en-US" dirty="0"/>
          </a:p>
        </p:txBody>
      </p:sp>
      <p:sp>
        <p:nvSpPr>
          <p:cNvPr id="6" name="任意多边形 307"/>
          <p:cNvSpPr/>
          <p:nvPr>
            <p:custDataLst>
              <p:tags r:id="rId1"/>
            </p:custDataLst>
          </p:nvPr>
        </p:nvSpPr>
        <p:spPr bwMode="auto">
          <a:xfrm>
            <a:off x="3740364" y="1786579"/>
            <a:ext cx="1607013" cy="1607013"/>
          </a:xfrm>
          <a:custGeom>
            <a:avLst/>
            <a:gdLst>
              <a:gd name="T0" fmla="*/ 0 w 1008497"/>
              <a:gd name="T1" fmla="*/ 0 h 1007842"/>
              <a:gd name="T2" fmla="*/ 1008497 w 1008497"/>
              <a:gd name="T3" fmla="*/ 1007842 h 1007842"/>
            </a:gdLst>
            <a:ahLst/>
            <a:cxnLst/>
            <a:rect l="T0" t="T1" r="T2" b="T3"/>
            <a:pathLst>
              <a:path w="1008497" h="1007842">
                <a:moveTo>
                  <a:pt x="436463" y="964265"/>
                </a:moveTo>
                <a:cubicBezTo>
                  <a:pt x="438227" y="963392"/>
                  <a:pt x="439109" y="966011"/>
                  <a:pt x="440873" y="967758"/>
                </a:cubicBezTo>
                <a:cubicBezTo>
                  <a:pt x="439109" y="970377"/>
                  <a:pt x="440873" y="972996"/>
                  <a:pt x="443519" y="973869"/>
                </a:cubicBezTo>
                <a:cubicBezTo>
                  <a:pt x="447047" y="973869"/>
                  <a:pt x="451457" y="972996"/>
                  <a:pt x="453220" y="969504"/>
                </a:cubicBezTo>
                <a:cubicBezTo>
                  <a:pt x="453220" y="966885"/>
                  <a:pt x="454984" y="966885"/>
                  <a:pt x="456748" y="966011"/>
                </a:cubicBezTo>
                <a:cubicBezTo>
                  <a:pt x="456748" y="966011"/>
                  <a:pt x="456748" y="966011"/>
                  <a:pt x="461158" y="966011"/>
                </a:cubicBezTo>
                <a:cubicBezTo>
                  <a:pt x="460276" y="970377"/>
                  <a:pt x="459394" y="975616"/>
                  <a:pt x="454984" y="976489"/>
                </a:cubicBezTo>
                <a:cubicBezTo>
                  <a:pt x="453220" y="979108"/>
                  <a:pt x="450575" y="980854"/>
                  <a:pt x="447047" y="980854"/>
                </a:cubicBezTo>
                <a:cubicBezTo>
                  <a:pt x="440873" y="980854"/>
                  <a:pt x="433818" y="979108"/>
                  <a:pt x="430290" y="972996"/>
                </a:cubicBezTo>
                <a:cubicBezTo>
                  <a:pt x="429408" y="971250"/>
                  <a:pt x="431172" y="968631"/>
                  <a:pt x="431172" y="966011"/>
                </a:cubicBezTo>
                <a:cubicBezTo>
                  <a:pt x="432054" y="964265"/>
                  <a:pt x="433818" y="965138"/>
                  <a:pt x="436463" y="964265"/>
                </a:cubicBezTo>
                <a:close/>
                <a:moveTo>
                  <a:pt x="564971" y="963392"/>
                </a:moveTo>
                <a:cubicBezTo>
                  <a:pt x="567713" y="963392"/>
                  <a:pt x="570455" y="965138"/>
                  <a:pt x="571369" y="967758"/>
                </a:cubicBezTo>
                <a:cubicBezTo>
                  <a:pt x="572283" y="972123"/>
                  <a:pt x="571369" y="974742"/>
                  <a:pt x="569541" y="977362"/>
                </a:cubicBezTo>
                <a:cubicBezTo>
                  <a:pt x="562229" y="980854"/>
                  <a:pt x="551261" y="980854"/>
                  <a:pt x="545777" y="975616"/>
                </a:cubicBezTo>
                <a:cubicBezTo>
                  <a:pt x="542121" y="973869"/>
                  <a:pt x="542121" y="970377"/>
                  <a:pt x="542121" y="966885"/>
                </a:cubicBezTo>
                <a:cubicBezTo>
                  <a:pt x="545777" y="965138"/>
                  <a:pt x="546691" y="969504"/>
                  <a:pt x="550347" y="970377"/>
                </a:cubicBezTo>
                <a:cubicBezTo>
                  <a:pt x="553089" y="971250"/>
                  <a:pt x="556745" y="973869"/>
                  <a:pt x="559487" y="972123"/>
                </a:cubicBezTo>
                <a:cubicBezTo>
                  <a:pt x="560401" y="969504"/>
                  <a:pt x="560401" y="965138"/>
                  <a:pt x="564971" y="963392"/>
                </a:cubicBezTo>
                <a:close/>
                <a:moveTo>
                  <a:pt x="694974" y="958630"/>
                </a:moveTo>
                <a:cubicBezTo>
                  <a:pt x="697696" y="960416"/>
                  <a:pt x="704046" y="958630"/>
                  <a:pt x="701324" y="963095"/>
                </a:cubicBezTo>
                <a:cubicBezTo>
                  <a:pt x="695882" y="970238"/>
                  <a:pt x="687717" y="972917"/>
                  <a:pt x="679553" y="972024"/>
                </a:cubicBezTo>
                <a:cubicBezTo>
                  <a:pt x="678646" y="970238"/>
                  <a:pt x="680460" y="966667"/>
                  <a:pt x="681367" y="964881"/>
                </a:cubicBezTo>
                <a:cubicBezTo>
                  <a:pt x="685903" y="963095"/>
                  <a:pt x="691346" y="962202"/>
                  <a:pt x="694974" y="958630"/>
                </a:cubicBezTo>
                <a:close/>
                <a:moveTo>
                  <a:pt x="300027" y="958630"/>
                </a:moveTo>
                <a:cubicBezTo>
                  <a:pt x="302805" y="958630"/>
                  <a:pt x="302805" y="962017"/>
                  <a:pt x="305583" y="962863"/>
                </a:cubicBezTo>
                <a:cubicBezTo>
                  <a:pt x="309288" y="964557"/>
                  <a:pt x="316696" y="964557"/>
                  <a:pt x="316696" y="970483"/>
                </a:cubicBezTo>
                <a:cubicBezTo>
                  <a:pt x="312066" y="971330"/>
                  <a:pt x="307436" y="970483"/>
                  <a:pt x="302805" y="969637"/>
                </a:cubicBezTo>
                <a:cubicBezTo>
                  <a:pt x="300027" y="967097"/>
                  <a:pt x="297249" y="964557"/>
                  <a:pt x="294471" y="961170"/>
                </a:cubicBezTo>
                <a:cubicBezTo>
                  <a:pt x="294471" y="958630"/>
                  <a:pt x="298175" y="960323"/>
                  <a:pt x="300027" y="958630"/>
                </a:cubicBezTo>
                <a:close/>
                <a:moveTo>
                  <a:pt x="546966" y="954463"/>
                </a:moveTo>
                <a:cubicBezTo>
                  <a:pt x="549682" y="953868"/>
                  <a:pt x="551980" y="954344"/>
                  <a:pt x="553233" y="959582"/>
                </a:cubicBezTo>
                <a:cubicBezTo>
                  <a:pt x="549891" y="961487"/>
                  <a:pt x="544042" y="963392"/>
                  <a:pt x="540700" y="961487"/>
                </a:cubicBezTo>
                <a:cubicBezTo>
                  <a:pt x="539029" y="960535"/>
                  <a:pt x="537358" y="958630"/>
                  <a:pt x="538193" y="955772"/>
                </a:cubicBezTo>
                <a:cubicBezTo>
                  <a:pt x="541118" y="956725"/>
                  <a:pt x="544251" y="955058"/>
                  <a:pt x="546966" y="954463"/>
                </a:cubicBezTo>
                <a:close/>
                <a:moveTo>
                  <a:pt x="455088" y="951670"/>
                </a:moveTo>
                <a:cubicBezTo>
                  <a:pt x="457610" y="950693"/>
                  <a:pt x="460971" y="951670"/>
                  <a:pt x="463493" y="952647"/>
                </a:cubicBezTo>
                <a:cubicBezTo>
                  <a:pt x="463493" y="952647"/>
                  <a:pt x="463493" y="952647"/>
                  <a:pt x="464333" y="953624"/>
                </a:cubicBezTo>
                <a:cubicBezTo>
                  <a:pt x="462652" y="956555"/>
                  <a:pt x="463493" y="960462"/>
                  <a:pt x="459290" y="961439"/>
                </a:cubicBezTo>
                <a:cubicBezTo>
                  <a:pt x="456769" y="963393"/>
                  <a:pt x="451727" y="963393"/>
                  <a:pt x="450046" y="960462"/>
                </a:cubicBezTo>
                <a:cubicBezTo>
                  <a:pt x="451727" y="957532"/>
                  <a:pt x="454248" y="955578"/>
                  <a:pt x="455088" y="951670"/>
                </a:cubicBezTo>
                <a:close/>
                <a:moveTo>
                  <a:pt x="685172" y="950692"/>
                </a:moveTo>
                <a:cubicBezTo>
                  <a:pt x="687817" y="950692"/>
                  <a:pt x="687817" y="955102"/>
                  <a:pt x="691345" y="955102"/>
                </a:cubicBezTo>
                <a:cubicBezTo>
                  <a:pt x="691345" y="957747"/>
                  <a:pt x="688699" y="958629"/>
                  <a:pt x="686935" y="958629"/>
                </a:cubicBezTo>
                <a:cubicBezTo>
                  <a:pt x="686935" y="958629"/>
                  <a:pt x="686935" y="958629"/>
                  <a:pt x="685172" y="958629"/>
                </a:cubicBezTo>
                <a:cubicBezTo>
                  <a:pt x="683408" y="955983"/>
                  <a:pt x="684290" y="953338"/>
                  <a:pt x="685172" y="950692"/>
                </a:cubicBezTo>
                <a:close/>
                <a:moveTo>
                  <a:pt x="664811" y="950692"/>
                </a:moveTo>
                <a:cubicBezTo>
                  <a:pt x="667533" y="952456"/>
                  <a:pt x="666626" y="956866"/>
                  <a:pt x="665719" y="959511"/>
                </a:cubicBezTo>
                <a:cubicBezTo>
                  <a:pt x="663904" y="965685"/>
                  <a:pt x="658461" y="971858"/>
                  <a:pt x="652111" y="972740"/>
                </a:cubicBezTo>
                <a:cubicBezTo>
                  <a:pt x="648483" y="971858"/>
                  <a:pt x="645761" y="974504"/>
                  <a:pt x="642133" y="973622"/>
                </a:cubicBezTo>
                <a:cubicBezTo>
                  <a:pt x="642133" y="971858"/>
                  <a:pt x="643040" y="970094"/>
                  <a:pt x="644854" y="969213"/>
                </a:cubicBezTo>
                <a:cubicBezTo>
                  <a:pt x="652111" y="970976"/>
                  <a:pt x="658461" y="965685"/>
                  <a:pt x="661183" y="960393"/>
                </a:cubicBezTo>
                <a:cubicBezTo>
                  <a:pt x="662090" y="956866"/>
                  <a:pt x="661183" y="952456"/>
                  <a:pt x="664811" y="950692"/>
                </a:cubicBezTo>
                <a:close/>
                <a:moveTo>
                  <a:pt x="333650" y="950692"/>
                </a:moveTo>
                <a:cubicBezTo>
                  <a:pt x="335428" y="956135"/>
                  <a:pt x="338984" y="964299"/>
                  <a:pt x="346096" y="966114"/>
                </a:cubicBezTo>
                <a:cubicBezTo>
                  <a:pt x="347874" y="965206"/>
                  <a:pt x="350541" y="965206"/>
                  <a:pt x="352319" y="966114"/>
                </a:cubicBezTo>
                <a:cubicBezTo>
                  <a:pt x="353208" y="967021"/>
                  <a:pt x="353208" y="967928"/>
                  <a:pt x="352319" y="968835"/>
                </a:cubicBezTo>
                <a:cubicBezTo>
                  <a:pt x="346096" y="969742"/>
                  <a:pt x="340762" y="967021"/>
                  <a:pt x="336317" y="963392"/>
                </a:cubicBezTo>
                <a:cubicBezTo>
                  <a:pt x="333650" y="959764"/>
                  <a:pt x="330983" y="954321"/>
                  <a:pt x="333650" y="950692"/>
                </a:cubicBezTo>
                <a:close/>
                <a:moveTo>
                  <a:pt x="310663" y="950692"/>
                </a:moveTo>
                <a:cubicBezTo>
                  <a:pt x="313521" y="950692"/>
                  <a:pt x="311616" y="956407"/>
                  <a:pt x="312568" y="958312"/>
                </a:cubicBezTo>
                <a:cubicBezTo>
                  <a:pt x="311616" y="960217"/>
                  <a:pt x="309711" y="958312"/>
                  <a:pt x="307806" y="958312"/>
                </a:cubicBezTo>
                <a:cubicBezTo>
                  <a:pt x="303996" y="955455"/>
                  <a:pt x="308758" y="953550"/>
                  <a:pt x="310663" y="950692"/>
                </a:cubicBezTo>
                <a:close/>
                <a:moveTo>
                  <a:pt x="513772" y="944536"/>
                </a:moveTo>
                <a:cubicBezTo>
                  <a:pt x="516494" y="942755"/>
                  <a:pt x="520122" y="944536"/>
                  <a:pt x="522844" y="945427"/>
                </a:cubicBezTo>
                <a:cubicBezTo>
                  <a:pt x="532822" y="951660"/>
                  <a:pt x="536451" y="963237"/>
                  <a:pt x="540986" y="973924"/>
                </a:cubicBezTo>
                <a:cubicBezTo>
                  <a:pt x="541894" y="974814"/>
                  <a:pt x="543708" y="976596"/>
                  <a:pt x="541894" y="978377"/>
                </a:cubicBezTo>
                <a:cubicBezTo>
                  <a:pt x="537358" y="979267"/>
                  <a:pt x="531915" y="977486"/>
                  <a:pt x="527379" y="975705"/>
                </a:cubicBezTo>
                <a:cubicBezTo>
                  <a:pt x="522844" y="976596"/>
                  <a:pt x="518308" y="978377"/>
                  <a:pt x="514679" y="974814"/>
                </a:cubicBezTo>
                <a:cubicBezTo>
                  <a:pt x="512865" y="973033"/>
                  <a:pt x="511958" y="969471"/>
                  <a:pt x="512865" y="966800"/>
                </a:cubicBezTo>
                <a:cubicBezTo>
                  <a:pt x="514679" y="965019"/>
                  <a:pt x="515587" y="960566"/>
                  <a:pt x="519215" y="960566"/>
                </a:cubicBezTo>
                <a:cubicBezTo>
                  <a:pt x="521937" y="959675"/>
                  <a:pt x="522844" y="962347"/>
                  <a:pt x="523751" y="965019"/>
                </a:cubicBezTo>
                <a:cubicBezTo>
                  <a:pt x="524658" y="965019"/>
                  <a:pt x="523751" y="966800"/>
                  <a:pt x="524658" y="966800"/>
                </a:cubicBezTo>
                <a:cubicBezTo>
                  <a:pt x="527379" y="967690"/>
                  <a:pt x="527379" y="964128"/>
                  <a:pt x="527379" y="962347"/>
                </a:cubicBezTo>
                <a:cubicBezTo>
                  <a:pt x="527379" y="959675"/>
                  <a:pt x="524658" y="957004"/>
                  <a:pt x="521937" y="956113"/>
                </a:cubicBezTo>
                <a:cubicBezTo>
                  <a:pt x="520122" y="956113"/>
                  <a:pt x="517401" y="957004"/>
                  <a:pt x="516494" y="955223"/>
                </a:cubicBezTo>
                <a:cubicBezTo>
                  <a:pt x="516494" y="950770"/>
                  <a:pt x="515587" y="948098"/>
                  <a:pt x="513772" y="944536"/>
                </a:cubicBezTo>
                <a:close/>
                <a:moveTo>
                  <a:pt x="501826" y="944342"/>
                </a:moveTo>
                <a:cubicBezTo>
                  <a:pt x="505375" y="944342"/>
                  <a:pt x="507149" y="946097"/>
                  <a:pt x="509810" y="946974"/>
                </a:cubicBezTo>
                <a:cubicBezTo>
                  <a:pt x="515133" y="951360"/>
                  <a:pt x="513359" y="958379"/>
                  <a:pt x="511584" y="964520"/>
                </a:cubicBezTo>
                <a:cubicBezTo>
                  <a:pt x="509810" y="969784"/>
                  <a:pt x="504488" y="974170"/>
                  <a:pt x="500939" y="977679"/>
                </a:cubicBezTo>
                <a:cubicBezTo>
                  <a:pt x="497391" y="977679"/>
                  <a:pt x="493842" y="973293"/>
                  <a:pt x="492068" y="969784"/>
                </a:cubicBezTo>
                <a:cubicBezTo>
                  <a:pt x="488519" y="968906"/>
                  <a:pt x="489407" y="964520"/>
                  <a:pt x="486745" y="961888"/>
                </a:cubicBezTo>
                <a:cubicBezTo>
                  <a:pt x="484971" y="958379"/>
                  <a:pt x="485858" y="953115"/>
                  <a:pt x="487632" y="949606"/>
                </a:cubicBezTo>
                <a:cubicBezTo>
                  <a:pt x="488519" y="947851"/>
                  <a:pt x="490294" y="946974"/>
                  <a:pt x="491181" y="947851"/>
                </a:cubicBezTo>
                <a:cubicBezTo>
                  <a:pt x="491181" y="951360"/>
                  <a:pt x="491181" y="954870"/>
                  <a:pt x="492955" y="957501"/>
                </a:cubicBezTo>
                <a:cubicBezTo>
                  <a:pt x="492955" y="957501"/>
                  <a:pt x="492955" y="957501"/>
                  <a:pt x="498278" y="960133"/>
                </a:cubicBezTo>
                <a:cubicBezTo>
                  <a:pt x="500052" y="958379"/>
                  <a:pt x="503600" y="958379"/>
                  <a:pt x="504488" y="956624"/>
                </a:cubicBezTo>
                <a:cubicBezTo>
                  <a:pt x="505375" y="955747"/>
                  <a:pt x="504488" y="954870"/>
                  <a:pt x="503600" y="953992"/>
                </a:cubicBezTo>
                <a:cubicBezTo>
                  <a:pt x="501826" y="953992"/>
                  <a:pt x="501826" y="955747"/>
                  <a:pt x="500052" y="956624"/>
                </a:cubicBezTo>
                <a:cubicBezTo>
                  <a:pt x="497391" y="955747"/>
                  <a:pt x="495616" y="953992"/>
                  <a:pt x="495616" y="951360"/>
                </a:cubicBezTo>
                <a:cubicBezTo>
                  <a:pt x="494729" y="946974"/>
                  <a:pt x="499165" y="946097"/>
                  <a:pt x="501826" y="944342"/>
                </a:cubicBezTo>
                <a:close/>
                <a:moveTo>
                  <a:pt x="480261" y="943621"/>
                </a:moveTo>
                <a:cubicBezTo>
                  <a:pt x="482060" y="944487"/>
                  <a:pt x="485658" y="942755"/>
                  <a:pt x="486558" y="945353"/>
                </a:cubicBezTo>
                <a:cubicBezTo>
                  <a:pt x="482060" y="947951"/>
                  <a:pt x="482960" y="955744"/>
                  <a:pt x="476663" y="955744"/>
                </a:cubicBezTo>
                <a:cubicBezTo>
                  <a:pt x="473064" y="958341"/>
                  <a:pt x="471265" y="961805"/>
                  <a:pt x="473064" y="965269"/>
                </a:cubicBezTo>
                <a:cubicBezTo>
                  <a:pt x="473964" y="967001"/>
                  <a:pt x="474864" y="968732"/>
                  <a:pt x="476663" y="968732"/>
                </a:cubicBezTo>
                <a:cubicBezTo>
                  <a:pt x="480261" y="967001"/>
                  <a:pt x="473964" y="963537"/>
                  <a:pt x="477562" y="960073"/>
                </a:cubicBezTo>
                <a:cubicBezTo>
                  <a:pt x="478462" y="959207"/>
                  <a:pt x="479361" y="957476"/>
                  <a:pt x="481161" y="959207"/>
                </a:cubicBezTo>
                <a:cubicBezTo>
                  <a:pt x="482060" y="960939"/>
                  <a:pt x="482060" y="963537"/>
                  <a:pt x="482960" y="965269"/>
                </a:cubicBezTo>
                <a:cubicBezTo>
                  <a:pt x="482960" y="965269"/>
                  <a:pt x="482960" y="965269"/>
                  <a:pt x="486558" y="973062"/>
                </a:cubicBezTo>
                <a:cubicBezTo>
                  <a:pt x="483859" y="975660"/>
                  <a:pt x="478462" y="974794"/>
                  <a:pt x="475763" y="974794"/>
                </a:cubicBezTo>
                <a:cubicBezTo>
                  <a:pt x="472165" y="980855"/>
                  <a:pt x="465868" y="978257"/>
                  <a:pt x="460471" y="979123"/>
                </a:cubicBezTo>
                <a:cubicBezTo>
                  <a:pt x="459571" y="975660"/>
                  <a:pt x="463169" y="973928"/>
                  <a:pt x="464069" y="970464"/>
                </a:cubicBezTo>
                <a:cubicBezTo>
                  <a:pt x="467667" y="960939"/>
                  <a:pt x="466767" y="947085"/>
                  <a:pt x="480261" y="943621"/>
                </a:cubicBezTo>
                <a:close/>
                <a:moveTo>
                  <a:pt x="372827" y="942755"/>
                </a:moveTo>
                <a:cubicBezTo>
                  <a:pt x="376382" y="947211"/>
                  <a:pt x="371050" y="951667"/>
                  <a:pt x="371050" y="957015"/>
                </a:cubicBezTo>
                <a:cubicBezTo>
                  <a:pt x="371939" y="963253"/>
                  <a:pt x="377270" y="970383"/>
                  <a:pt x="383490" y="973057"/>
                </a:cubicBezTo>
                <a:cubicBezTo>
                  <a:pt x="391487" y="974839"/>
                  <a:pt x="399484" y="979295"/>
                  <a:pt x="408370" y="979295"/>
                </a:cubicBezTo>
                <a:cubicBezTo>
                  <a:pt x="419033" y="981969"/>
                  <a:pt x="429696" y="982860"/>
                  <a:pt x="440358" y="984643"/>
                </a:cubicBezTo>
                <a:cubicBezTo>
                  <a:pt x="440358" y="984643"/>
                  <a:pt x="440358" y="984643"/>
                  <a:pt x="461684" y="987317"/>
                </a:cubicBezTo>
                <a:cubicBezTo>
                  <a:pt x="495450" y="989990"/>
                  <a:pt x="530992" y="989099"/>
                  <a:pt x="564758" y="984643"/>
                </a:cubicBezTo>
                <a:cubicBezTo>
                  <a:pt x="566535" y="982860"/>
                  <a:pt x="569200" y="984643"/>
                  <a:pt x="571866" y="983752"/>
                </a:cubicBezTo>
                <a:cubicBezTo>
                  <a:pt x="587860" y="980187"/>
                  <a:pt x="604743" y="980187"/>
                  <a:pt x="617183" y="968601"/>
                </a:cubicBezTo>
                <a:cubicBezTo>
                  <a:pt x="617183" y="968601"/>
                  <a:pt x="617183" y="968601"/>
                  <a:pt x="617183" y="967710"/>
                </a:cubicBezTo>
                <a:cubicBezTo>
                  <a:pt x="623403" y="962362"/>
                  <a:pt x="623403" y="952559"/>
                  <a:pt x="623403" y="944538"/>
                </a:cubicBezTo>
                <a:cubicBezTo>
                  <a:pt x="626069" y="945429"/>
                  <a:pt x="626069" y="949885"/>
                  <a:pt x="626069" y="951667"/>
                </a:cubicBezTo>
                <a:cubicBezTo>
                  <a:pt x="627846" y="965927"/>
                  <a:pt x="614517" y="975731"/>
                  <a:pt x="603855" y="981078"/>
                </a:cubicBezTo>
                <a:cubicBezTo>
                  <a:pt x="596746" y="983752"/>
                  <a:pt x="588749" y="985534"/>
                  <a:pt x="580752" y="986425"/>
                </a:cubicBezTo>
                <a:cubicBezTo>
                  <a:pt x="561203" y="990881"/>
                  <a:pt x="540766" y="991773"/>
                  <a:pt x="520329" y="992664"/>
                </a:cubicBezTo>
                <a:cubicBezTo>
                  <a:pt x="502558" y="993555"/>
                  <a:pt x="483898" y="992664"/>
                  <a:pt x="466127" y="991773"/>
                </a:cubicBezTo>
                <a:cubicBezTo>
                  <a:pt x="437693" y="988208"/>
                  <a:pt x="408370" y="986425"/>
                  <a:pt x="382602" y="976622"/>
                </a:cubicBezTo>
                <a:cubicBezTo>
                  <a:pt x="372827" y="973057"/>
                  <a:pt x="367496" y="963253"/>
                  <a:pt x="367496" y="952559"/>
                </a:cubicBezTo>
                <a:cubicBezTo>
                  <a:pt x="369273" y="948994"/>
                  <a:pt x="370162" y="944538"/>
                  <a:pt x="372827" y="942755"/>
                </a:cubicBezTo>
                <a:close/>
                <a:moveTo>
                  <a:pt x="724309" y="936771"/>
                </a:moveTo>
                <a:cubicBezTo>
                  <a:pt x="726084" y="936771"/>
                  <a:pt x="726971" y="936771"/>
                  <a:pt x="727858" y="937748"/>
                </a:cubicBezTo>
                <a:cubicBezTo>
                  <a:pt x="724309" y="944586"/>
                  <a:pt x="718100" y="947517"/>
                  <a:pt x="711890" y="947517"/>
                </a:cubicBezTo>
                <a:cubicBezTo>
                  <a:pt x="708341" y="947517"/>
                  <a:pt x="704793" y="946540"/>
                  <a:pt x="701244" y="944586"/>
                </a:cubicBezTo>
                <a:cubicBezTo>
                  <a:pt x="700357" y="942633"/>
                  <a:pt x="697696" y="939702"/>
                  <a:pt x="698583" y="937748"/>
                </a:cubicBezTo>
                <a:cubicBezTo>
                  <a:pt x="702131" y="934817"/>
                  <a:pt x="703019" y="941656"/>
                  <a:pt x="705680" y="942633"/>
                </a:cubicBezTo>
                <a:cubicBezTo>
                  <a:pt x="712777" y="944586"/>
                  <a:pt x="718987" y="940679"/>
                  <a:pt x="724309" y="936771"/>
                </a:cubicBezTo>
                <a:close/>
                <a:moveTo>
                  <a:pt x="271432" y="935611"/>
                </a:moveTo>
                <a:cubicBezTo>
                  <a:pt x="272444" y="936206"/>
                  <a:pt x="273569" y="937199"/>
                  <a:pt x="274468" y="937199"/>
                </a:cubicBezTo>
                <a:cubicBezTo>
                  <a:pt x="280765" y="940374"/>
                  <a:pt x="287962" y="938786"/>
                  <a:pt x="294259" y="935611"/>
                </a:cubicBezTo>
                <a:cubicBezTo>
                  <a:pt x="295158" y="935611"/>
                  <a:pt x="296058" y="936405"/>
                  <a:pt x="296058" y="937199"/>
                </a:cubicBezTo>
                <a:cubicBezTo>
                  <a:pt x="296058" y="937199"/>
                  <a:pt x="296058" y="937199"/>
                  <a:pt x="296058" y="938786"/>
                </a:cubicBezTo>
                <a:cubicBezTo>
                  <a:pt x="289761" y="941961"/>
                  <a:pt x="280765" y="944342"/>
                  <a:pt x="274468" y="940374"/>
                </a:cubicBezTo>
                <a:cubicBezTo>
                  <a:pt x="272669" y="939580"/>
                  <a:pt x="269971" y="938786"/>
                  <a:pt x="269071" y="936405"/>
                </a:cubicBezTo>
                <a:cubicBezTo>
                  <a:pt x="269521" y="934818"/>
                  <a:pt x="270420" y="935016"/>
                  <a:pt x="271432" y="935611"/>
                </a:cubicBezTo>
                <a:close/>
                <a:moveTo>
                  <a:pt x="663925" y="933428"/>
                </a:moveTo>
                <a:cubicBezTo>
                  <a:pt x="669293" y="934321"/>
                  <a:pt x="673767" y="937893"/>
                  <a:pt x="676451" y="942358"/>
                </a:cubicBezTo>
                <a:cubicBezTo>
                  <a:pt x="680925" y="949502"/>
                  <a:pt x="681820" y="961110"/>
                  <a:pt x="676451" y="969147"/>
                </a:cubicBezTo>
                <a:cubicBezTo>
                  <a:pt x="672872" y="976291"/>
                  <a:pt x="664819" y="981648"/>
                  <a:pt x="657661" y="985220"/>
                </a:cubicBezTo>
                <a:cubicBezTo>
                  <a:pt x="649608" y="987006"/>
                  <a:pt x="641556" y="988792"/>
                  <a:pt x="633503" y="986113"/>
                </a:cubicBezTo>
                <a:cubicBezTo>
                  <a:pt x="633503" y="986113"/>
                  <a:pt x="633503" y="986113"/>
                  <a:pt x="632608" y="985220"/>
                </a:cubicBezTo>
                <a:cubicBezTo>
                  <a:pt x="632608" y="985220"/>
                  <a:pt x="632608" y="985220"/>
                  <a:pt x="638871" y="978077"/>
                </a:cubicBezTo>
                <a:cubicBezTo>
                  <a:pt x="650503" y="978969"/>
                  <a:pt x="663030" y="975398"/>
                  <a:pt x="667504" y="964682"/>
                </a:cubicBezTo>
                <a:cubicBezTo>
                  <a:pt x="670188" y="958431"/>
                  <a:pt x="671083" y="951287"/>
                  <a:pt x="667504" y="945037"/>
                </a:cubicBezTo>
                <a:cubicBezTo>
                  <a:pt x="665714" y="944144"/>
                  <a:pt x="664819" y="943251"/>
                  <a:pt x="663030" y="944144"/>
                </a:cubicBezTo>
                <a:cubicBezTo>
                  <a:pt x="661240" y="945037"/>
                  <a:pt x="662135" y="947716"/>
                  <a:pt x="661240" y="949502"/>
                </a:cubicBezTo>
                <a:cubicBezTo>
                  <a:pt x="658556" y="951287"/>
                  <a:pt x="655872" y="953966"/>
                  <a:pt x="652293" y="953966"/>
                </a:cubicBezTo>
                <a:cubicBezTo>
                  <a:pt x="648714" y="953073"/>
                  <a:pt x="646029" y="950394"/>
                  <a:pt x="646029" y="946823"/>
                </a:cubicBezTo>
                <a:cubicBezTo>
                  <a:pt x="645135" y="943251"/>
                  <a:pt x="645135" y="938786"/>
                  <a:pt x="647819" y="935214"/>
                </a:cubicBezTo>
                <a:cubicBezTo>
                  <a:pt x="652293" y="931642"/>
                  <a:pt x="658556" y="932535"/>
                  <a:pt x="663925" y="933428"/>
                </a:cubicBezTo>
                <a:close/>
                <a:moveTo>
                  <a:pt x="601526" y="933230"/>
                </a:moveTo>
                <a:cubicBezTo>
                  <a:pt x="601526" y="933230"/>
                  <a:pt x="601526" y="933230"/>
                  <a:pt x="602445" y="934137"/>
                </a:cubicBezTo>
                <a:cubicBezTo>
                  <a:pt x="601526" y="939580"/>
                  <a:pt x="594173" y="935952"/>
                  <a:pt x="591416" y="940487"/>
                </a:cubicBezTo>
                <a:cubicBezTo>
                  <a:pt x="589578" y="942302"/>
                  <a:pt x="589578" y="945023"/>
                  <a:pt x="586821" y="945930"/>
                </a:cubicBezTo>
                <a:cubicBezTo>
                  <a:pt x="584983" y="944116"/>
                  <a:pt x="587740" y="941394"/>
                  <a:pt x="587740" y="939580"/>
                </a:cubicBezTo>
                <a:cubicBezTo>
                  <a:pt x="591416" y="935044"/>
                  <a:pt x="596931" y="934137"/>
                  <a:pt x="601526" y="933230"/>
                </a:cubicBezTo>
                <a:close/>
                <a:moveTo>
                  <a:pt x="398872" y="933230"/>
                </a:moveTo>
                <a:cubicBezTo>
                  <a:pt x="405409" y="934123"/>
                  <a:pt x="410078" y="939481"/>
                  <a:pt x="411946" y="944838"/>
                </a:cubicBezTo>
                <a:cubicBezTo>
                  <a:pt x="411946" y="946624"/>
                  <a:pt x="411012" y="947517"/>
                  <a:pt x="410078" y="947517"/>
                </a:cubicBezTo>
                <a:cubicBezTo>
                  <a:pt x="408211" y="946624"/>
                  <a:pt x="409144" y="943945"/>
                  <a:pt x="407277" y="943052"/>
                </a:cubicBezTo>
                <a:cubicBezTo>
                  <a:pt x="405409" y="937695"/>
                  <a:pt x="396071" y="939481"/>
                  <a:pt x="398872" y="933230"/>
                </a:cubicBezTo>
                <a:close/>
                <a:moveTo>
                  <a:pt x="341265" y="929431"/>
                </a:moveTo>
                <a:cubicBezTo>
                  <a:pt x="345421" y="930429"/>
                  <a:pt x="349015" y="933090"/>
                  <a:pt x="350363" y="937526"/>
                </a:cubicBezTo>
                <a:cubicBezTo>
                  <a:pt x="350363" y="941074"/>
                  <a:pt x="350363" y="944623"/>
                  <a:pt x="347667" y="947284"/>
                </a:cubicBezTo>
                <a:cubicBezTo>
                  <a:pt x="345870" y="949946"/>
                  <a:pt x="342276" y="949946"/>
                  <a:pt x="339580" y="949058"/>
                </a:cubicBezTo>
                <a:cubicBezTo>
                  <a:pt x="336884" y="948171"/>
                  <a:pt x="335986" y="941074"/>
                  <a:pt x="332391" y="944623"/>
                </a:cubicBezTo>
                <a:cubicBezTo>
                  <a:pt x="328797" y="949058"/>
                  <a:pt x="327000" y="953494"/>
                  <a:pt x="327898" y="958817"/>
                </a:cubicBezTo>
                <a:cubicBezTo>
                  <a:pt x="330594" y="967688"/>
                  <a:pt x="339580" y="972124"/>
                  <a:pt x="348566" y="973011"/>
                </a:cubicBezTo>
                <a:cubicBezTo>
                  <a:pt x="356653" y="970350"/>
                  <a:pt x="356653" y="978334"/>
                  <a:pt x="361146" y="981882"/>
                </a:cubicBezTo>
                <a:cubicBezTo>
                  <a:pt x="361146" y="981882"/>
                  <a:pt x="361146" y="981882"/>
                  <a:pt x="361146" y="983657"/>
                </a:cubicBezTo>
                <a:cubicBezTo>
                  <a:pt x="345870" y="987205"/>
                  <a:pt x="330594" y="981882"/>
                  <a:pt x="321608" y="970350"/>
                </a:cubicBezTo>
                <a:cubicBezTo>
                  <a:pt x="317115" y="964140"/>
                  <a:pt x="313521" y="957930"/>
                  <a:pt x="315318" y="949946"/>
                </a:cubicBezTo>
                <a:cubicBezTo>
                  <a:pt x="317115" y="942849"/>
                  <a:pt x="320710" y="933977"/>
                  <a:pt x="328797" y="931316"/>
                </a:cubicBezTo>
                <a:cubicBezTo>
                  <a:pt x="332391" y="929098"/>
                  <a:pt x="337109" y="928433"/>
                  <a:pt x="341265" y="929431"/>
                </a:cubicBezTo>
                <a:close/>
                <a:moveTo>
                  <a:pt x="364820" y="929359"/>
                </a:moveTo>
                <a:cubicBezTo>
                  <a:pt x="365714" y="929359"/>
                  <a:pt x="366607" y="928467"/>
                  <a:pt x="367500" y="929359"/>
                </a:cubicBezTo>
                <a:cubicBezTo>
                  <a:pt x="370180" y="931143"/>
                  <a:pt x="371073" y="933818"/>
                  <a:pt x="371967" y="936494"/>
                </a:cubicBezTo>
                <a:cubicBezTo>
                  <a:pt x="371967" y="939169"/>
                  <a:pt x="368394" y="940061"/>
                  <a:pt x="368394" y="941845"/>
                </a:cubicBezTo>
                <a:cubicBezTo>
                  <a:pt x="364820" y="946304"/>
                  <a:pt x="364820" y="952547"/>
                  <a:pt x="363927" y="958790"/>
                </a:cubicBezTo>
                <a:cubicBezTo>
                  <a:pt x="367500" y="979303"/>
                  <a:pt x="389832" y="982870"/>
                  <a:pt x="405911" y="986438"/>
                </a:cubicBezTo>
                <a:cubicBezTo>
                  <a:pt x="426456" y="990897"/>
                  <a:pt x="447002" y="993572"/>
                  <a:pt x="467547" y="995356"/>
                </a:cubicBezTo>
                <a:cubicBezTo>
                  <a:pt x="489879" y="997140"/>
                  <a:pt x="512210" y="996248"/>
                  <a:pt x="535435" y="995356"/>
                </a:cubicBezTo>
                <a:cubicBezTo>
                  <a:pt x="551514" y="992681"/>
                  <a:pt x="566700" y="994464"/>
                  <a:pt x="581886" y="990005"/>
                </a:cubicBezTo>
                <a:cubicBezTo>
                  <a:pt x="600644" y="988221"/>
                  <a:pt x="621190" y="981087"/>
                  <a:pt x="630122" y="962358"/>
                </a:cubicBezTo>
                <a:cubicBezTo>
                  <a:pt x="632802" y="954331"/>
                  <a:pt x="631909" y="945412"/>
                  <a:pt x="626549" y="940061"/>
                </a:cubicBezTo>
                <a:cubicBezTo>
                  <a:pt x="628336" y="937386"/>
                  <a:pt x="628336" y="932035"/>
                  <a:pt x="632802" y="932926"/>
                </a:cubicBezTo>
                <a:cubicBezTo>
                  <a:pt x="640841" y="941845"/>
                  <a:pt x="645308" y="954331"/>
                  <a:pt x="642628" y="965925"/>
                </a:cubicBezTo>
                <a:cubicBezTo>
                  <a:pt x="637268" y="983762"/>
                  <a:pt x="616723" y="993572"/>
                  <a:pt x="599751" y="998032"/>
                </a:cubicBezTo>
                <a:cubicBezTo>
                  <a:pt x="587245" y="1000707"/>
                  <a:pt x="574739" y="1001599"/>
                  <a:pt x="562234" y="1003383"/>
                </a:cubicBezTo>
                <a:cubicBezTo>
                  <a:pt x="560447" y="1004275"/>
                  <a:pt x="559554" y="1004275"/>
                  <a:pt x="558660" y="1004275"/>
                </a:cubicBezTo>
                <a:cubicBezTo>
                  <a:pt x="552408" y="1006058"/>
                  <a:pt x="545261" y="1005167"/>
                  <a:pt x="539008" y="1006058"/>
                </a:cubicBezTo>
                <a:cubicBezTo>
                  <a:pt x="535435" y="1004275"/>
                  <a:pt x="531862" y="1006950"/>
                  <a:pt x="528289" y="1006950"/>
                </a:cubicBezTo>
                <a:cubicBezTo>
                  <a:pt x="519357" y="1007842"/>
                  <a:pt x="511317" y="1006950"/>
                  <a:pt x="503278" y="1007842"/>
                </a:cubicBezTo>
                <a:cubicBezTo>
                  <a:pt x="503278" y="1007842"/>
                  <a:pt x="503278" y="1007842"/>
                  <a:pt x="494345" y="1007842"/>
                </a:cubicBezTo>
                <a:cubicBezTo>
                  <a:pt x="472013" y="1006950"/>
                  <a:pt x="450575" y="1005167"/>
                  <a:pt x="429136" y="1002491"/>
                </a:cubicBezTo>
                <a:cubicBezTo>
                  <a:pt x="416630" y="999815"/>
                  <a:pt x="403231" y="998032"/>
                  <a:pt x="391619" y="995356"/>
                </a:cubicBezTo>
                <a:cubicBezTo>
                  <a:pt x="377326" y="990897"/>
                  <a:pt x="361247" y="982870"/>
                  <a:pt x="355888" y="967709"/>
                </a:cubicBezTo>
                <a:cubicBezTo>
                  <a:pt x="353208" y="954331"/>
                  <a:pt x="353208" y="938278"/>
                  <a:pt x="364820" y="929359"/>
                </a:cubicBezTo>
                <a:close/>
                <a:moveTo>
                  <a:pt x="675117" y="926880"/>
                </a:moveTo>
                <a:cubicBezTo>
                  <a:pt x="676881" y="926880"/>
                  <a:pt x="678645" y="926880"/>
                  <a:pt x="678645" y="928864"/>
                </a:cubicBezTo>
                <a:cubicBezTo>
                  <a:pt x="677763" y="930849"/>
                  <a:pt x="677763" y="933825"/>
                  <a:pt x="676881" y="934817"/>
                </a:cubicBezTo>
                <a:cubicBezTo>
                  <a:pt x="674235" y="933825"/>
                  <a:pt x="671590" y="933825"/>
                  <a:pt x="670708" y="930849"/>
                </a:cubicBezTo>
                <a:cubicBezTo>
                  <a:pt x="671590" y="928864"/>
                  <a:pt x="673354" y="927872"/>
                  <a:pt x="675117" y="926880"/>
                </a:cubicBezTo>
                <a:close/>
                <a:moveTo>
                  <a:pt x="536192" y="926136"/>
                </a:moveTo>
                <a:cubicBezTo>
                  <a:pt x="547563" y="925293"/>
                  <a:pt x="554561" y="934570"/>
                  <a:pt x="565058" y="933727"/>
                </a:cubicBezTo>
                <a:cubicBezTo>
                  <a:pt x="565058" y="933727"/>
                  <a:pt x="565058" y="933727"/>
                  <a:pt x="565933" y="933727"/>
                </a:cubicBezTo>
                <a:cubicBezTo>
                  <a:pt x="563309" y="940473"/>
                  <a:pt x="557186" y="945533"/>
                  <a:pt x="550188" y="947220"/>
                </a:cubicBezTo>
                <a:cubicBezTo>
                  <a:pt x="548438" y="950593"/>
                  <a:pt x="544065" y="952280"/>
                  <a:pt x="540566" y="951437"/>
                </a:cubicBezTo>
                <a:cubicBezTo>
                  <a:pt x="537067" y="950593"/>
                  <a:pt x="534442" y="948063"/>
                  <a:pt x="533568" y="944690"/>
                </a:cubicBezTo>
                <a:cubicBezTo>
                  <a:pt x="532693" y="943003"/>
                  <a:pt x="534442" y="941317"/>
                  <a:pt x="536192" y="939630"/>
                </a:cubicBezTo>
                <a:cubicBezTo>
                  <a:pt x="537941" y="937943"/>
                  <a:pt x="540566" y="940473"/>
                  <a:pt x="541440" y="943003"/>
                </a:cubicBezTo>
                <a:cubicBezTo>
                  <a:pt x="541440" y="943847"/>
                  <a:pt x="542315" y="943003"/>
                  <a:pt x="543190" y="942160"/>
                </a:cubicBezTo>
                <a:cubicBezTo>
                  <a:pt x="544065" y="940473"/>
                  <a:pt x="544065" y="939630"/>
                  <a:pt x="543190" y="937943"/>
                </a:cubicBezTo>
                <a:cubicBezTo>
                  <a:pt x="540566" y="937100"/>
                  <a:pt x="537941" y="934570"/>
                  <a:pt x="535317" y="937100"/>
                </a:cubicBezTo>
                <a:cubicBezTo>
                  <a:pt x="532693" y="937943"/>
                  <a:pt x="530944" y="939630"/>
                  <a:pt x="529194" y="942160"/>
                </a:cubicBezTo>
                <a:cubicBezTo>
                  <a:pt x="529194" y="943847"/>
                  <a:pt x="529194" y="944690"/>
                  <a:pt x="528319" y="944690"/>
                </a:cubicBezTo>
                <a:cubicBezTo>
                  <a:pt x="526570" y="943847"/>
                  <a:pt x="523946" y="943003"/>
                  <a:pt x="523071" y="942160"/>
                </a:cubicBezTo>
                <a:cubicBezTo>
                  <a:pt x="523071" y="937943"/>
                  <a:pt x="527445" y="937943"/>
                  <a:pt x="529194" y="935413"/>
                </a:cubicBezTo>
                <a:cubicBezTo>
                  <a:pt x="531818" y="932883"/>
                  <a:pt x="533568" y="928667"/>
                  <a:pt x="536192" y="926136"/>
                </a:cubicBezTo>
                <a:close/>
                <a:moveTo>
                  <a:pt x="464954" y="923252"/>
                </a:moveTo>
                <a:cubicBezTo>
                  <a:pt x="468405" y="925837"/>
                  <a:pt x="468405" y="931008"/>
                  <a:pt x="470994" y="933593"/>
                </a:cubicBezTo>
                <a:cubicBezTo>
                  <a:pt x="470994" y="933593"/>
                  <a:pt x="470994" y="933593"/>
                  <a:pt x="477033" y="939626"/>
                </a:cubicBezTo>
                <a:cubicBezTo>
                  <a:pt x="477033" y="942211"/>
                  <a:pt x="474445" y="941349"/>
                  <a:pt x="472719" y="942211"/>
                </a:cubicBezTo>
                <a:cubicBezTo>
                  <a:pt x="470994" y="939626"/>
                  <a:pt x="471856" y="933593"/>
                  <a:pt x="466680" y="934455"/>
                </a:cubicBezTo>
                <a:cubicBezTo>
                  <a:pt x="463229" y="933593"/>
                  <a:pt x="460640" y="934455"/>
                  <a:pt x="458915" y="937040"/>
                </a:cubicBezTo>
                <a:cubicBezTo>
                  <a:pt x="458052" y="937902"/>
                  <a:pt x="457189" y="939626"/>
                  <a:pt x="458052" y="940487"/>
                </a:cubicBezTo>
                <a:cubicBezTo>
                  <a:pt x="460640" y="943073"/>
                  <a:pt x="460640" y="937902"/>
                  <a:pt x="463229" y="937040"/>
                </a:cubicBezTo>
                <a:cubicBezTo>
                  <a:pt x="466680" y="936179"/>
                  <a:pt x="467543" y="938764"/>
                  <a:pt x="468405" y="940487"/>
                </a:cubicBezTo>
                <a:cubicBezTo>
                  <a:pt x="469268" y="943073"/>
                  <a:pt x="467543" y="945658"/>
                  <a:pt x="466680" y="946520"/>
                </a:cubicBezTo>
                <a:cubicBezTo>
                  <a:pt x="464092" y="948243"/>
                  <a:pt x="460640" y="949105"/>
                  <a:pt x="458915" y="948243"/>
                </a:cubicBezTo>
                <a:cubicBezTo>
                  <a:pt x="458052" y="947382"/>
                  <a:pt x="456327" y="946520"/>
                  <a:pt x="454601" y="946520"/>
                </a:cubicBezTo>
                <a:cubicBezTo>
                  <a:pt x="451150" y="941349"/>
                  <a:pt x="442523" y="944796"/>
                  <a:pt x="439934" y="937902"/>
                </a:cubicBezTo>
                <a:cubicBezTo>
                  <a:pt x="439071" y="936179"/>
                  <a:pt x="437346" y="935317"/>
                  <a:pt x="438209" y="933593"/>
                </a:cubicBezTo>
                <a:cubicBezTo>
                  <a:pt x="446836" y="931008"/>
                  <a:pt x="453738" y="918943"/>
                  <a:pt x="464954" y="923252"/>
                </a:cubicBezTo>
                <a:close/>
                <a:moveTo>
                  <a:pt x="322946" y="920926"/>
                </a:moveTo>
                <a:cubicBezTo>
                  <a:pt x="325030" y="921522"/>
                  <a:pt x="326882" y="922911"/>
                  <a:pt x="327808" y="924498"/>
                </a:cubicBezTo>
                <a:cubicBezTo>
                  <a:pt x="327808" y="926879"/>
                  <a:pt x="323178" y="926879"/>
                  <a:pt x="321326" y="929260"/>
                </a:cubicBezTo>
                <a:cubicBezTo>
                  <a:pt x="321326" y="929260"/>
                  <a:pt x="321326" y="929260"/>
                  <a:pt x="319474" y="930054"/>
                </a:cubicBezTo>
                <a:cubicBezTo>
                  <a:pt x="317622" y="927673"/>
                  <a:pt x="318548" y="925292"/>
                  <a:pt x="316696" y="922117"/>
                </a:cubicBezTo>
                <a:cubicBezTo>
                  <a:pt x="318548" y="920530"/>
                  <a:pt x="320863" y="920331"/>
                  <a:pt x="322946" y="920926"/>
                </a:cubicBezTo>
                <a:close/>
                <a:moveTo>
                  <a:pt x="680914" y="920674"/>
                </a:moveTo>
                <a:cubicBezTo>
                  <a:pt x="681821" y="925003"/>
                  <a:pt x="676378" y="921540"/>
                  <a:pt x="673657" y="923272"/>
                </a:cubicBezTo>
                <a:cubicBezTo>
                  <a:pt x="669121" y="924138"/>
                  <a:pt x="667307" y="928467"/>
                  <a:pt x="663678" y="928467"/>
                </a:cubicBezTo>
                <a:cubicBezTo>
                  <a:pt x="662771" y="924138"/>
                  <a:pt x="667307" y="923272"/>
                  <a:pt x="669121" y="921540"/>
                </a:cubicBezTo>
                <a:cubicBezTo>
                  <a:pt x="672749" y="918942"/>
                  <a:pt x="677285" y="918942"/>
                  <a:pt x="680914" y="920674"/>
                </a:cubicBezTo>
                <a:close/>
                <a:moveTo>
                  <a:pt x="598212" y="918250"/>
                </a:moveTo>
                <a:cubicBezTo>
                  <a:pt x="601739" y="919145"/>
                  <a:pt x="607031" y="917355"/>
                  <a:pt x="608795" y="920039"/>
                </a:cubicBezTo>
                <a:cubicBezTo>
                  <a:pt x="605267" y="922724"/>
                  <a:pt x="606149" y="929882"/>
                  <a:pt x="600857" y="928987"/>
                </a:cubicBezTo>
                <a:cubicBezTo>
                  <a:pt x="593802" y="929882"/>
                  <a:pt x="587628" y="933461"/>
                  <a:pt x="584101" y="939724"/>
                </a:cubicBezTo>
                <a:cubicBezTo>
                  <a:pt x="583219" y="942409"/>
                  <a:pt x="581455" y="946882"/>
                  <a:pt x="582337" y="949567"/>
                </a:cubicBezTo>
                <a:cubicBezTo>
                  <a:pt x="585865" y="952251"/>
                  <a:pt x="589392" y="946882"/>
                  <a:pt x="593802" y="949567"/>
                </a:cubicBezTo>
                <a:cubicBezTo>
                  <a:pt x="595566" y="951356"/>
                  <a:pt x="597330" y="954935"/>
                  <a:pt x="597330" y="958514"/>
                </a:cubicBezTo>
                <a:cubicBezTo>
                  <a:pt x="596448" y="962988"/>
                  <a:pt x="593802" y="964778"/>
                  <a:pt x="589392" y="965672"/>
                </a:cubicBezTo>
                <a:cubicBezTo>
                  <a:pt x="584983" y="966567"/>
                  <a:pt x="579691" y="964778"/>
                  <a:pt x="575281" y="961199"/>
                </a:cubicBezTo>
                <a:cubicBezTo>
                  <a:pt x="569108" y="955830"/>
                  <a:pt x="569108" y="948672"/>
                  <a:pt x="570872" y="940619"/>
                </a:cubicBezTo>
                <a:cubicBezTo>
                  <a:pt x="574399" y="933461"/>
                  <a:pt x="578809" y="925408"/>
                  <a:pt x="587628" y="921829"/>
                </a:cubicBezTo>
                <a:cubicBezTo>
                  <a:pt x="591156" y="920039"/>
                  <a:pt x="595566" y="920039"/>
                  <a:pt x="598212" y="918250"/>
                </a:cubicBezTo>
                <a:close/>
                <a:moveTo>
                  <a:pt x="392643" y="917355"/>
                </a:moveTo>
                <a:cubicBezTo>
                  <a:pt x="405271" y="918218"/>
                  <a:pt x="418800" y="925125"/>
                  <a:pt x="424212" y="937213"/>
                </a:cubicBezTo>
                <a:cubicBezTo>
                  <a:pt x="426016" y="943256"/>
                  <a:pt x="427820" y="952753"/>
                  <a:pt x="423310" y="957933"/>
                </a:cubicBezTo>
                <a:cubicBezTo>
                  <a:pt x="420604" y="963114"/>
                  <a:pt x="415192" y="966567"/>
                  <a:pt x="409780" y="966567"/>
                </a:cubicBezTo>
                <a:cubicBezTo>
                  <a:pt x="405271" y="966567"/>
                  <a:pt x="403467" y="962250"/>
                  <a:pt x="401663" y="959660"/>
                </a:cubicBezTo>
                <a:cubicBezTo>
                  <a:pt x="401663" y="954480"/>
                  <a:pt x="406172" y="951890"/>
                  <a:pt x="409780" y="950163"/>
                </a:cubicBezTo>
                <a:cubicBezTo>
                  <a:pt x="411584" y="950163"/>
                  <a:pt x="414290" y="951890"/>
                  <a:pt x="415192" y="949300"/>
                </a:cubicBezTo>
                <a:cubicBezTo>
                  <a:pt x="415192" y="944120"/>
                  <a:pt x="413388" y="937213"/>
                  <a:pt x="407976" y="933759"/>
                </a:cubicBezTo>
                <a:cubicBezTo>
                  <a:pt x="403467" y="929442"/>
                  <a:pt x="395349" y="931169"/>
                  <a:pt x="393545" y="925125"/>
                </a:cubicBezTo>
                <a:cubicBezTo>
                  <a:pt x="393545" y="922535"/>
                  <a:pt x="388133" y="919082"/>
                  <a:pt x="392643" y="917355"/>
                </a:cubicBezTo>
                <a:close/>
                <a:moveTo>
                  <a:pt x="694053" y="917312"/>
                </a:moveTo>
                <a:cubicBezTo>
                  <a:pt x="697259" y="916417"/>
                  <a:pt x="700575" y="916864"/>
                  <a:pt x="703229" y="919549"/>
                </a:cubicBezTo>
                <a:cubicBezTo>
                  <a:pt x="704113" y="923128"/>
                  <a:pt x="706767" y="926707"/>
                  <a:pt x="704113" y="930286"/>
                </a:cubicBezTo>
                <a:cubicBezTo>
                  <a:pt x="702344" y="932075"/>
                  <a:pt x="700575" y="933865"/>
                  <a:pt x="697922" y="933865"/>
                </a:cubicBezTo>
                <a:cubicBezTo>
                  <a:pt x="696153" y="932970"/>
                  <a:pt x="695269" y="932075"/>
                  <a:pt x="693500" y="933865"/>
                </a:cubicBezTo>
                <a:cubicBezTo>
                  <a:pt x="691731" y="935654"/>
                  <a:pt x="693500" y="939234"/>
                  <a:pt x="695269" y="941918"/>
                </a:cubicBezTo>
                <a:cubicBezTo>
                  <a:pt x="697922" y="949076"/>
                  <a:pt x="705882" y="951760"/>
                  <a:pt x="712958" y="950865"/>
                </a:cubicBezTo>
                <a:cubicBezTo>
                  <a:pt x="719149" y="949971"/>
                  <a:pt x="727109" y="947286"/>
                  <a:pt x="730647" y="940128"/>
                </a:cubicBezTo>
                <a:cubicBezTo>
                  <a:pt x="734185" y="938339"/>
                  <a:pt x="738607" y="941023"/>
                  <a:pt x="742145" y="940128"/>
                </a:cubicBezTo>
                <a:cubicBezTo>
                  <a:pt x="742145" y="942813"/>
                  <a:pt x="739492" y="944602"/>
                  <a:pt x="738607" y="946392"/>
                </a:cubicBezTo>
                <a:cubicBezTo>
                  <a:pt x="728878" y="955339"/>
                  <a:pt x="715611" y="963392"/>
                  <a:pt x="703229" y="957129"/>
                </a:cubicBezTo>
                <a:cubicBezTo>
                  <a:pt x="694384" y="955339"/>
                  <a:pt x="686424" y="949971"/>
                  <a:pt x="682002" y="941918"/>
                </a:cubicBezTo>
                <a:cubicBezTo>
                  <a:pt x="680233" y="935654"/>
                  <a:pt x="681117" y="928496"/>
                  <a:pt x="685540" y="923128"/>
                </a:cubicBezTo>
                <a:cubicBezTo>
                  <a:pt x="687751" y="920444"/>
                  <a:pt x="690846" y="918207"/>
                  <a:pt x="694053" y="917312"/>
                </a:cubicBezTo>
                <a:close/>
                <a:moveTo>
                  <a:pt x="315108" y="914285"/>
                </a:moveTo>
                <a:cubicBezTo>
                  <a:pt x="317688" y="912592"/>
                  <a:pt x="321987" y="913439"/>
                  <a:pt x="325426" y="914285"/>
                </a:cubicBezTo>
                <a:cubicBezTo>
                  <a:pt x="325426" y="914285"/>
                  <a:pt x="325426" y="914285"/>
                  <a:pt x="331446" y="917672"/>
                </a:cubicBezTo>
                <a:cubicBezTo>
                  <a:pt x="332305" y="919365"/>
                  <a:pt x="335745" y="921059"/>
                  <a:pt x="335745" y="924445"/>
                </a:cubicBezTo>
                <a:cubicBezTo>
                  <a:pt x="334885" y="925292"/>
                  <a:pt x="333165" y="924445"/>
                  <a:pt x="332305" y="923599"/>
                </a:cubicBezTo>
                <a:cubicBezTo>
                  <a:pt x="330586" y="919365"/>
                  <a:pt x="327146" y="918519"/>
                  <a:pt x="324567" y="916825"/>
                </a:cubicBezTo>
                <a:cubicBezTo>
                  <a:pt x="321127" y="915979"/>
                  <a:pt x="315968" y="918519"/>
                  <a:pt x="315108" y="914285"/>
                </a:cubicBezTo>
                <a:close/>
                <a:moveTo>
                  <a:pt x="501022" y="911005"/>
                </a:moveTo>
                <a:cubicBezTo>
                  <a:pt x="501022" y="911005"/>
                  <a:pt x="501022" y="911005"/>
                  <a:pt x="507195" y="918761"/>
                </a:cubicBezTo>
                <a:cubicBezTo>
                  <a:pt x="511605" y="923932"/>
                  <a:pt x="515133" y="931688"/>
                  <a:pt x="511605" y="937720"/>
                </a:cubicBezTo>
                <a:cubicBezTo>
                  <a:pt x="510723" y="938582"/>
                  <a:pt x="508959" y="939444"/>
                  <a:pt x="507195" y="940305"/>
                </a:cubicBezTo>
                <a:cubicBezTo>
                  <a:pt x="508077" y="935135"/>
                  <a:pt x="508077" y="929964"/>
                  <a:pt x="503668" y="927379"/>
                </a:cubicBezTo>
                <a:cubicBezTo>
                  <a:pt x="501904" y="925655"/>
                  <a:pt x="499258" y="925655"/>
                  <a:pt x="498376" y="926517"/>
                </a:cubicBezTo>
                <a:cubicBezTo>
                  <a:pt x="496612" y="927379"/>
                  <a:pt x="493966" y="929102"/>
                  <a:pt x="493966" y="931688"/>
                </a:cubicBezTo>
                <a:cubicBezTo>
                  <a:pt x="496612" y="933411"/>
                  <a:pt x="498376" y="927379"/>
                  <a:pt x="501904" y="930826"/>
                </a:cubicBezTo>
                <a:cubicBezTo>
                  <a:pt x="503668" y="932549"/>
                  <a:pt x="503668" y="935135"/>
                  <a:pt x="503668" y="936858"/>
                </a:cubicBezTo>
                <a:cubicBezTo>
                  <a:pt x="501904" y="941167"/>
                  <a:pt x="497494" y="937720"/>
                  <a:pt x="495730" y="940305"/>
                </a:cubicBezTo>
                <a:cubicBezTo>
                  <a:pt x="491320" y="941167"/>
                  <a:pt x="489557" y="936858"/>
                  <a:pt x="486911" y="934273"/>
                </a:cubicBezTo>
                <a:cubicBezTo>
                  <a:pt x="483383" y="929102"/>
                  <a:pt x="488675" y="923932"/>
                  <a:pt x="491320" y="919623"/>
                </a:cubicBezTo>
                <a:cubicBezTo>
                  <a:pt x="495730" y="917899"/>
                  <a:pt x="495730" y="911867"/>
                  <a:pt x="501022" y="911005"/>
                </a:cubicBezTo>
                <a:close/>
                <a:moveTo>
                  <a:pt x="298540" y="911005"/>
                </a:moveTo>
                <a:cubicBezTo>
                  <a:pt x="304644" y="911005"/>
                  <a:pt x="309004" y="915399"/>
                  <a:pt x="312492" y="920672"/>
                </a:cubicBezTo>
                <a:cubicBezTo>
                  <a:pt x="315108" y="926823"/>
                  <a:pt x="315108" y="935611"/>
                  <a:pt x="312492" y="941763"/>
                </a:cubicBezTo>
                <a:cubicBezTo>
                  <a:pt x="308132" y="949672"/>
                  <a:pt x="301156" y="955823"/>
                  <a:pt x="293308" y="957581"/>
                </a:cubicBezTo>
                <a:cubicBezTo>
                  <a:pt x="279356" y="960217"/>
                  <a:pt x="265404" y="954066"/>
                  <a:pt x="256684" y="944399"/>
                </a:cubicBezTo>
                <a:cubicBezTo>
                  <a:pt x="254940" y="942641"/>
                  <a:pt x="253196" y="940884"/>
                  <a:pt x="253196" y="938247"/>
                </a:cubicBezTo>
                <a:cubicBezTo>
                  <a:pt x="257556" y="937369"/>
                  <a:pt x="261916" y="937369"/>
                  <a:pt x="265404" y="937369"/>
                </a:cubicBezTo>
                <a:cubicBezTo>
                  <a:pt x="266276" y="938247"/>
                  <a:pt x="267148" y="938247"/>
                  <a:pt x="267148" y="940005"/>
                </a:cubicBezTo>
                <a:cubicBezTo>
                  <a:pt x="274996" y="945278"/>
                  <a:pt x="285460" y="949672"/>
                  <a:pt x="294180" y="944399"/>
                </a:cubicBezTo>
                <a:cubicBezTo>
                  <a:pt x="297668" y="941763"/>
                  <a:pt x="302028" y="938247"/>
                  <a:pt x="301156" y="933854"/>
                </a:cubicBezTo>
                <a:cubicBezTo>
                  <a:pt x="301156" y="933854"/>
                  <a:pt x="301156" y="933854"/>
                  <a:pt x="293308" y="930338"/>
                </a:cubicBezTo>
                <a:cubicBezTo>
                  <a:pt x="290692" y="926823"/>
                  <a:pt x="287204" y="920672"/>
                  <a:pt x="290692" y="915399"/>
                </a:cubicBezTo>
                <a:cubicBezTo>
                  <a:pt x="292436" y="913641"/>
                  <a:pt x="295052" y="911005"/>
                  <a:pt x="298540" y="911005"/>
                </a:cubicBezTo>
                <a:close/>
                <a:moveTo>
                  <a:pt x="460960" y="908964"/>
                </a:moveTo>
                <a:cubicBezTo>
                  <a:pt x="463460" y="909191"/>
                  <a:pt x="465603" y="910098"/>
                  <a:pt x="466555" y="912366"/>
                </a:cubicBezTo>
                <a:cubicBezTo>
                  <a:pt x="465603" y="914180"/>
                  <a:pt x="467508" y="917809"/>
                  <a:pt x="464651" y="918716"/>
                </a:cubicBezTo>
                <a:cubicBezTo>
                  <a:pt x="461793" y="915994"/>
                  <a:pt x="457031" y="920530"/>
                  <a:pt x="456078" y="915994"/>
                </a:cubicBezTo>
                <a:cubicBezTo>
                  <a:pt x="454173" y="914180"/>
                  <a:pt x="453221" y="912366"/>
                  <a:pt x="453221" y="909644"/>
                </a:cubicBezTo>
                <a:cubicBezTo>
                  <a:pt x="455602" y="909191"/>
                  <a:pt x="458460" y="908737"/>
                  <a:pt x="460960" y="908964"/>
                </a:cubicBezTo>
                <a:close/>
                <a:moveTo>
                  <a:pt x="541620" y="908749"/>
                </a:moveTo>
                <a:cubicBezTo>
                  <a:pt x="544962" y="908749"/>
                  <a:pt x="548304" y="912425"/>
                  <a:pt x="550810" y="914263"/>
                </a:cubicBezTo>
                <a:cubicBezTo>
                  <a:pt x="548304" y="917021"/>
                  <a:pt x="551646" y="924373"/>
                  <a:pt x="545797" y="923454"/>
                </a:cubicBezTo>
                <a:cubicBezTo>
                  <a:pt x="543291" y="920697"/>
                  <a:pt x="536606" y="925292"/>
                  <a:pt x="537442" y="918859"/>
                </a:cubicBezTo>
                <a:cubicBezTo>
                  <a:pt x="539949" y="915183"/>
                  <a:pt x="535771" y="907830"/>
                  <a:pt x="541620" y="908749"/>
                </a:cubicBezTo>
                <a:close/>
                <a:moveTo>
                  <a:pt x="674529" y="907455"/>
                </a:moveTo>
                <a:cubicBezTo>
                  <a:pt x="679605" y="907785"/>
                  <a:pt x="684682" y="909329"/>
                  <a:pt x="688835" y="912416"/>
                </a:cubicBezTo>
                <a:cubicBezTo>
                  <a:pt x="688835" y="912416"/>
                  <a:pt x="688835" y="912416"/>
                  <a:pt x="689758" y="914179"/>
                </a:cubicBezTo>
                <a:cubicBezTo>
                  <a:pt x="685143" y="920353"/>
                  <a:pt x="676837" y="913298"/>
                  <a:pt x="670376" y="916825"/>
                </a:cubicBezTo>
                <a:cubicBezTo>
                  <a:pt x="662069" y="918589"/>
                  <a:pt x="662069" y="930054"/>
                  <a:pt x="652840" y="929172"/>
                </a:cubicBezTo>
                <a:cubicBezTo>
                  <a:pt x="651917" y="929172"/>
                  <a:pt x="650071" y="928290"/>
                  <a:pt x="650071" y="927408"/>
                </a:cubicBezTo>
                <a:cubicBezTo>
                  <a:pt x="650071" y="920353"/>
                  <a:pt x="654686" y="914179"/>
                  <a:pt x="660223" y="909770"/>
                </a:cubicBezTo>
                <a:cubicBezTo>
                  <a:pt x="664377" y="908006"/>
                  <a:pt x="669453" y="907124"/>
                  <a:pt x="674529" y="907455"/>
                </a:cubicBezTo>
                <a:close/>
                <a:moveTo>
                  <a:pt x="327631" y="903265"/>
                </a:moveTo>
                <a:cubicBezTo>
                  <a:pt x="332702" y="904778"/>
                  <a:pt x="337333" y="907802"/>
                  <a:pt x="340860" y="911990"/>
                </a:cubicBezTo>
                <a:cubicBezTo>
                  <a:pt x="343506" y="915712"/>
                  <a:pt x="344388" y="919434"/>
                  <a:pt x="345270" y="925018"/>
                </a:cubicBezTo>
                <a:cubicBezTo>
                  <a:pt x="344388" y="926879"/>
                  <a:pt x="341742" y="925018"/>
                  <a:pt x="340860" y="925018"/>
                </a:cubicBezTo>
                <a:cubicBezTo>
                  <a:pt x="338214" y="920365"/>
                  <a:pt x="336451" y="914782"/>
                  <a:pt x="332041" y="912920"/>
                </a:cubicBezTo>
                <a:cubicBezTo>
                  <a:pt x="325867" y="908267"/>
                  <a:pt x="317930" y="908267"/>
                  <a:pt x="312638" y="910129"/>
                </a:cubicBezTo>
                <a:cubicBezTo>
                  <a:pt x="309993" y="910129"/>
                  <a:pt x="307347" y="909198"/>
                  <a:pt x="305583" y="908267"/>
                </a:cubicBezTo>
                <a:cubicBezTo>
                  <a:pt x="307347" y="905476"/>
                  <a:pt x="309993" y="904545"/>
                  <a:pt x="311756" y="903614"/>
                </a:cubicBezTo>
                <a:cubicBezTo>
                  <a:pt x="317048" y="901753"/>
                  <a:pt x="322560" y="901753"/>
                  <a:pt x="327631" y="903265"/>
                </a:cubicBezTo>
                <a:close/>
                <a:moveTo>
                  <a:pt x="272965" y="894689"/>
                </a:moveTo>
                <a:lnTo>
                  <a:pt x="262894" y="906276"/>
                </a:lnTo>
                <a:cubicBezTo>
                  <a:pt x="261133" y="906276"/>
                  <a:pt x="262894" y="904520"/>
                  <a:pt x="262894" y="902764"/>
                </a:cubicBezTo>
                <a:lnTo>
                  <a:pt x="272965" y="894689"/>
                </a:lnTo>
                <a:close/>
                <a:moveTo>
                  <a:pt x="275001" y="893057"/>
                </a:moveTo>
                <a:lnTo>
                  <a:pt x="272965" y="894689"/>
                </a:lnTo>
                <a:lnTo>
                  <a:pt x="274343" y="893104"/>
                </a:lnTo>
                <a:lnTo>
                  <a:pt x="275001" y="893057"/>
                </a:lnTo>
                <a:close/>
                <a:moveTo>
                  <a:pt x="528524" y="888416"/>
                </a:moveTo>
                <a:cubicBezTo>
                  <a:pt x="530483" y="887629"/>
                  <a:pt x="532442" y="887404"/>
                  <a:pt x="534183" y="889203"/>
                </a:cubicBezTo>
                <a:cubicBezTo>
                  <a:pt x="532442" y="896400"/>
                  <a:pt x="532442" y="902697"/>
                  <a:pt x="533312" y="909894"/>
                </a:cubicBezTo>
                <a:cubicBezTo>
                  <a:pt x="533312" y="918890"/>
                  <a:pt x="531571" y="926986"/>
                  <a:pt x="525477" y="934183"/>
                </a:cubicBezTo>
                <a:cubicBezTo>
                  <a:pt x="523736" y="936881"/>
                  <a:pt x="519384" y="938681"/>
                  <a:pt x="516772" y="939580"/>
                </a:cubicBezTo>
                <a:cubicBezTo>
                  <a:pt x="515901" y="935982"/>
                  <a:pt x="518513" y="931484"/>
                  <a:pt x="516772" y="926986"/>
                </a:cubicBezTo>
                <a:cubicBezTo>
                  <a:pt x="516772" y="926986"/>
                  <a:pt x="516772" y="926986"/>
                  <a:pt x="514160" y="918890"/>
                </a:cubicBezTo>
                <a:cubicBezTo>
                  <a:pt x="517643" y="917990"/>
                  <a:pt x="521125" y="915291"/>
                  <a:pt x="521995" y="910793"/>
                </a:cubicBezTo>
                <a:cubicBezTo>
                  <a:pt x="522866" y="908095"/>
                  <a:pt x="519384" y="906296"/>
                  <a:pt x="517643" y="905396"/>
                </a:cubicBezTo>
                <a:cubicBezTo>
                  <a:pt x="516772" y="904496"/>
                  <a:pt x="515901" y="905396"/>
                  <a:pt x="515901" y="906296"/>
                </a:cubicBezTo>
                <a:cubicBezTo>
                  <a:pt x="516772" y="908095"/>
                  <a:pt x="519384" y="908994"/>
                  <a:pt x="518513" y="911693"/>
                </a:cubicBezTo>
                <a:cubicBezTo>
                  <a:pt x="516772" y="913492"/>
                  <a:pt x="515031" y="914392"/>
                  <a:pt x="513290" y="914392"/>
                </a:cubicBezTo>
                <a:cubicBezTo>
                  <a:pt x="510678" y="914392"/>
                  <a:pt x="509808" y="911693"/>
                  <a:pt x="508937" y="909894"/>
                </a:cubicBezTo>
                <a:cubicBezTo>
                  <a:pt x="507196" y="899998"/>
                  <a:pt x="517643" y="897300"/>
                  <a:pt x="522866" y="891003"/>
                </a:cubicBezTo>
                <a:cubicBezTo>
                  <a:pt x="524607" y="890553"/>
                  <a:pt x="526566" y="889203"/>
                  <a:pt x="528524" y="888416"/>
                </a:cubicBezTo>
                <a:close/>
                <a:moveTo>
                  <a:pt x="496083" y="886465"/>
                </a:moveTo>
                <a:cubicBezTo>
                  <a:pt x="501375" y="885605"/>
                  <a:pt x="505784" y="889045"/>
                  <a:pt x="510194" y="890764"/>
                </a:cubicBezTo>
                <a:cubicBezTo>
                  <a:pt x="510194" y="892484"/>
                  <a:pt x="511958" y="892484"/>
                  <a:pt x="511958" y="894204"/>
                </a:cubicBezTo>
                <a:cubicBezTo>
                  <a:pt x="508430" y="896784"/>
                  <a:pt x="505784" y="900223"/>
                  <a:pt x="504903" y="903663"/>
                </a:cubicBezTo>
                <a:cubicBezTo>
                  <a:pt x="503139" y="903663"/>
                  <a:pt x="502257" y="901083"/>
                  <a:pt x="500493" y="902803"/>
                </a:cubicBezTo>
                <a:cubicBezTo>
                  <a:pt x="499611" y="903663"/>
                  <a:pt x="499611" y="906242"/>
                  <a:pt x="497847" y="905382"/>
                </a:cubicBezTo>
                <a:cubicBezTo>
                  <a:pt x="496965" y="899363"/>
                  <a:pt x="491674" y="895924"/>
                  <a:pt x="488146" y="892484"/>
                </a:cubicBezTo>
                <a:cubicBezTo>
                  <a:pt x="489028" y="888185"/>
                  <a:pt x="493437" y="888185"/>
                  <a:pt x="496083" y="886465"/>
                </a:cubicBezTo>
                <a:close/>
                <a:moveTo>
                  <a:pt x="471011" y="884018"/>
                </a:moveTo>
                <a:cubicBezTo>
                  <a:pt x="475391" y="884929"/>
                  <a:pt x="480646" y="887662"/>
                  <a:pt x="481522" y="892216"/>
                </a:cubicBezTo>
                <a:cubicBezTo>
                  <a:pt x="481522" y="896770"/>
                  <a:pt x="485901" y="896770"/>
                  <a:pt x="488529" y="898592"/>
                </a:cubicBezTo>
                <a:cubicBezTo>
                  <a:pt x="490280" y="901324"/>
                  <a:pt x="492908" y="904057"/>
                  <a:pt x="492908" y="908611"/>
                </a:cubicBezTo>
                <a:cubicBezTo>
                  <a:pt x="492032" y="911344"/>
                  <a:pt x="490280" y="914987"/>
                  <a:pt x="486777" y="915898"/>
                </a:cubicBezTo>
                <a:cubicBezTo>
                  <a:pt x="484149" y="916809"/>
                  <a:pt x="482398" y="914076"/>
                  <a:pt x="481522" y="912255"/>
                </a:cubicBezTo>
                <a:cubicBezTo>
                  <a:pt x="481522" y="909522"/>
                  <a:pt x="485025" y="908611"/>
                  <a:pt x="484149" y="905879"/>
                </a:cubicBezTo>
                <a:cubicBezTo>
                  <a:pt x="482398" y="904968"/>
                  <a:pt x="480646" y="905879"/>
                  <a:pt x="478894" y="905879"/>
                </a:cubicBezTo>
                <a:cubicBezTo>
                  <a:pt x="477142" y="908611"/>
                  <a:pt x="476267" y="913165"/>
                  <a:pt x="478018" y="915898"/>
                </a:cubicBezTo>
                <a:cubicBezTo>
                  <a:pt x="478894" y="919541"/>
                  <a:pt x="486777" y="918631"/>
                  <a:pt x="483273" y="924096"/>
                </a:cubicBezTo>
                <a:cubicBezTo>
                  <a:pt x="482398" y="928650"/>
                  <a:pt x="480646" y="934115"/>
                  <a:pt x="483273" y="938669"/>
                </a:cubicBezTo>
                <a:cubicBezTo>
                  <a:pt x="483273" y="938669"/>
                  <a:pt x="482398" y="939580"/>
                  <a:pt x="481522" y="938669"/>
                </a:cubicBezTo>
                <a:cubicBezTo>
                  <a:pt x="473639" y="934115"/>
                  <a:pt x="469260" y="924096"/>
                  <a:pt x="470136" y="914076"/>
                </a:cubicBezTo>
                <a:cubicBezTo>
                  <a:pt x="470136" y="907700"/>
                  <a:pt x="471011" y="902235"/>
                  <a:pt x="471887" y="895859"/>
                </a:cubicBezTo>
                <a:cubicBezTo>
                  <a:pt x="473639" y="891305"/>
                  <a:pt x="467508" y="887662"/>
                  <a:pt x="471011" y="884018"/>
                </a:cubicBezTo>
                <a:close/>
                <a:moveTo>
                  <a:pt x="663904" y="880137"/>
                </a:moveTo>
                <a:cubicBezTo>
                  <a:pt x="678037" y="879255"/>
                  <a:pt x="689519" y="884547"/>
                  <a:pt x="699235" y="894248"/>
                </a:cubicBezTo>
                <a:cubicBezTo>
                  <a:pt x="711601" y="894248"/>
                  <a:pt x="725733" y="896894"/>
                  <a:pt x="731033" y="909241"/>
                </a:cubicBezTo>
                <a:cubicBezTo>
                  <a:pt x="727500" y="910123"/>
                  <a:pt x="725733" y="906595"/>
                  <a:pt x="723083" y="904832"/>
                </a:cubicBezTo>
                <a:cubicBezTo>
                  <a:pt x="715134" y="899540"/>
                  <a:pt x="707185" y="896894"/>
                  <a:pt x="697469" y="898658"/>
                </a:cubicBezTo>
                <a:cubicBezTo>
                  <a:pt x="692169" y="896894"/>
                  <a:pt x="690402" y="889838"/>
                  <a:pt x="684220" y="888075"/>
                </a:cubicBezTo>
                <a:cubicBezTo>
                  <a:pt x="682453" y="888957"/>
                  <a:pt x="681570" y="887193"/>
                  <a:pt x="679803" y="887193"/>
                </a:cubicBezTo>
                <a:cubicBezTo>
                  <a:pt x="673620" y="885429"/>
                  <a:pt x="669204" y="885429"/>
                  <a:pt x="663021" y="887193"/>
                </a:cubicBezTo>
                <a:cubicBezTo>
                  <a:pt x="652422" y="888075"/>
                  <a:pt x="643589" y="896012"/>
                  <a:pt x="639173" y="904832"/>
                </a:cubicBezTo>
                <a:cubicBezTo>
                  <a:pt x="635640" y="910123"/>
                  <a:pt x="634756" y="918061"/>
                  <a:pt x="635640" y="924234"/>
                </a:cubicBezTo>
                <a:cubicBezTo>
                  <a:pt x="627690" y="928644"/>
                  <a:pt x="622391" y="935700"/>
                  <a:pt x="619741" y="944519"/>
                </a:cubicBezTo>
                <a:cubicBezTo>
                  <a:pt x="619741" y="949811"/>
                  <a:pt x="620624" y="954220"/>
                  <a:pt x="618857" y="958630"/>
                </a:cubicBezTo>
                <a:cubicBezTo>
                  <a:pt x="617974" y="958630"/>
                  <a:pt x="617091" y="957748"/>
                  <a:pt x="617091" y="955984"/>
                </a:cubicBezTo>
                <a:cubicBezTo>
                  <a:pt x="616208" y="955102"/>
                  <a:pt x="618857" y="955102"/>
                  <a:pt x="617974" y="953338"/>
                </a:cubicBezTo>
                <a:cubicBezTo>
                  <a:pt x="616208" y="954220"/>
                  <a:pt x="615324" y="951575"/>
                  <a:pt x="615324" y="950693"/>
                </a:cubicBezTo>
                <a:cubicBezTo>
                  <a:pt x="613558" y="938345"/>
                  <a:pt x="621507" y="928644"/>
                  <a:pt x="630340" y="921588"/>
                </a:cubicBezTo>
                <a:cubicBezTo>
                  <a:pt x="631223" y="917179"/>
                  <a:pt x="631223" y="912769"/>
                  <a:pt x="632107" y="908359"/>
                </a:cubicBezTo>
                <a:cubicBezTo>
                  <a:pt x="637406" y="894248"/>
                  <a:pt x="648889" y="881901"/>
                  <a:pt x="663904" y="880137"/>
                </a:cubicBezTo>
                <a:close/>
                <a:moveTo>
                  <a:pt x="332039" y="878395"/>
                </a:moveTo>
                <a:lnTo>
                  <a:pt x="341273" y="879052"/>
                </a:lnTo>
                <a:cubicBezTo>
                  <a:pt x="350079" y="882565"/>
                  <a:pt x="356244" y="889591"/>
                  <a:pt x="360647" y="897494"/>
                </a:cubicBezTo>
                <a:cubicBezTo>
                  <a:pt x="363289" y="904520"/>
                  <a:pt x="365050" y="911546"/>
                  <a:pt x="365931" y="919449"/>
                </a:cubicBezTo>
                <a:cubicBezTo>
                  <a:pt x="371215" y="922962"/>
                  <a:pt x="374738" y="927353"/>
                  <a:pt x="378260" y="932622"/>
                </a:cubicBezTo>
                <a:cubicBezTo>
                  <a:pt x="381783" y="940526"/>
                  <a:pt x="381783" y="949308"/>
                  <a:pt x="375618" y="955455"/>
                </a:cubicBezTo>
                <a:cubicBezTo>
                  <a:pt x="373857" y="951064"/>
                  <a:pt x="378260" y="948430"/>
                  <a:pt x="378260" y="944039"/>
                </a:cubicBezTo>
                <a:cubicBezTo>
                  <a:pt x="378260" y="937891"/>
                  <a:pt x="374738" y="933500"/>
                  <a:pt x="373857" y="929109"/>
                </a:cubicBezTo>
                <a:cubicBezTo>
                  <a:pt x="369454" y="925597"/>
                  <a:pt x="365931" y="922962"/>
                  <a:pt x="363289" y="919449"/>
                </a:cubicBezTo>
                <a:cubicBezTo>
                  <a:pt x="363289" y="919449"/>
                  <a:pt x="363289" y="919449"/>
                  <a:pt x="360647" y="902764"/>
                </a:cubicBezTo>
                <a:cubicBezTo>
                  <a:pt x="358446" y="896616"/>
                  <a:pt x="354483" y="891128"/>
                  <a:pt x="349419" y="886846"/>
                </a:cubicBezTo>
                <a:lnTo>
                  <a:pt x="332039" y="878395"/>
                </a:lnTo>
                <a:close/>
                <a:moveTo>
                  <a:pt x="331585" y="878174"/>
                </a:moveTo>
                <a:lnTo>
                  <a:pt x="332039" y="878395"/>
                </a:lnTo>
                <a:lnTo>
                  <a:pt x="331092" y="878327"/>
                </a:lnTo>
                <a:lnTo>
                  <a:pt x="331585" y="878174"/>
                </a:lnTo>
                <a:close/>
                <a:moveTo>
                  <a:pt x="737637" y="877911"/>
                </a:moveTo>
                <a:cubicBezTo>
                  <a:pt x="741193" y="880476"/>
                  <a:pt x="747416" y="874492"/>
                  <a:pt x="750083" y="880476"/>
                </a:cubicBezTo>
                <a:cubicBezTo>
                  <a:pt x="746527" y="883040"/>
                  <a:pt x="742971" y="879621"/>
                  <a:pt x="740304" y="880476"/>
                </a:cubicBezTo>
                <a:cubicBezTo>
                  <a:pt x="735859" y="882185"/>
                  <a:pt x="732303" y="885604"/>
                  <a:pt x="728747" y="883895"/>
                </a:cubicBezTo>
                <a:cubicBezTo>
                  <a:pt x="727858" y="883040"/>
                  <a:pt x="729636" y="881330"/>
                  <a:pt x="729636" y="880476"/>
                </a:cubicBezTo>
                <a:cubicBezTo>
                  <a:pt x="729636" y="880476"/>
                  <a:pt x="729636" y="880476"/>
                  <a:pt x="737637" y="877911"/>
                </a:cubicBezTo>
                <a:close/>
                <a:moveTo>
                  <a:pt x="319697" y="877516"/>
                </a:moveTo>
                <a:lnTo>
                  <a:pt x="331092" y="878327"/>
                </a:lnTo>
                <a:lnTo>
                  <a:pt x="306046" y="886078"/>
                </a:lnTo>
                <a:cubicBezTo>
                  <a:pt x="302524" y="887834"/>
                  <a:pt x="304285" y="893104"/>
                  <a:pt x="299001" y="891347"/>
                </a:cubicBezTo>
                <a:lnTo>
                  <a:pt x="275001" y="893057"/>
                </a:lnTo>
                <a:lnTo>
                  <a:pt x="279186" y="889701"/>
                </a:lnTo>
                <a:cubicBezTo>
                  <a:pt x="286011" y="887615"/>
                  <a:pt x="293717" y="887395"/>
                  <a:pt x="300762" y="887834"/>
                </a:cubicBezTo>
                <a:cubicBezTo>
                  <a:pt x="306046" y="883004"/>
                  <a:pt x="312651" y="879272"/>
                  <a:pt x="319697" y="877516"/>
                </a:cubicBezTo>
                <a:close/>
                <a:moveTo>
                  <a:pt x="619707" y="876080"/>
                </a:moveTo>
                <a:cubicBezTo>
                  <a:pt x="620601" y="876080"/>
                  <a:pt x="620601" y="876965"/>
                  <a:pt x="621495" y="877851"/>
                </a:cubicBezTo>
                <a:cubicBezTo>
                  <a:pt x="619707" y="884933"/>
                  <a:pt x="608977" y="885819"/>
                  <a:pt x="607189" y="892901"/>
                </a:cubicBezTo>
                <a:cubicBezTo>
                  <a:pt x="605401" y="900869"/>
                  <a:pt x="598248" y="907952"/>
                  <a:pt x="590201" y="908837"/>
                </a:cubicBezTo>
                <a:cubicBezTo>
                  <a:pt x="588413" y="909723"/>
                  <a:pt x="586625" y="907952"/>
                  <a:pt x="584837" y="908837"/>
                </a:cubicBezTo>
                <a:cubicBezTo>
                  <a:pt x="583048" y="910608"/>
                  <a:pt x="583943" y="913264"/>
                  <a:pt x="582154" y="915035"/>
                </a:cubicBezTo>
                <a:cubicBezTo>
                  <a:pt x="578578" y="917690"/>
                  <a:pt x="575896" y="922117"/>
                  <a:pt x="570531" y="921232"/>
                </a:cubicBezTo>
                <a:cubicBezTo>
                  <a:pt x="567849" y="920346"/>
                  <a:pt x="566060" y="919461"/>
                  <a:pt x="565166" y="915920"/>
                </a:cubicBezTo>
                <a:cubicBezTo>
                  <a:pt x="564272" y="913264"/>
                  <a:pt x="566060" y="912379"/>
                  <a:pt x="567849" y="911493"/>
                </a:cubicBezTo>
                <a:cubicBezTo>
                  <a:pt x="570531" y="910608"/>
                  <a:pt x="572319" y="913264"/>
                  <a:pt x="575001" y="911493"/>
                </a:cubicBezTo>
                <a:cubicBezTo>
                  <a:pt x="575896" y="908837"/>
                  <a:pt x="577684" y="906181"/>
                  <a:pt x="575896" y="903525"/>
                </a:cubicBezTo>
                <a:cubicBezTo>
                  <a:pt x="572319" y="899984"/>
                  <a:pt x="568743" y="899099"/>
                  <a:pt x="565166" y="899099"/>
                </a:cubicBezTo>
                <a:cubicBezTo>
                  <a:pt x="559802" y="900869"/>
                  <a:pt x="555331" y="903525"/>
                  <a:pt x="552649" y="907952"/>
                </a:cubicBezTo>
                <a:cubicBezTo>
                  <a:pt x="550861" y="908837"/>
                  <a:pt x="549072" y="908837"/>
                  <a:pt x="548178" y="907952"/>
                </a:cubicBezTo>
                <a:cubicBezTo>
                  <a:pt x="546390" y="906181"/>
                  <a:pt x="544602" y="904411"/>
                  <a:pt x="546390" y="901755"/>
                </a:cubicBezTo>
                <a:cubicBezTo>
                  <a:pt x="548178" y="897328"/>
                  <a:pt x="562484" y="894672"/>
                  <a:pt x="554437" y="887589"/>
                </a:cubicBezTo>
                <a:cubicBezTo>
                  <a:pt x="551755" y="886704"/>
                  <a:pt x="551755" y="892016"/>
                  <a:pt x="549072" y="891131"/>
                </a:cubicBezTo>
                <a:cubicBezTo>
                  <a:pt x="546390" y="890245"/>
                  <a:pt x="543708" y="890245"/>
                  <a:pt x="543708" y="887589"/>
                </a:cubicBezTo>
                <a:cubicBezTo>
                  <a:pt x="543708" y="881392"/>
                  <a:pt x="549072" y="881392"/>
                  <a:pt x="552649" y="879621"/>
                </a:cubicBezTo>
                <a:cubicBezTo>
                  <a:pt x="557119" y="879621"/>
                  <a:pt x="560696" y="882277"/>
                  <a:pt x="563378" y="885819"/>
                </a:cubicBezTo>
                <a:cubicBezTo>
                  <a:pt x="563378" y="888475"/>
                  <a:pt x="565166" y="892016"/>
                  <a:pt x="567849" y="890245"/>
                </a:cubicBezTo>
                <a:cubicBezTo>
                  <a:pt x="578578" y="888475"/>
                  <a:pt x="580366" y="903525"/>
                  <a:pt x="591095" y="899984"/>
                </a:cubicBezTo>
                <a:cubicBezTo>
                  <a:pt x="593778" y="899099"/>
                  <a:pt x="596460" y="898213"/>
                  <a:pt x="598248" y="895557"/>
                </a:cubicBezTo>
                <a:cubicBezTo>
                  <a:pt x="598248" y="892901"/>
                  <a:pt x="600930" y="890245"/>
                  <a:pt x="598248" y="887589"/>
                </a:cubicBezTo>
                <a:cubicBezTo>
                  <a:pt x="594672" y="884933"/>
                  <a:pt x="593778" y="892901"/>
                  <a:pt x="589307" y="889360"/>
                </a:cubicBezTo>
                <a:cubicBezTo>
                  <a:pt x="587519" y="888475"/>
                  <a:pt x="585731" y="885819"/>
                  <a:pt x="586625" y="883163"/>
                </a:cubicBezTo>
                <a:cubicBezTo>
                  <a:pt x="588413" y="878736"/>
                  <a:pt x="592884" y="878736"/>
                  <a:pt x="596460" y="877851"/>
                </a:cubicBezTo>
                <a:cubicBezTo>
                  <a:pt x="604507" y="879621"/>
                  <a:pt x="613448" y="881392"/>
                  <a:pt x="619707" y="876080"/>
                </a:cubicBezTo>
                <a:close/>
                <a:moveTo>
                  <a:pt x="247022" y="873897"/>
                </a:moveTo>
                <a:cubicBezTo>
                  <a:pt x="251432" y="872905"/>
                  <a:pt x="256723" y="872905"/>
                  <a:pt x="261133" y="875882"/>
                </a:cubicBezTo>
                <a:cubicBezTo>
                  <a:pt x="259369" y="880842"/>
                  <a:pt x="255841" y="875882"/>
                  <a:pt x="252313" y="876874"/>
                </a:cubicBezTo>
                <a:cubicBezTo>
                  <a:pt x="250550" y="877866"/>
                  <a:pt x="249668" y="878858"/>
                  <a:pt x="247904" y="877866"/>
                </a:cubicBezTo>
                <a:cubicBezTo>
                  <a:pt x="247022" y="876874"/>
                  <a:pt x="245258" y="874889"/>
                  <a:pt x="247022" y="873897"/>
                </a:cubicBezTo>
                <a:close/>
                <a:moveTo>
                  <a:pt x="383371" y="869049"/>
                </a:moveTo>
                <a:cubicBezTo>
                  <a:pt x="386957" y="868142"/>
                  <a:pt x="389646" y="872678"/>
                  <a:pt x="393232" y="872678"/>
                </a:cubicBezTo>
                <a:cubicBezTo>
                  <a:pt x="395922" y="875399"/>
                  <a:pt x="399507" y="880842"/>
                  <a:pt x="403990" y="879028"/>
                </a:cubicBezTo>
                <a:cubicBezTo>
                  <a:pt x="407576" y="876306"/>
                  <a:pt x="412058" y="873585"/>
                  <a:pt x="417437" y="876306"/>
                </a:cubicBezTo>
                <a:cubicBezTo>
                  <a:pt x="419230" y="878121"/>
                  <a:pt x="421919" y="880842"/>
                  <a:pt x="421023" y="884471"/>
                </a:cubicBezTo>
                <a:cubicBezTo>
                  <a:pt x="420126" y="886285"/>
                  <a:pt x="418333" y="888099"/>
                  <a:pt x="415644" y="888099"/>
                </a:cubicBezTo>
                <a:cubicBezTo>
                  <a:pt x="412058" y="889006"/>
                  <a:pt x="411162" y="880842"/>
                  <a:pt x="407576" y="885378"/>
                </a:cubicBezTo>
                <a:cubicBezTo>
                  <a:pt x="403990" y="889006"/>
                  <a:pt x="406679" y="892635"/>
                  <a:pt x="408472" y="895356"/>
                </a:cubicBezTo>
                <a:cubicBezTo>
                  <a:pt x="412058" y="898078"/>
                  <a:pt x="416540" y="899892"/>
                  <a:pt x="421023" y="897171"/>
                </a:cubicBezTo>
                <a:cubicBezTo>
                  <a:pt x="424609" y="892635"/>
                  <a:pt x="430884" y="889914"/>
                  <a:pt x="435366" y="887192"/>
                </a:cubicBezTo>
                <a:cubicBezTo>
                  <a:pt x="435366" y="887192"/>
                  <a:pt x="435366" y="887192"/>
                  <a:pt x="443434" y="888099"/>
                </a:cubicBezTo>
                <a:cubicBezTo>
                  <a:pt x="445227" y="885378"/>
                  <a:pt x="447917" y="881749"/>
                  <a:pt x="451503" y="881749"/>
                </a:cubicBezTo>
                <a:cubicBezTo>
                  <a:pt x="454192" y="881749"/>
                  <a:pt x="457778" y="881749"/>
                  <a:pt x="458674" y="884471"/>
                </a:cubicBezTo>
                <a:cubicBezTo>
                  <a:pt x="459571" y="887192"/>
                  <a:pt x="459571" y="890821"/>
                  <a:pt x="455985" y="891728"/>
                </a:cubicBezTo>
                <a:cubicBezTo>
                  <a:pt x="454192" y="892635"/>
                  <a:pt x="451503" y="889006"/>
                  <a:pt x="451503" y="892635"/>
                </a:cubicBezTo>
                <a:cubicBezTo>
                  <a:pt x="454192" y="896264"/>
                  <a:pt x="457778" y="899892"/>
                  <a:pt x="457778" y="904428"/>
                </a:cubicBezTo>
                <a:cubicBezTo>
                  <a:pt x="455089" y="904428"/>
                  <a:pt x="450606" y="908056"/>
                  <a:pt x="449710" y="903521"/>
                </a:cubicBezTo>
                <a:cubicBezTo>
                  <a:pt x="449710" y="898985"/>
                  <a:pt x="445227" y="898078"/>
                  <a:pt x="442538" y="896264"/>
                </a:cubicBezTo>
                <a:cubicBezTo>
                  <a:pt x="438056" y="896264"/>
                  <a:pt x="432677" y="897171"/>
                  <a:pt x="429987" y="899892"/>
                </a:cubicBezTo>
                <a:cubicBezTo>
                  <a:pt x="426402" y="903521"/>
                  <a:pt x="422816" y="908964"/>
                  <a:pt x="427298" y="912592"/>
                </a:cubicBezTo>
                <a:cubicBezTo>
                  <a:pt x="430884" y="916221"/>
                  <a:pt x="437159" y="905335"/>
                  <a:pt x="438952" y="914406"/>
                </a:cubicBezTo>
                <a:cubicBezTo>
                  <a:pt x="439849" y="917128"/>
                  <a:pt x="438952" y="919849"/>
                  <a:pt x="437159" y="920756"/>
                </a:cubicBezTo>
                <a:cubicBezTo>
                  <a:pt x="432677" y="925292"/>
                  <a:pt x="426402" y="920756"/>
                  <a:pt x="422816" y="918035"/>
                </a:cubicBezTo>
                <a:cubicBezTo>
                  <a:pt x="420126" y="915314"/>
                  <a:pt x="419230" y="910778"/>
                  <a:pt x="418333" y="907149"/>
                </a:cubicBezTo>
                <a:cubicBezTo>
                  <a:pt x="412954" y="904428"/>
                  <a:pt x="403990" y="907149"/>
                  <a:pt x="400404" y="898985"/>
                </a:cubicBezTo>
                <a:cubicBezTo>
                  <a:pt x="393232" y="894449"/>
                  <a:pt x="398611" y="885378"/>
                  <a:pt x="391439" y="880842"/>
                </a:cubicBezTo>
                <a:cubicBezTo>
                  <a:pt x="386957" y="877214"/>
                  <a:pt x="383371" y="873585"/>
                  <a:pt x="383371" y="869049"/>
                </a:cubicBezTo>
                <a:close/>
                <a:moveTo>
                  <a:pt x="677779" y="866955"/>
                </a:moveTo>
                <a:cubicBezTo>
                  <a:pt x="688414" y="868743"/>
                  <a:pt x="699049" y="875000"/>
                  <a:pt x="707026" y="883044"/>
                </a:cubicBezTo>
                <a:cubicBezTo>
                  <a:pt x="721206" y="882150"/>
                  <a:pt x="732728" y="889300"/>
                  <a:pt x="741590" y="898238"/>
                </a:cubicBezTo>
                <a:cubicBezTo>
                  <a:pt x="744249" y="902707"/>
                  <a:pt x="746908" y="907176"/>
                  <a:pt x="746908" y="912539"/>
                </a:cubicBezTo>
                <a:cubicBezTo>
                  <a:pt x="744249" y="915220"/>
                  <a:pt x="740704" y="912539"/>
                  <a:pt x="738045" y="912539"/>
                </a:cubicBezTo>
                <a:cubicBezTo>
                  <a:pt x="734500" y="903601"/>
                  <a:pt x="725637" y="893769"/>
                  <a:pt x="715002" y="891982"/>
                </a:cubicBezTo>
                <a:cubicBezTo>
                  <a:pt x="707026" y="891982"/>
                  <a:pt x="697277" y="890194"/>
                  <a:pt x="691959" y="882150"/>
                </a:cubicBezTo>
                <a:cubicBezTo>
                  <a:pt x="688414" y="881256"/>
                  <a:pt x="684869" y="879468"/>
                  <a:pt x="681324" y="877681"/>
                </a:cubicBezTo>
                <a:cubicBezTo>
                  <a:pt x="669802" y="875893"/>
                  <a:pt x="655622" y="874106"/>
                  <a:pt x="646759" y="883044"/>
                </a:cubicBezTo>
                <a:cubicBezTo>
                  <a:pt x="646759" y="883044"/>
                  <a:pt x="646759" y="883044"/>
                  <a:pt x="636124" y="892875"/>
                </a:cubicBezTo>
                <a:cubicBezTo>
                  <a:pt x="631693" y="900920"/>
                  <a:pt x="628148" y="908964"/>
                  <a:pt x="627261" y="918796"/>
                </a:cubicBezTo>
                <a:cubicBezTo>
                  <a:pt x="623716" y="924158"/>
                  <a:pt x="616626" y="925946"/>
                  <a:pt x="616626" y="933096"/>
                </a:cubicBezTo>
                <a:cubicBezTo>
                  <a:pt x="609536" y="942034"/>
                  <a:pt x="612195" y="955441"/>
                  <a:pt x="615740" y="964379"/>
                </a:cubicBezTo>
                <a:cubicBezTo>
                  <a:pt x="613967" y="967061"/>
                  <a:pt x="613081" y="968848"/>
                  <a:pt x="610422" y="969742"/>
                </a:cubicBezTo>
                <a:cubicBezTo>
                  <a:pt x="605105" y="966167"/>
                  <a:pt x="605105" y="959017"/>
                  <a:pt x="603332" y="952760"/>
                </a:cubicBezTo>
                <a:cubicBezTo>
                  <a:pt x="602446" y="942034"/>
                  <a:pt x="606877" y="933096"/>
                  <a:pt x="611309" y="924158"/>
                </a:cubicBezTo>
                <a:cubicBezTo>
                  <a:pt x="611309" y="924158"/>
                  <a:pt x="611309" y="924158"/>
                  <a:pt x="621058" y="914327"/>
                </a:cubicBezTo>
                <a:cubicBezTo>
                  <a:pt x="619285" y="907176"/>
                  <a:pt x="621944" y="899132"/>
                  <a:pt x="625489" y="893769"/>
                </a:cubicBezTo>
                <a:cubicBezTo>
                  <a:pt x="627261" y="887513"/>
                  <a:pt x="632579" y="883044"/>
                  <a:pt x="635238" y="878575"/>
                </a:cubicBezTo>
                <a:cubicBezTo>
                  <a:pt x="646759" y="866955"/>
                  <a:pt x="663598" y="863380"/>
                  <a:pt x="677779" y="866955"/>
                </a:cubicBezTo>
                <a:close/>
                <a:moveTo>
                  <a:pt x="795855" y="864967"/>
                </a:moveTo>
                <a:cubicBezTo>
                  <a:pt x="799295" y="868596"/>
                  <a:pt x="799295" y="874946"/>
                  <a:pt x="799295" y="880389"/>
                </a:cubicBezTo>
                <a:cubicBezTo>
                  <a:pt x="795855" y="885831"/>
                  <a:pt x="791556" y="890367"/>
                  <a:pt x="785537" y="890367"/>
                </a:cubicBezTo>
                <a:cubicBezTo>
                  <a:pt x="782957" y="890367"/>
                  <a:pt x="781237" y="888553"/>
                  <a:pt x="779518" y="885831"/>
                </a:cubicBezTo>
                <a:cubicBezTo>
                  <a:pt x="778658" y="884017"/>
                  <a:pt x="778658" y="881296"/>
                  <a:pt x="779518" y="879481"/>
                </a:cubicBezTo>
                <a:cubicBezTo>
                  <a:pt x="780378" y="877667"/>
                  <a:pt x="782957" y="876760"/>
                  <a:pt x="783817" y="878574"/>
                </a:cubicBezTo>
                <a:cubicBezTo>
                  <a:pt x="785537" y="879481"/>
                  <a:pt x="785537" y="881296"/>
                  <a:pt x="788116" y="881296"/>
                </a:cubicBezTo>
                <a:cubicBezTo>
                  <a:pt x="797575" y="881296"/>
                  <a:pt x="790696" y="868596"/>
                  <a:pt x="795855" y="864967"/>
                </a:cubicBezTo>
                <a:close/>
                <a:moveTo>
                  <a:pt x="751187" y="864302"/>
                </a:moveTo>
                <a:cubicBezTo>
                  <a:pt x="755764" y="865443"/>
                  <a:pt x="760005" y="867725"/>
                  <a:pt x="763577" y="870920"/>
                </a:cubicBezTo>
                <a:cubicBezTo>
                  <a:pt x="766256" y="876397"/>
                  <a:pt x="770721" y="881874"/>
                  <a:pt x="768042" y="888263"/>
                </a:cubicBezTo>
                <a:cubicBezTo>
                  <a:pt x="767149" y="892827"/>
                  <a:pt x="762684" y="894653"/>
                  <a:pt x="760005" y="897391"/>
                </a:cubicBezTo>
                <a:cubicBezTo>
                  <a:pt x="758219" y="898304"/>
                  <a:pt x="754647" y="898304"/>
                  <a:pt x="753754" y="897391"/>
                </a:cubicBezTo>
                <a:cubicBezTo>
                  <a:pt x="751076" y="895566"/>
                  <a:pt x="749290" y="892827"/>
                  <a:pt x="749290" y="890089"/>
                </a:cubicBezTo>
                <a:cubicBezTo>
                  <a:pt x="747504" y="883699"/>
                  <a:pt x="757326" y="883699"/>
                  <a:pt x="754647" y="877310"/>
                </a:cubicBezTo>
                <a:cubicBezTo>
                  <a:pt x="750183" y="875484"/>
                  <a:pt x="746611" y="873659"/>
                  <a:pt x="742146" y="873659"/>
                </a:cubicBezTo>
                <a:cubicBezTo>
                  <a:pt x="735895" y="874571"/>
                  <a:pt x="728751" y="875484"/>
                  <a:pt x="723394" y="880961"/>
                </a:cubicBezTo>
                <a:cubicBezTo>
                  <a:pt x="719822" y="881874"/>
                  <a:pt x="715357" y="881874"/>
                  <a:pt x="713571" y="879135"/>
                </a:cubicBezTo>
                <a:cubicBezTo>
                  <a:pt x="718036" y="869095"/>
                  <a:pt x="728751" y="868182"/>
                  <a:pt x="736788" y="864531"/>
                </a:cubicBezTo>
                <a:cubicBezTo>
                  <a:pt x="741699" y="863161"/>
                  <a:pt x="746611" y="863161"/>
                  <a:pt x="751187" y="864302"/>
                </a:cubicBezTo>
                <a:close/>
                <a:moveTo>
                  <a:pt x="318890" y="861986"/>
                </a:moveTo>
                <a:cubicBezTo>
                  <a:pt x="325987" y="861096"/>
                  <a:pt x="333084" y="860205"/>
                  <a:pt x="340181" y="861986"/>
                </a:cubicBezTo>
                <a:cubicBezTo>
                  <a:pt x="345504" y="864658"/>
                  <a:pt x="350826" y="866439"/>
                  <a:pt x="355262" y="870001"/>
                </a:cubicBezTo>
                <a:cubicBezTo>
                  <a:pt x="366795" y="876235"/>
                  <a:pt x="377440" y="887812"/>
                  <a:pt x="379214" y="900280"/>
                </a:cubicBezTo>
                <a:cubicBezTo>
                  <a:pt x="379214" y="900280"/>
                  <a:pt x="379214" y="900280"/>
                  <a:pt x="381876" y="913638"/>
                </a:cubicBezTo>
                <a:cubicBezTo>
                  <a:pt x="389860" y="919872"/>
                  <a:pt x="391634" y="929668"/>
                  <a:pt x="395183" y="938573"/>
                </a:cubicBezTo>
                <a:cubicBezTo>
                  <a:pt x="396070" y="948369"/>
                  <a:pt x="395183" y="958165"/>
                  <a:pt x="388973" y="965289"/>
                </a:cubicBezTo>
                <a:cubicBezTo>
                  <a:pt x="388086" y="967070"/>
                  <a:pt x="387199" y="969742"/>
                  <a:pt x="385424" y="969742"/>
                </a:cubicBezTo>
                <a:cubicBezTo>
                  <a:pt x="380989" y="968852"/>
                  <a:pt x="379214" y="966180"/>
                  <a:pt x="378327" y="963508"/>
                </a:cubicBezTo>
                <a:cubicBezTo>
                  <a:pt x="376553" y="958165"/>
                  <a:pt x="383650" y="957275"/>
                  <a:pt x="383650" y="951931"/>
                </a:cubicBezTo>
                <a:cubicBezTo>
                  <a:pt x="388086" y="940354"/>
                  <a:pt x="382763" y="927887"/>
                  <a:pt x="374779" y="919872"/>
                </a:cubicBezTo>
                <a:cubicBezTo>
                  <a:pt x="365908" y="918091"/>
                  <a:pt x="371230" y="908295"/>
                  <a:pt x="367682" y="902061"/>
                </a:cubicBezTo>
                <a:cubicBezTo>
                  <a:pt x="363246" y="890484"/>
                  <a:pt x="353488" y="878907"/>
                  <a:pt x="341068" y="874454"/>
                </a:cubicBezTo>
                <a:cubicBezTo>
                  <a:pt x="326874" y="870892"/>
                  <a:pt x="311793" y="872673"/>
                  <a:pt x="301147" y="883359"/>
                </a:cubicBezTo>
                <a:cubicBezTo>
                  <a:pt x="300260" y="885140"/>
                  <a:pt x="296711" y="885140"/>
                  <a:pt x="294937" y="885140"/>
                </a:cubicBezTo>
                <a:cubicBezTo>
                  <a:pt x="284292" y="881578"/>
                  <a:pt x="272759" y="886921"/>
                  <a:pt x="264775" y="893155"/>
                </a:cubicBezTo>
                <a:cubicBezTo>
                  <a:pt x="261226" y="897608"/>
                  <a:pt x="257678" y="903842"/>
                  <a:pt x="256791" y="909185"/>
                </a:cubicBezTo>
                <a:cubicBezTo>
                  <a:pt x="254129" y="910966"/>
                  <a:pt x="250581" y="910966"/>
                  <a:pt x="247032" y="909185"/>
                </a:cubicBezTo>
                <a:cubicBezTo>
                  <a:pt x="245258" y="904732"/>
                  <a:pt x="249694" y="899389"/>
                  <a:pt x="250581" y="894936"/>
                </a:cubicBezTo>
                <a:cubicBezTo>
                  <a:pt x="259452" y="881578"/>
                  <a:pt x="273646" y="872673"/>
                  <a:pt x="289614" y="872673"/>
                </a:cubicBezTo>
                <a:cubicBezTo>
                  <a:pt x="294050" y="876235"/>
                  <a:pt x="295824" y="870001"/>
                  <a:pt x="299373" y="869111"/>
                </a:cubicBezTo>
                <a:cubicBezTo>
                  <a:pt x="305583" y="864658"/>
                  <a:pt x="312680" y="863767"/>
                  <a:pt x="318890" y="861986"/>
                </a:cubicBezTo>
                <a:close/>
                <a:moveTo>
                  <a:pt x="200069" y="860674"/>
                </a:moveTo>
                <a:cubicBezTo>
                  <a:pt x="201325" y="861215"/>
                  <a:pt x="202468" y="862514"/>
                  <a:pt x="202925" y="863813"/>
                </a:cubicBezTo>
                <a:cubicBezTo>
                  <a:pt x="202011" y="869008"/>
                  <a:pt x="204753" y="873338"/>
                  <a:pt x="207495" y="876801"/>
                </a:cubicBezTo>
                <a:cubicBezTo>
                  <a:pt x="209323" y="877667"/>
                  <a:pt x="212065" y="879399"/>
                  <a:pt x="212979" y="876801"/>
                </a:cubicBezTo>
                <a:cubicBezTo>
                  <a:pt x="213893" y="875935"/>
                  <a:pt x="214807" y="874203"/>
                  <a:pt x="216635" y="874203"/>
                </a:cubicBezTo>
                <a:cubicBezTo>
                  <a:pt x="219377" y="874203"/>
                  <a:pt x="220291" y="876801"/>
                  <a:pt x="221205" y="878533"/>
                </a:cubicBezTo>
                <a:cubicBezTo>
                  <a:pt x="223033" y="881131"/>
                  <a:pt x="220291" y="884594"/>
                  <a:pt x="218463" y="885460"/>
                </a:cubicBezTo>
                <a:cubicBezTo>
                  <a:pt x="212065" y="887192"/>
                  <a:pt x="206581" y="883728"/>
                  <a:pt x="202011" y="881131"/>
                </a:cubicBezTo>
                <a:cubicBezTo>
                  <a:pt x="197441" y="875935"/>
                  <a:pt x="192871" y="869008"/>
                  <a:pt x="196527" y="862081"/>
                </a:cubicBezTo>
                <a:cubicBezTo>
                  <a:pt x="197441" y="860349"/>
                  <a:pt x="198812" y="860132"/>
                  <a:pt x="200069" y="860674"/>
                </a:cubicBezTo>
                <a:close/>
                <a:moveTo>
                  <a:pt x="250077" y="857921"/>
                </a:moveTo>
                <a:cubicBezTo>
                  <a:pt x="260771" y="857030"/>
                  <a:pt x="270575" y="860592"/>
                  <a:pt x="278596" y="868607"/>
                </a:cubicBezTo>
                <a:cubicBezTo>
                  <a:pt x="277705" y="870388"/>
                  <a:pt x="275031" y="870388"/>
                  <a:pt x="273249" y="871279"/>
                </a:cubicBezTo>
                <a:cubicBezTo>
                  <a:pt x="273249" y="871279"/>
                  <a:pt x="273249" y="871279"/>
                  <a:pt x="267010" y="873950"/>
                </a:cubicBezTo>
                <a:cubicBezTo>
                  <a:pt x="259880" y="870388"/>
                  <a:pt x="250077" y="867717"/>
                  <a:pt x="242056" y="872169"/>
                </a:cubicBezTo>
                <a:cubicBezTo>
                  <a:pt x="241164" y="873950"/>
                  <a:pt x="238491" y="874841"/>
                  <a:pt x="240273" y="877512"/>
                </a:cubicBezTo>
                <a:cubicBezTo>
                  <a:pt x="242947" y="878403"/>
                  <a:pt x="247403" y="879294"/>
                  <a:pt x="248294" y="883746"/>
                </a:cubicBezTo>
                <a:cubicBezTo>
                  <a:pt x="249185" y="888199"/>
                  <a:pt x="246512" y="891761"/>
                  <a:pt x="242056" y="893542"/>
                </a:cubicBezTo>
                <a:cubicBezTo>
                  <a:pt x="238491" y="892652"/>
                  <a:pt x="233143" y="891761"/>
                  <a:pt x="231361" y="888199"/>
                </a:cubicBezTo>
                <a:cubicBezTo>
                  <a:pt x="228687" y="883746"/>
                  <a:pt x="227796" y="878403"/>
                  <a:pt x="229578" y="873060"/>
                </a:cubicBezTo>
                <a:cubicBezTo>
                  <a:pt x="232252" y="865045"/>
                  <a:pt x="241164" y="859702"/>
                  <a:pt x="250077" y="857921"/>
                </a:cubicBezTo>
                <a:close/>
                <a:moveTo>
                  <a:pt x="788650" y="854013"/>
                </a:moveTo>
                <a:cubicBezTo>
                  <a:pt x="792852" y="852267"/>
                  <a:pt x="792852" y="859252"/>
                  <a:pt x="794533" y="860998"/>
                </a:cubicBezTo>
                <a:cubicBezTo>
                  <a:pt x="792852" y="864491"/>
                  <a:pt x="790331" y="868856"/>
                  <a:pt x="786969" y="869729"/>
                </a:cubicBezTo>
                <a:cubicBezTo>
                  <a:pt x="785288" y="865364"/>
                  <a:pt x="780246" y="864491"/>
                  <a:pt x="781086" y="859252"/>
                </a:cubicBezTo>
                <a:cubicBezTo>
                  <a:pt x="782767" y="856633"/>
                  <a:pt x="785288" y="855760"/>
                  <a:pt x="788650" y="854013"/>
                </a:cubicBezTo>
                <a:close/>
                <a:moveTo>
                  <a:pt x="207402" y="850680"/>
                </a:moveTo>
                <a:cubicBezTo>
                  <a:pt x="209966" y="851527"/>
                  <a:pt x="212531" y="853220"/>
                  <a:pt x="215095" y="854913"/>
                </a:cubicBezTo>
                <a:cubicBezTo>
                  <a:pt x="215095" y="857453"/>
                  <a:pt x="214240" y="859993"/>
                  <a:pt x="213385" y="862533"/>
                </a:cubicBezTo>
                <a:cubicBezTo>
                  <a:pt x="211676" y="863380"/>
                  <a:pt x="210821" y="862533"/>
                  <a:pt x="209966" y="862533"/>
                </a:cubicBezTo>
                <a:cubicBezTo>
                  <a:pt x="207402" y="860840"/>
                  <a:pt x="205692" y="859147"/>
                  <a:pt x="203983" y="855760"/>
                </a:cubicBezTo>
                <a:cubicBezTo>
                  <a:pt x="203983" y="853220"/>
                  <a:pt x="205692" y="851527"/>
                  <a:pt x="207402" y="850680"/>
                </a:cubicBezTo>
                <a:close/>
                <a:moveTo>
                  <a:pt x="769473" y="828658"/>
                </a:moveTo>
                <a:cubicBezTo>
                  <a:pt x="774689" y="826867"/>
                  <a:pt x="779905" y="831345"/>
                  <a:pt x="785121" y="831345"/>
                </a:cubicBezTo>
                <a:cubicBezTo>
                  <a:pt x="785121" y="831345"/>
                  <a:pt x="785121" y="831345"/>
                  <a:pt x="790337" y="830449"/>
                </a:cubicBezTo>
                <a:cubicBezTo>
                  <a:pt x="792945" y="832240"/>
                  <a:pt x="790337" y="834927"/>
                  <a:pt x="790337" y="836718"/>
                </a:cubicBezTo>
                <a:cubicBezTo>
                  <a:pt x="788598" y="842091"/>
                  <a:pt x="784252" y="835822"/>
                  <a:pt x="779905" y="838509"/>
                </a:cubicBezTo>
                <a:cubicBezTo>
                  <a:pt x="778166" y="839404"/>
                  <a:pt x="777297" y="841195"/>
                  <a:pt x="776428" y="843882"/>
                </a:cubicBezTo>
                <a:cubicBezTo>
                  <a:pt x="776428" y="843882"/>
                  <a:pt x="776428" y="843882"/>
                  <a:pt x="777297" y="844777"/>
                </a:cubicBezTo>
                <a:cubicBezTo>
                  <a:pt x="779036" y="844777"/>
                  <a:pt x="779905" y="842091"/>
                  <a:pt x="782513" y="842091"/>
                </a:cubicBezTo>
                <a:cubicBezTo>
                  <a:pt x="785121" y="842091"/>
                  <a:pt x="788598" y="843882"/>
                  <a:pt x="788598" y="847464"/>
                </a:cubicBezTo>
                <a:cubicBezTo>
                  <a:pt x="787729" y="853733"/>
                  <a:pt x="780774" y="852837"/>
                  <a:pt x="776428" y="855524"/>
                </a:cubicBezTo>
                <a:cubicBezTo>
                  <a:pt x="772950" y="860001"/>
                  <a:pt x="766865" y="861792"/>
                  <a:pt x="761649" y="860001"/>
                </a:cubicBezTo>
                <a:cubicBezTo>
                  <a:pt x="759910" y="859106"/>
                  <a:pt x="756433" y="858210"/>
                  <a:pt x="757302" y="854628"/>
                </a:cubicBezTo>
                <a:cubicBezTo>
                  <a:pt x="766865" y="849255"/>
                  <a:pt x="760780" y="835822"/>
                  <a:pt x="769473" y="828658"/>
                </a:cubicBezTo>
                <a:close/>
                <a:moveTo>
                  <a:pt x="802425" y="828455"/>
                </a:moveTo>
                <a:cubicBezTo>
                  <a:pt x="802425" y="828455"/>
                  <a:pt x="802425" y="828455"/>
                  <a:pt x="805872" y="839238"/>
                </a:cubicBezTo>
                <a:cubicBezTo>
                  <a:pt x="803287" y="841035"/>
                  <a:pt x="799840" y="844630"/>
                  <a:pt x="800702" y="849123"/>
                </a:cubicBezTo>
                <a:cubicBezTo>
                  <a:pt x="800702" y="853616"/>
                  <a:pt x="804149" y="856311"/>
                  <a:pt x="806734" y="857210"/>
                </a:cubicBezTo>
                <a:cubicBezTo>
                  <a:pt x="808458" y="856311"/>
                  <a:pt x="810181" y="855413"/>
                  <a:pt x="811043" y="852717"/>
                </a:cubicBezTo>
                <a:cubicBezTo>
                  <a:pt x="809320" y="851818"/>
                  <a:pt x="807596" y="855413"/>
                  <a:pt x="805011" y="852717"/>
                </a:cubicBezTo>
                <a:cubicBezTo>
                  <a:pt x="804149" y="850021"/>
                  <a:pt x="804149" y="846427"/>
                  <a:pt x="805872" y="844630"/>
                </a:cubicBezTo>
                <a:cubicBezTo>
                  <a:pt x="809320" y="838340"/>
                  <a:pt x="815352" y="844630"/>
                  <a:pt x="819661" y="845528"/>
                </a:cubicBezTo>
                <a:cubicBezTo>
                  <a:pt x="823108" y="848224"/>
                  <a:pt x="821384" y="852717"/>
                  <a:pt x="820523" y="855413"/>
                </a:cubicBezTo>
                <a:cubicBezTo>
                  <a:pt x="817075" y="859007"/>
                  <a:pt x="814490" y="863500"/>
                  <a:pt x="813628" y="867993"/>
                </a:cubicBezTo>
                <a:cubicBezTo>
                  <a:pt x="811043" y="871587"/>
                  <a:pt x="808458" y="876080"/>
                  <a:pt x="804149" y="876080"/>
                </a:cubicBezTo>
                <a:cubicBezTo>
                  <a:pt x="803287" y="867993"/>
                  <a:pt x="799840" y="859906"/>
                  <a:pt x="795531" y="852717"/>
                </a:cubicBezTo>
                <a:cubicBezTo>
                  <a:pt x="792946" y="848224"/>
                  <a:pt x="793808" y="842832"/>
                  <a:pt x="793808" y="837441"/>
                </a:cubicBezTo>
                <a:cubicBezTo>
                  <a:pt x="795531" y="833847"/>
                  <a:pt x="797255" y="828455"/>
                  <a:pt x="802425" y="828455"/>
                </a:cubicBezTo>
                <a:close/>
                <a:moveTo>
                  <a:pt x="201537" y="822105"/>
                </a:moveTo>
                <a:cubicBezTo>
                  <a:pt x="206943" y="824761"/>
                  <a:pt x="207844" y="831844"/>
                  <a:pt x="208745" y="837156"/>
                </a:cubicBezTo>
                <a:cubicBezTo>
                  <a:pt x="208745" y="837156"/>
                  <a:pt x="208745" y="837156"/>
                  <a:pt x="205141" y="848665"/>
                </a:cubicBezTo>
                <a:cubicBezTo>
                  <a:pt x="201537" y="853092"/>
                  <a:pt x="197032" y="857518"/>
                  <a:pt x="192527" y="861945"/>
                </a:cubicBezTo>
                <a:cubicBezTo>
                  <a:pt x="191626" y="863715"/>
                  <a:pt x="191626" y="868142"/>
                  <a:pt x="188022" y="868142"/>
                </a:cubicBezTo>
                <a:cubicBezTo>
                  <a:pt x="184418" y="863715"/>
                  <a:pt x="181715" y="858404"/>
                  <a:pt x="183517" y="853092"/>
                </a:cubicBezTo>
                <a:cubicBezTo>
                  <a:pt x="183517" y="853092"/>
                  <a:pt x="183517" y="853092"/>
                  <a:pt x="179012" y="849550"/>
                </a:cubicBezTo>
                <a:cubicBezTo>
                  <a:pt x="178111" y="846009"/>
                  <a:pt x="175408" y="843353"/>
                  <a:pt x="177210" y="839812"/>
                </a:cubicBezTo>
                <a:cubicBezTo>
                  <a:pt x="179913" y="838926"/>
                  <a:pt x="183517" y="839812"/>
                  <a:pt x="185319" y="838926"/>
                </a:cubicBezTo>
                <a:cubicBezTo>
                  <a:pt x="188022" y="838926"/>
                  <a:pt x="190725" y="836270"/>
                  <a:pt x="193428" y="838041"/>
                </a:cubicBezTo>
                <a:cubicBezTo>
                  <a:pt x="194329" y="839812"/>
                  <a:pt x="194329" y="842468"/>
                  <a:pt x="193428" y="843353"/>
                </a:cubicBezTo>
                <a:cubicBezTo>
                  <a:pt x="191626" y="847780"/>
                  <a:pt x="182616" y="840697"/>
                  <a:pt x="187121" y="847780"/>
                </a:cubicBezTo>
                <a:cubicBezTo>
                  <a:pt x="188923" y="849550"/>
                  <a:pt x="191626" y="847780"/>
                  <a:pt x="193428" y="847780"/>
                </a:cubicBezTo>
                <a:cubicBezTo>
                  <a:pt x="197032" y="846009"/>
                  <a:pt x="198834" y="843353"/>
                  <a:pt x="198834" y="839812"/>
                </a:cubicBezTo>
                <a:cubicBezTo>
                  <a:pt x="198834" y="839812"/>
                  <a:pt x="198834" y="839812"/>
                  <a:pt x="197032" y="832729"/>
                </a:cubicBezTo>
                <a:cubicBezTo>
                  <a:pt x="198834" y="829188"/>
                  <a:pt x="199735" y="825646"/>
                  <a:pt x="201537" y="822105"/>
                </a:cubicBezTo>
                <a:close/>
                <a:moveTo>
                  <a:pt x="757794" y="820884"/>
                </a:moveTo>
                <a:cubicBezTo>
                  <a:pt x="761422" y="818930"/>
                  <a:pt x="765051" y="823815"/>
                  <a:pt x="765958" y="826746"/>
                </a:cubicBezTo>
                <a:cubicBezTo>
                  <a:pt x="763236" y="831630"/>
                  <a:pt x="758701" y="831630"/>
                  <a:pt x="755072" y="831630"/>
                </a:cubicBezTo>
                <a:cubicBezTo>
                  <a:pt x="753258" y="827722"/>
                  <a:pt x="755072" y="823815"/>
                  <a:pt x="757794" y="820884"/>
                </a:cubicBezTo>
                <a:close/>
                <a:moveTo>
                  <a:pt x="226089" y="819799"/>
                </a:moveTo>
                <a:cubicBezTo>
                  <a:pt x="229740" y="818930"/>
                  <a:pt x="230653" y="822407"/>
                  <a:pt x="233392" y="824146"/>
                </a:cubicBezTo>
                <a:cubicBezTo>
                  <a:pt x="236130" y="830231"/>
                  <a:pt x="235217" y="836317"/>
                  <a:pt x="237956" y="842402"/>
                </a:cubicBezTo>
                <a:cubicBezTo>
                  <a:pt x="239781" y="845010"/>
                  <a:pt x="245258" y="846749"/>
                  <a:pt x="245258" y="851095"/>
                </a:cubicBezTo>
                <a:cubicBezTo>
                  <a:pt x="240694" y="854573"/>
                  <a:pt x="234304" y="855442"/>
                  <a:pt x="228828" y="853703"/>
                </a:cubicBezTo>
                <a:cubicBezTo>
                  <a:pt x="225176" y="851965"/>
                  <a:pt x="222438" y="848487"/>
                  <a:pt x="218787" y="851095"/>
                </a:cubicBezTo>
                <a:cubicBezTo>
                  <a:pt x="214223" y="851095"/>
                  <a:pt x="211484" y="848487"/>
                  <a:pt x="209659" y="845879"/>
                </a:cubicBezTo>
                <a:cubicBezTo>
                  <a:pt x="210572" y="841533"/>
                  <a:pt x="209659" y="835447"/>
                  <a:pt x="213310" y="831101"/>
                </a:cubicBezTo>
                <a:cubicBezTo>
                  <a:pt x="216048" y="831101"/>
                  <a:pt x="218787" y="830231"/>
                  <a:pt x="221525" y="831970"/>
                </a:cubicBezTo>
                <a:cubicBezTo>
                  <a:pt x="221525" y="833709"/>
                  <a:pt x="222438" y="835447"/>
                  <a:pt x="220612" y="835447"/>
                </a:cubicBezTo>
                <a:cubicBezTo>
                  <a:pt x="218787" y="836317"/>
                  <a:pt x="216961" y="837186"/>
                  <a:pt x="216048" y="838925"/>
                </a:cubicBezTo>
                <a:cubicBezTo>
                  <a:pt x="218787" y="840663"/>
                  <a:pt x="220612" y="839794"/>
                  <a:pt x="222438" y="838925"/>
                </a:cubicBezTo>
                <a:cubicBezTo>
                  <a:pt x="227002" y="837186"/>
                  <a:pt x="226089" y="832839"/>
                  <a:pt x="225176" y="830231"/>
                </a:cubicBezTo>
                <a:cubicBezTo>
                  <a:pt x="225176" y="830231"/>
                  <a:pt x="225176" y="830231"/>
                  <a:pt x="220612" y="825885"/>
                </a:cubicBezTo>
                <a:cubicBezTo>
                  <a:pt x="216048" y="823277"/>
                  <a:pt x="208746" y="831970"/>
                  <a:pt x="209659" y="823277"/>
                </a:cubicBezTo>
                <a:cubicBezTo>
                  <a:pt x="211484" y="822407"/>
                  <a:pt x="214223" y="822407"/>
                  <a:pt x="216961" y="822407"/>
                </a:cubicBezTo>
                <a:cubicBezTo>
                  <a:pt x="217874" y="823277"/>
                  <a:pt x="218787" y="825015"/>
                  <a:pt x="219700" y="824146"/>
                </a:cubicBezTo>
                <a:cubicBezTo>
                  <a:pt x="220612" y="822407"/>
                  <a:pt x="223351" y="820669"/>
                  <a:pt x="226089" y="819799"/>
                </a:cubicBezTo>
                <a:close/>
                <a:moveTo>
                  <a:pt x="823285" y="813487"/>
                </a:moveTo>
                <a:cubicBezTo>
                  <a:pt x="826813" y="812580"/>
                  <a:pt x="829458" y="815302"/>
                  <a:pt x="832104" y="817116"/>
                </a:cubicBezTo>
                <a:cubicBezTo>
                  <a:pt x="837396" y="824373"/>
                  <a:pt x="836514" y="832537"/>
                  <a:pt x="835632" y="842516"/>
                </a:cubicBezTo>
                <a:cubicBezTo>
                  <a:pt x="825931" y="843423"/>
                  <a:pt x="814465" y="844330"/>
                  <a:pt x="808292" y="835259"/>
                </a:cubicBezTo>
                <a:cubicBezTo>
                  <a:pt x="806528" y="832537"/>
                  <a:pt x="805646" y="828909"/>
                  <a:pt x="806528" y="825280"/>
                </a:cubicBezTo>
                <a:cubicBezTo>
                  <a:pt x="809174" y="822559"/>
                  <a:pt x="811819" y="820744"/>
                  <a:pt x="814465" y="818930"/>
                </a:cubicBezTo>
                <a:cubicBezTo>
                  <a:pt x="817993" y="818023"/>
                  <a:pt x="820639" y="820744"/>
                  <a:pt x="820639" y="824373"/>
                </a:cubicBezTo>
                <a:cubicBezTo>
                  <a:pt x="824167" y="828909"/>
                  <a:pt x="812701" y="828909"/>
                  <a:pt x="818875" y="832537"/>
                </a:cubicBezTo>
                <a:cubicBezTo>
                  <a:pt x="821521" y="831630"/>
                  <a:pt x="824167" y="828909"/>
                  <a:pt x="824167" y="827094"/>
                </a:cubicBezTo>
                <a:cubicBezTo>
                  <a:pt x="825049" y="822559"/>
                  <a:pt x="823285" y="818930"/>
                  <a:pt x="820639" y="816209"/>
                </a:cubicBezTo>
                <a:cubicBezTo>
                  <a:pt x="819757" y="814394"/>
                  <a:pt x="822403" y="813487"/>
                  <a:pt x="823285" y="813487"/>
                </a:cubicBezTo>
                <a:close/>
                <a:moveTo>
                  <a:pt x="238908" y="812933"/>
                </a:moveTo>
                <a:cubicBezTo>
                  <a:pt x="240722" y="816814"/>
                  <a:pt x="242537" y="821664"/>
                  <a:pt x="245258" y="825545"/>
                </a:cubicBezTo>
                <a:cubicBezTo>
                  <a:pt x="244351" y="827485"/>
                  <a:pt x="241629" y="827485"/>
                  <a:pt x="239815" y="828455"/>
                </a:cubicBezTo>
                <a:cubicBezTo>
                  <a:pt x="237094" y="828455"/>
                  <a:pt x="238908" y="825545"/>
                  <a:pt x="237094" y="824575"/>
                </a:cubicBezTo>
                <a:cubicBezTo>
                  <a:pt x="236187" y="821664"/>
                  <a:pt x="232558" y="819724"/>
                  <a:pt x="232558" y="815844"/>
                </a:cubicBezTo>
                <a:cubicBezTo>
                  <a:pt x="234372" y="813903"/>
                  <a:pt x="236187" y="810993"/>
                  <a:pt x="238908" y="812933"/>
                </a:cubicBezTo>
                <a:close/>
                <a:moveTo>
                  <a:pt x="177896" y="807092"/>
                </a:moveTo>
                <a:cubicBezTo>
                  <a:pt x="180471" y="807092"/>
                  <a:pt x="184761" y="806230"/>
                  <a:pt x="185619" y="808815"/>
                </a:cubicBezTo>
                <a:cubicBezTo>
                  <a:pt x="187336" y="811401"/>
                  <a:pt x="188194" y="815710"/>
                  <a:pt x="187336" y="818295"/>
                </a:cubicBezTo>
                <a:cubicBezTo>
                  <a:pt x="184761" y="820018"/>
                  <a:pt x="183045" y="821742"/>
                  <a:pt x="180471" y="820018"/>
                </a:cubicBezTo>
                <a:cubicBezTo>
                  <a:pt x="179613" y="820018"/>
                  <a:pt x="179613" y="818295"/>
                  <a:pt x="177896" y="817433"/>
                </a:cubicBezTo>
                <a:cubicBezTo>
                  <a:pt x="175322" y="818295"/>
                  <a:pt x="177038" y="821742"/>
                  <a:pt x="177896" y="822604"/>
                </a:cubicBezTo>
                <a:cubicBezTo>
                  <a:pt x="179613" y="826051"/>
                  <a:pt x="183903" y="824327"/>
                  <a:pt x="185619" y="824327"/>
                </a:cubicBezTo>
                <a:cubicBezTo>
                  <a:pt x="189910" y="824327"/>
                  <a:pt x="189910" y="812263"/>
                  <a:pt x="195059" y="820018"/>
                </a:cubicBezTo>
                <a:cubicBezTo>
                  <a:pt x="197633" y="826051"/>
                  <a:pt x="191626" y="830360"/>
                  <a:pt x="188194" y="833807"/>
                </a:cubicBezTo>
                <a:cubicBezTo>
                  <a:pt x="182187" y="836392"/>
                  <a:pt x="172748" y="833807"/>
                  <a:pt x="165883" y="832945"/>
                </a:cubicBezTo>
                <a:cubicBezTo>
                  <a:pt x="166741" y="823466"/>
                  <a:pt x="167599" y="811401"/>
                  <a:pt x="177896" y="807092"/>
                </a:cubicBezTo>
                <a:close/>
                <a:moveTo>
                  <a:pt x="731117" y="806429"/>
                </a:moveTo>
                <a:cubicBezTo>
                  <a:pt x="733774" y="808215"/>
                  <a:pt x="739973" y="804643"/>
                  <a:pt x="740859" y="810001"/>
                </a:cubicBezTo>
                <a:cubicBezTo>
                  <a:pt x="741744" y="810894"/>
                  <a:pt x="741744" y="812680"/>
                  <a:pt x="740859" y="813573"/>
                </a:cubicBezTo>
                <a:cubicBezTo>
                  <a:pt x="737316" y="812680"/>
                  <a:pt x="736430" y="818038"/>
                  <a:pt x="733774" y="815359"/>
                </a:cubicBezTo>
                <a:cubicBezTo>
                  <a:pt x="731117" y="815359"/>
                  <a:pt x="732002" y="818038"/>
                  <a:pt x="732002" y="818931"/>
                </a:cubicBezTo>
                <a:cubicBezTo>
                  <a:pt x="732002" y="820717"/>
                  <a:pt x="733774" y="822503"/>
                  <a:pt x="735545" y="822503"/>
                </a:cubicBezTo>
                <a:cubicBezTo>
                  <a:pt x="740859" y="824288"/>
                  <a:pt x="747944" y="818931"/>
                  <a:pt x="752372" y="824288"/>
                </a:cubicBezTo>
                <a:cubicBezTo>
                  <a:pt x="753258" y="829646"/>
                  <a:pt x="747058" y="827860"/>
                  <a:pt x="744401" y="828753"/>
                </a:cubicBezTo>
                <a:cubicBezTo>
                  <a:pt x="739087" y="828753"/>
                  <a:pt x="733774" y="831432"/>
                  <a:pt x="731117" y="835897"/>
                </a:cubicBezTo>
                <a:cubicBezTo>
                  <a:pt x="728460" y="839469"/>
                  <a:pt x="727574" y="844827"/>
                  <a:pt x="729345" y="848399"/>
                </a:cubicBezTo>
                <a:cubicBezTo>
                  <a:pt x="731117" y="849292"/>
                  <a:pt x="732002" y="851970"/>
                  <a:pt x="733774" y="850185"/>
                </a:cubicBezTo>
                <a:cubicBezTo>
                  <a:pt x="735545" y="848399"/>
                  <a:pt x="736430" y="844827"/>
                  <a:pt x="739087" y="843934"/>
                </a:cubicBezTo>
                <a:cubicBezTo>
                  <a:pt x="741744" y="843934"/>
                  <a:pt x="743516" y="844827"/>
                  <a:pt x="744401" y="847506"/>
                </a:cubicBezTo>
                <a:cubicBezTo>
                  <a:pt x="744401" y="849292"/>
                  <a:pt x="743516" y="853756"/>
                  <a:pt x="741744" y="855542"/>
                </a:cubicBezTo>
                <a:cubicBezTo>
                  <a:pt x="739087" y="857328"/>
                  <a:pt x="735545" y="859114"/>
                  <a:pt x="732888" y="859114"/>
                </a:cubicBezTo>
                <a:cubicBezTo>
                  <a:pt x="729345" y="858221"/>
                  <a:pt x="726688" y="853756"/>
                  <a:pt x="723146" y="857328"/>
                </a:cubicBezTo>
                <a:cubicBezTo>
                  <a:pt x="718717" y="861793"/>
                  <a:pt x="711632" y="860900"/>
                  <a:pt x="705433" y="860900"/>
                </a:cubicBezTo>
                <a:cubicBezTo>
                  <a:pt x="705433" y="860900"/>
                  <a:pt x="705433" y="860900"/>
                  <a:pt x="695690" y="856435"/>
                </a:cubicBezTo>
                <a:cubicBezTo>
                  <a:pt x="691262" y="860007"/>
                  <a:pt x="685948" y="859114"/>
                  <a:pt x="681520" y="858221"/>
                </a:cubicBezTo>
                <a:cubicBezTo>
                  <a:pt x="677092" y="858221"/>
                  <a:pt x="673549" y="857328"/>
                  <a:pt x="669121" y="858221"/>
                </a:cubicBezTo>
                <a:cubicBezTo>
                  <a:pt x="669121" y="858221"/>
                  <a:pt x="669121" y="858221"/>
                  <a:pt x="669121" y="856435"/>
                </a:cubicBezTo>
                <a:cubicBezTo>
                  <a:pt x="674435" y="854649"/>
                  <a:pt x="678863" y="850185"/>
                  <a:pt x="684177" y="851078"/>
                </a:cubicBezTo>
                <a:cubicBezTo>
                  <a:pt x="687720" y="851078"/>
                  <a:pt x="692148" y="851078"/>
                  <a:pt x="693919" y="847506"/>
                </a:cubicBezTo>
                <a:cubicBezTo>
                  <a:pt x="694805" y="843041"/>
                  <a:pt x="694805" y="836790"/>
                  <a:pt x="700119" y="835004"/>
                </a:cubicBezTo>
                <a:cubicBezTo>
                  <a:pt x="702776" y="834111"/>
                  <a:pt x="706318" y="832325"/>
                  <a:pt x="709861" y="834111"/>
                </a:cubicBezTo>
                <a:cubicBezTo>
                  <a:pt x="711632" y="835897"/>
                  <a:pt x="713404" y="838576"/>
                  <a:pt x="711632" y="841255"/>
                </a:cubicBezTo>
                <a:cubicBezTo>
                  <a:pt x="711632" y="844827"/>
                  <a:pt x="708090" y="843934"/>
                  <a:pt x="706318" y="843934"/>
                </a:cubicBezTo>
                <a:cubicBezTo>
                  <a:pt x="703661" y="842148"/>
                  <a:pt x="701004" y="843041"/>
                  <a:pt x="701004" y="845720"/>
                </a:cubicBezTo>
                <a:cubicBezTo>
                  <a:pt x="700119" y="850185"/>
                  <a:pt x="705433" y="851078"/>
                  <a:pt x="707204" y="852863"/>
                </a:cubicBezTo>
                <a:cubicBezTo>
                  <a:pt x="710747" y="853756"/>
                  <a:pt x="716946" y="855542"/>
                  <a:pt x="718717" y="851078"/>
                </a:cubicBezTo>
                <a:cubicBezTo>
                  <a:pt x="723146" y="844827"/>
                  <a:pt x="720489" y="835897"/>
                  <a:pt x="726688" y="829646"/>
                </a:cubicBezTo>
                <a:cubicBezTo>
                  <a:pt x="725803" y="823395"/>
                  <a:pt x="722260" y="816252"/>
                  <a:pt x="726688" y="810001"/>
                </a:cubicBezTo>
                <a:cubicBezTo>
                  <a:pt x="727574" y="808215"/>
                  <a:pt x="729345" y="807322"/>
                  <a:pt x="731117" y="806429"/>
                </a:cubicBezTo>
                <a:close/>
                <a:moveTo>
                  <a:pt x="844674" y="804128"/>
                </a:moveTo>
                <a:cubicBezTo>
                  <a:pt x="844674" y="804128"/>
                  <a:pt x="844674" y="804128"/>
                  <a:pt x="855457" y="808564"/>
                </a:cubicBezTo>
                <a:cubicBezTo>
                  <a:pt x="859950" y="809451"/>
                  <a:pt x="863544" y="812113"/>
                  <a:pt x="868037" y="812113"/>
                </a:cubicBezTo>
                <a:cubicBezTo>
                  <a:pt x="870733" y="812113"/>
                  <a:pt x="868936" y="814774"/>
                  <a:pt x="868037" y="815661"/>
                </a:cubicBezTo>
                <a:cubicBezTo>
                  <a:pt x="865341" y="819209"/>
                  <a:pt x="861747" y="822758"/>
                  <a:pt x="856356" y="822758"/>
                </a:cubicBezTo>
                <a:cubicBezTo>
                  <a:pt x="853660" y="824532"/>
                  <a:pt x="854558" y="828968"/>
                  <a:pt x="850065" y="829855"/>
                </a:cubicBezTo>
                <a:cubicBezTo>
                  <a:pt x="850065" y="829855"/>
                  <a:pt x="850065" y="829855"/>
                  <a:pt x="843775" y="831629"/>
                </a:cubicBezTo>
                <a:cubicBezTo>
                  <a:pt x="837485" y="829855"/>
                  <a:pt x="839282" y="822758"/>
                  <a:pt x="838384" y="818322"/>
                </a:cubicBezTo>
                <a:cubicBezTo>
                  <a:pt x="838384" y="817435"/>
                  <a:pt x="840181" y="815661"/>
                  <a:pt x="841080" y="814774"/>
                </a:cubicBezTo>
                <a:cubicBezTo>
                  <a:pt x="843775" y="813887"/>
                  <a:pt x="845572" y="816548"/>
                  <a:pt x="846471" y="818322"/>
                </a:cubicBezTo>
                <a:cubicBezTo>
                  <a:pt x="847370" y="820097"/>
                  <a:pt x="845572" y="821871"/>
                  <a:pt x="847370" y="823645"/>
                </a:cubicBezTo>
                <a:cubicBezTo>
                  <a:pt x="849167" y="822758"/>
                  <a:pt x="850065" y="820984"/>
                  <a:pt x="850065" y="819209"/>
                </a:cubicBezTo>
                <a:cubicBezTo>
                  <a:pt x="849167" y="815661"/>
                  <a:pt x="848268" y="812113"/>
                  <a:pt x="845572" y="812113"/>
                </a:cubicBezTo>
                <a:cubicBezTo>
                  <a:pt x="841978" y="810338"/>
                  <a:pt x="838384" y="812113"/>
                  <a:pt x="835688" y="814774"/>
                </a:cubicBezTo>
                <a:cubicBezTo>
                  <a:pt x="832094" y="812113"/>
                  <a:pt x="828499" y="809451"/>
                  <a:pt x="824006" y="808564"/>
                </a:cubicBezTo>
                <a:cubicBezTo>
                  <a:pt x="823108" y="807677"/>
                  <a:pt x="823108" y="806790"/>
                  <a:pt x="823108" y="805903"/>
                </a:cubicBezTo>
                <a:cubicBezTo>
                  <a:pt x="829398" y="802354"/>
                  <a:pt x="837485" y="801467"/>
                  <a:pt x="844674" y="804128"/>
                </a:cubicBezTo>
                <a:close/>
                <a:moveTo>
                  <a:pt x="262053" y="802510"/>
                </a:moveTo>
                <a:cubicBezTo>
                  <a:pt x="267357" y="799880"/>
                  <a:pt x="270892" y="804263"/>
                  <a:pt x="272660" y="807770"/>
                </a:cubicBezTo>
                <a:cubicBezTo>
                  <a:pt x="274428" y="812154"/>
                  <a:pt x="271776" y="816537"/>
                  <a:pt x="270008" y="820044"/>
                </a:cubicBezTo>
                <a:cubicBezTo>
                  <a:pt x="278848" y="826180"/>
                  <a:pt x="273544" y="838454"/>
                  <a:pt x="281500" y="844590"/>
                </a:cubicBezTo>
                <a:cubicBezTo>
                  <a:pt x="285035" y="847220"/>
                  <a:pt x="290339" y="847220"/>
                  <a:pt x="293875" y="845467"/>
                </a:cubicBezTo>
                <a:cubicBezTo>
                  <a:pt x="296527" y="843714"/>
                  <a:pt x="299178" y="841084"/>
                  <a:pt x="297411" y="837577"/>
                </a:cubicBezTo>
                <a:cubicBezTo>
                  <a:pt x="295643" y="835824"/>
                  <a:pt x="292107" y="838454"/>
                  <a:pt x="290339" y="836700"/>
                </a:cubicBezTo>
                <a:cubicBezTo>
                  <a:pt x="289455" y="834070"/>
                  <a:pt x="286803" y="831440"/>
                  <a:pt x="288571" y="828810"/>
                </a:cubicBezTo>
                <a:cubicBezTo>
                  <a:pt x="290339" y="826180"/>
                  <a:pt x="292991" y="827057"/>
                  <a:pt x="295643" y="826180"/>
                </a:cubicBezTo>
                <a:cubicBezTo>
                  <a:pt x="299178" y="827057"/>
                  <a:pt x="302714" y="829687"/>
                  <a:pt x="304482" y="834070"/>
                </a:cubicBezTo>
                <a:cubicBezTo>
                  <a:pt x="305366" y="835824"/>
                  <a:pt x="303598" y="840207"/>
                  <a:pt x="307134" y="841084"/>
                </a:cubicBezTo>
                <a:cubicBezTo>
                  <a:pt x="314206" y="839330"/>
                  <a:pt x="316857" y="847220"/>
                  <a:pt x="323045" y="847220"/>
                </a:cubicBezTo>
                <a:cubicBezTo>
                  <a:pt x="320393" y="850727"/>
                  <a:pt x="313322" y="850727"/>
                  <a:pt x="308902" y="848974"/>
                </a:cubicBezTo>
                <a:cubicBezTo>
                  <a:pt x="300946" y="843714"/>
                  <a:pt x="296527" y="858617"/>
                  <a:pt x="287687" y="855110"/>
                </a:cubicBezTo>
                <a:cubicBezTo>
                  <a:pt x="281500" y="854234"/>
                  <a:pt x="276196" y="848974"/>
                  <a:pt x="272660" y="845467"/>
                </a:cubicBezTo>
                <a:cubicBezTo>
                  <a:pt x="269124" y="847220"/>
                  <a:pt x="266473" y="850727"/>
                  <a:pt x="262053" y="849850"/>
                </a:cubicBezTo>
                <a:cubicBezTo>
                  <a:pt x="256749" y="848974"/>
                  <a:pt x="252329" y="844590"/>
                  <a:pt x="250562" y="839330"/>
                </a:cubicBezTo>
                <a:cubicBezTo>
                  <a:pt x="249678" y="836700"/>
                  <a:pt x="252329" y="834070"/>
                  <a:pt x="254097" y="832317"/>
                </a:cubicBezTo>
                <a:cubicBezTo>
                  <a:pt x="255865" y="831440"/>
                  <a:pt x="257633" y="833194"/>
                  <a:pt x="259401" y="833194"/>
                </a:cubicBezTo>
                <a:cubicBezTo>
                  <a:pt x="262937" y="835824"/>
                  <a:pt x="257633" y="841084"/>
                  <a:pt x="262053" y="842837"/>
                </a:cubicBezTo>
                <a:cubicBezTo>
                  <a:pt x="265589" y="842837"/>
                  <a:pt x="268240" y="840207"/>
                  <a:pt x="269124" y="838454"/>
                </a:cubicBezTo>
                <a:cubicBezTo>
                  <a:pt x="270892" y="835824"/>
                  <a:pt x="270892" y="831440"/>
                  <a:pt x="270008" y="828810"/>
                </a:cubicBezTo>
                <a:cubicBezTo>
                  <a:pt x="263821" y="822674"/>
                  <a:pt x="255865" y="820920"/>
                  <a:pt x="247910" y="820044"/>
                </a:cubicBezTo>
                <a:cubicBezTo>
                  <a:pt x="246142" y="819167"/>
                  <a:pt x="245258" y="816537"/>
                  <a:pt x="246142" y="813907"/>
                </a:cubicBezTo>
                <a:cubicBezTo>
                  <a:pt x="249678" y="812154"/>
                  <a:pt x="254981" y="813907"/>
                  <a:pt x="259401" y="815660"/>
                </a:cubicBezTo>
                <a:cubicBezTo>
                  <a:pt x="261169" y="815660"/>
                  <a:pt x="262937" y="813907"/>
                  <a:pt x="264705" y="812154"/>
                </a:cubicBezTo>
                <a:cubicBezTo>
                  <a:pt x="263821" y="809524"/>
                  <a:pt x="258517" y="808647"/>
                  <a:pt x="260285" y="805140"/>
                </a:cubicBezTo>
                <a:cubicBezTo>
                  <a:pt x="259401" y="803387"/>
                  <a:pt x="261169" y="802510"/>
                  <a:pt x="262053" y="802510"/>
                </a:cubicBezTo>
                <a:close/>
                <a:moveTo>
                  <a:pt x="803625" y="796705"/>
                </a:moveTo>
                <a:cubicBezTo>
                  <a:pt x="807955" y="796705"/>
                  <a:pt x="812285" y="799404"/>
                  <a:pt x="816614" y="802103"/>
                </a:cubicBezTo>
                <a:cubicBezTo>
                  <a:pt x="817480" y="803902"/>
                  <a:pt x="817480" y="806600"/>
                  <a:pt x="818346" y="808399"/>
                </a:cubicBezTo>
                <a:cubicBezTo>
                  <a:pt x="817480" y="811098"/>
                  <a:pt x="815748" y="812897"/>
                  <a:pt x="814016" y="815596"/>
                </a:cubicBezTo>
                <a:cubicBezTo>
                  <a:pt x="811419" y="815596"/>
                  <a:pt x="807955" y="816496"/>
                  <a:pt x="805357" y="814696"/>
                </a:cubicBezTo>
                <a:cubicBezTo>
                  <a:pt x="802760" y="812897"/>
                  <a:pt x="804491" y="809299"/>
                  <a:pt x="803625" y="806600"/>
                </a:cubicBezTo>
                <a:cubicBezTo>
                  <a:pt x="800162" y="805701"/>
                  <a:pt x="800162" y="809299"/>
                  <a:pt x="799296" y="811098"/>
                </a:cubicBezTo>
                <a:cubicBezTo>
                  <a:pt x="799296" y="815596"/>
                  <a:pt x="804491" y="817395"/>
                  <a:pt x="806223" y="820094"/>
                </a:cubicBezTo>
                <a:cubicBezTo>
                  <a:pt x="805357" y="823692"/>
                  <a:pt x="801894" y="823692"/>
                  <a:pt x="798430" y="823692"/>
                </a:cubicBezTo>
                <a:cubicBezTo>
                  <a:pt x="793235" y="822793"/>
                  <a:pt x="792369" y="816496"/>
                  <a:pt x="790637" y="812897"/>
                </a:cubicBezTo>
                <a:cubicBezTo>
                  <a:pt x="790637" y="812897"/>
                  <a:pt x="790637" y="812897"/>
                  <a:pt x="789771" y="797605"/>
                </a:cubicBezTo>
                <a:cubicBezTo>
                  <a:pt x="794100" y="796705"/>
                  <a:pt x="799296" y="797605"/>
                  <a:pt x="803625" y="796705"/>
                </a:cubicBezTo>
                <a:close/>
                <a:moveTo>
                  <a:pt x="854391" y="795118"/>
                </a:moveTo>
                <a:cubicBezTo>
                  <a:pt x="857193" y="795118"/>
                  <a:pt x="859994" y="796044"/>
                  <a:pt x="862796" y="796970"/>
                </a:cubicBezTo>
                <a:cubicBezTo>
                  <a:pt x="861862" y="800674"/>
                  <a:pt x="858127" y="803452"/>
                  <a:pt x="855325" y="805304"/>
                </a:cubicBezTo>
                <a:cubicBezTo>
                  <a:pt x="852524" y="806230"/>
                  <a:pt x="849722" y="803452"/>
                  <a:pt x="846921" y="802526"/>
                </a:cubicBezTo>
                <a:cubicBezTo>
                  <a:pt x="848789" y="798822"/>
                  <a:pt x="852524" y="797896"/>
                  <a:pt x="854391" y="795118"/>
                </a:cubicBezTo>
                <a:close/>
                <a:moveTo>
                  <a:pt x="773433" y="794949"/>
                </a:moveTo>
                <a:cubicBezTo>
                  <a:pt x="776409" y="794392"/>
                  <a:pt x="779276" y="794615"/>
                  <a:pt x="781481" y="797286"/>
                </a:cubicBezTo>
                <a:cubicBezTo>
                  <a:pt x="783244" y="799958"/>
                  <a:pt x="785008" y="803520"/>
                  <a:pt x="783244" y="807082"/>
                </a:cubicBezTo>
                <a:cubicBezTo>
                  <a:pt x="781481" y="810644"/>
                  <a:pt x="777071" y="808863"/>
                  <a:pt x="773543" y="808863"/>
                </a:cubicBezTo>
                <a:cubicBezTo>
                  <a:pt x="773543" y="807973"/>
                  <a:pt x="772661" y="807973"/>
                  <a:pt x="772661" y="807973"/>
                </a:cubicBezTo>
                <a:cubicBezTo>
                  <a:pt x="770897" y="808863"/>
                  <a:pt x="772661" y="810644"/>
                  <a:pt x="773543" y="811535"/>
                </a:cubicBezTo>
                <a:cubicBezTo>
                  <a:pt x="775307" y="814207"/>
                  <a:pt x="779717" y="813316"/>
                  <a:pt x="782363" y="811535"/>
                </a:cubicBezTo>
                <a:cubicBezTo>
                  <a:pt x="783244" y="811535"/>
                  <a:pt x="784126" y="810644"/>
                  <a:pt x="785890" y="810644"/>
                </a:cubicBezTo>
                <a:cubicBezTo>
                  <a:pt x="787654" y="815988"/>
                  <a:pt x="787654" y="822221"/>
                  <a:pt x="792946" y="824893"/>
                </a:cubicBezTo>
                <a:cubicBezTo>
                  <a:pt x="792064" y="828455"/>
                  <a:pt x="787654" y="826674"/>
                  <a:pt x="785890" y="827565"/>
                </a:cubicBezTo>
                <a:cubicBezTo>
                  <a:pt x="785890" y="827565"/>
                  <a:pt x="785890" y="827565"/>
                  <a:pt x="774425" y="825784"/>
                </a:cubicBezTo>
                <a:cubicBezTo>
                  <a:pt x="763842" y="821331"/>
                  <a:pt x="758550" y="811535"/>
                  <a:pt x="749731" y="805301"/>
                </a:cubicBezTo>
                <a:cubicBezTo>
                  <a:pt x="747967" y="804411"/>
                  <a:pt x="745321" y="803520"/>
                  <a:pt x="745321" y="801739"/>
                </a:cubicBezTo>
                <a:cubicBezTo>
                  <a:pt x="750613" y="797286"/>
                  <a:pt x="758550" y="794615"/>
                  <a:pt x="764724" y="797286"/>
                </a:cubicBezTo>
                <a:cubicBezTo>
                  <a:pt x="767369" y="796841"/>
                  <a:pt x="770456" y="795505"/>
                  <a:pt x="773433" y="794949"/>
                </a:cubicBezTo>
                <a:close/>
                <a:moveTo>
                  <a:pt x="162758" y="791924"/>
                </a:moveTo>
                <a:cubicBezTo>
                  <a:pt x="166115" y="791703"/>
                  <a:pt x="169556" y="792644"/>
                  <a:pt x="173167" y="795524"/>
                </a:cubicBezTo>
                <a:cubicBezTo>
                  <a:pt x="173167" y="795524"/>
                  <a:pt x="173167" y="795524"/>
                  <a:pt x="178583" y="800840"/>
                </a:cubicBezTo>
                <a:cubicBezTo>
                  <a:pt x="177680" y="803498"/>
                  <a:pt x="173167" y="804384"/>
                  <a:pt x="171361" y="806156"/>
                </a:cubicBezTo>
                <a:cubicBezTo>
                  <a:pt x="169556" y="803498"/>
                  <a:pt x="166848" y="801726"/>
                  <a:pt x="164140" y="800840"/>
                </a:cubicBezTo>
                <a:cubicBezTo>
                  <a:pt x="160529" y="800840"/>
                  <a:pt x="156918" y="801726"/>
                  <a:pt x="154210" y="804384"/>
                </a:cubicBezTo>
                <a:cubicBezTo>
                  <a:pt x="154210" y="806156"/>
                  <a:pt x="153308" y="807928"/>
                  <a:pt x="154210" y="809700"/>
                </a:cubicBezTo>
                <a:cubicBezTo>
                  <a:pt x="155113" y="810587"/>
                  <a:pt x="156918" y="810587"/>
                  <a:pt x="156918" y="808814"/>
                </a:cubicBezTo>
                <a:cubicBezTo>
                  <a:pt x="156918" y="807042"/>
                  <a:pt x="159627" y="806156"/>
                  <a:pt x="160529" y="804384"/>
                </a:cubicBezTo>
                <a:cubicBezTo>
                  <a:pt x="164140" y="803498"/>
                  <a:pt x="165945" y="806156"/>
                  <a:pt x="166848" y="808814"/>
                </a:cubicBezTo>
                <a:cubicBezTo>
                  <a:pt x="166848" y="812359"/>
                  <a:pt x="165043" y="815903"/>
                  <a:pt x="162335" y="818561"/>
                </a:cubicBezTo>
                <a:cubicBezTo>
                  <a:pt x="160529" y="822105"/>
                  <a:pt x="156918" y="819447"/>
                  <a:pt x="153308" y="819447"/>
                </a:cubicBezTo>
                <a:cubicBezTo>
                  <a:pt x="149697" y="815903"/>
                  <a:pt x="146086" y="812359"/>
                  <a:pt x="140670" y="812359"/>
                </a:cubicBezTo>
                <a:cubicBezTo>
                  <a:pt x="137059" y="811473"/>
                  <a:pt x="135254" y="807928"/>
                  <a:pt x="132546" y="806156"/>
                </a:cubicBezTo>
                <a:cubicBezTo>
                  <a:pt x="132546" y="806156"/>
                  <a:pt x="132546" y="806156"/>
                  <a:pt x="132546" y="804384"/>
                </a:cubicBezTo>
                <a:cubicBezTo>
                  <a:pt x="143378" y="803720"/>
                  <a:pt x="152687" y="792589"/>
                  <a:pt x="162758" y="791924"/>
                </a:cubicBezTo>
                <a:close/>
                <a:moveTo>
                  <a:pt x="874511" y="785593"/>
                </a:moveTo>
                <a:cubicBezTo>
                  <a:pt x="878014" y="785593"/>
                  <a:pt x="880642" y="785593"/>
                  <a:pt x="883269" y="787425"/>
                </a:cubicBezTo>
                <a:cubicBezTo>
                  <a:pt x="885021" y="790172"/>
                  <a:pt x="884145" y="794752"/>
                  <a:pt x="884145" y="796583"/>
                </a:cubicBezTo>
                <a:cubicBezTo>
                  <a:pt x="880642" y="802994"/>
                  <a:pt x="874511" y="807573"/>
                  <a:pt x="868379" y="809405"/>
                </a:cubicBezTo>
                <a:cubicBezTo>
                  <a:pt x="865752" y="808489"/>
                  <a:pt x="862248" y="809405"/>
                  <a:pt x="859621" y="807573"/>
                </a:cubicBezTo>
                <a:cubicBezTo>
                  <a:pt x="860497" y="804826"/>
                  <a:pt x="863124" y="802078"/>
                  <a:pt x="864876" y="801163"/>
                </a:cubicBezTo>
                <a:cubicBezTo>
                  <a:pt x="869255" y="800247"/>
                  <a:pt x="873635" y="798415"/>
                  <a:pt x="876262" y="794752"/>
                </a:cubicBezTo>
                <a:cubicBezTo>
                  <a:pt x="876262" y="792004"/>
                  <a:pt x="872759" y="792920"/>
                  <a:pt x="872759" y="790172"/>
                </a:cubicBezTo>
                <a:cubicBezTo>
                  <a:pt x="873635" y="788341"/>
                  <a:pt x="872759" y="786509"/>
                  <a:pt x="874511" y="785593"/>
                </a:cubicBezTo>
                <a:close/>
                <a:moveTo>
                  <a:pt x="227920" y="785593"/>
                </a:moveTo>
                <a:cubicBezTo>
                  <a:pt x="233150" y="786479"/>
                  <a:pt x="237508" y="790023"/>
                  <a:pt x="242737" y="788251"/>
                </a:cubicBezTo>
                <a:cubicBezTo>
                  <a:pt x="246223" y="790023"/>
                  <a:pt x="250581" y="791795"/>
                  <a:pt x="253196" y="795340"/>
                </a:cubicBezTo>
                <a:cubicBezTo>
                  <a:pt x="252324" y="797998"/>
                  <a:pt x="248838" y="796226"/>
                  <a:pt x="247095" y="797998"/>
                </a:cubicBezTo>
                <a:cubicBezTo>
                  <a:pt x="235765" y="805972"/>
                  <a:pt x="224434" y="823693"/>
                  <a:pt x="208746" y="816605"/>
                </a:cubicBezTo>
                <a:cubicBezTo>
                  <a:pt x="212232" y="813947"/>
                  <a:pt x="213975" y="809516"/>
                  <a:pt x="216590" y="806858"/>
                </a:cubicBezTo>
                <a:cubicBezTo>
                  <a:pt x="220076" y="807744"/>
                  <a:pt x="224434" y="807744"/>
                  <a:pt x="227049" y="804200"/>
                </a:cubicBezTo>
                <a:cubicBezTo>
                  <a:pt x="228792" y="801542"/>
                  <a:pt x="227920" y="799770"/>
                  <a:pt x="227920" y="796226"/>
                </a:cubicBezTo>
                <a:cubicBezTo>
                  <a:pt x="227920" y="796226"/>
                  <a:pt x="227920" y="796226"/>
                  <a:pt x="225306" y="793568"/>
                </a:cubicBezTo>
                <a:cubicBezTo>
                  <a:pt x="221819" y="796226"/>
                  <a:pt x="227920" y="799770"/>
                  <a:pt x="223563" y="801542"/>
                </a:cubicBezTo>
                <a:cubicBezTo>
                  <a:pt x="222691" y="802428"/>
                  <a:pt x="220948" y="803314"/>
                  <a:pt x="219205" y="803314"/>
                </a:cubicBezTo>
                <a:cubicBezTo>
                  <a:pt x="216590" y="798884"/>
                  <a:pt x="216590" y="792681"/>
                  <a:pt x="219205" y="787365"/>
                </a:cubicBezTo>
                <a:cubicBezTo>
                  <a:pt x="221819" y="786479"/>
                  <a:pt x="225306" y="786479"/>
                  <a:pt x="227920" y="785593"/>
                </a:cubicBezTo>
                <a:close/>
                <a:moveTo>
                  <a:pt x="148023" y="783284"/>
                </a:moveTo>
                <a:cubicBezTo>
                  <a:pt x="148023" y="783284"/>
                  <a:pt x="148023" y="783284"/>
                  <a:pt x="151595" y="789345"/>
                </a:cubicBezTo>
                <a:cubicBezTo>
                  <a:pt x="151595" y="791077"/>
                  <a:pt x="148916" y="791943"/>
                  <a:pt x="147130" y="791943"/>
                </a:cubicBezTo>
                <a:cubicBezTo>
                  <a:pt x="142666" y="791943"/>
                  <a:pt x="139094" y="788479"/>
                  <a:pt x="137308" y="785016"/>
                </a:cubicBezTo>
                <a:cubicBezTo>
                  <a:pt x="137308" y="785016"/>
                  <a:pt x="137308" y="785016"/>
                  <a:pt x="138201" y="784150"/>
                </a:cubicBezTo>
                <a:cubicBezTo>
                  <a:pt x="140880" y="785016"/>
                  <a:pt x="144451" y="782418"/>
                  <a:pt x="148023" y="783284"/>
                </a:cubicBezTo>
                <a:close/>
                <a:moveTo>
                  <a:pt x="202214" y="782656"/>
                </a:moveTo>
                <a:cubicBezTo>
                  <a:pt x="206728" y="783112"/>
                  <a:pt x="211127" y="784025"/>
                  <a:pt x="214831" y="784481"/>
                </a:cubicBezTo>
                <a:cubicBezTo>
                  <a:pt x="214831" y="784481"/>
                  <a:pt x="214831" y="784481"/>
                  <a:pt x="215757" y="785394"/>
                </a:cubicBezTo>
                <a:cubicBezTo>
                  <a:pt x="210201" y="794522"/>
                  <a:pt x="216683" y="810040"/>
                  <a:pt x="202793" y="815517"/>
                </a:cubicBezTo>
                <a:cubicBezTo>
                  <a:pt x="198162" y="817342"/>
                  <a:pt x="196310" y="813691"/>
                  <a:pt x="192606" y="812778"/>
                </a:cubicBezTo>
                <a:cubicBezTo>
                  <a:pt x="190754" y="809127"/>
                  <a:pt x="187050" y="805476"/>
                  <a:pt x="189828" y="801825"/>
                </a:cubicBezTo>
                <a:cubicBezTo>
                  <a:pt x="191680" y="799086"/>
                  <a:pt x="195384" y="798173"/>
                  <a:pt x="198162" y="799086"/>
                </a:cubicBezTo>
                <a:cubicBezTo>
                  <a:pt x="200014" y="799999"/>
                  <a:pt x="200014" y="803650"/>
                  <a:pt x="201866" y="803650"/>
                </a:cubicBezTo>
                <a:cubicBezTo>
                  <a:pt x="204645" y="801825"/>
                  <a:pt x="202793" y="799086"/>
                  <a:pt x="201866" y="797261"/>
                </a:cubicBezTo>
                <a:cubicBezTo>
                  <a:pt x="199088" y="794522"/>
                  <a:pt x="194458" y="794522"/>
                  <a:pt x="190754" y="795435"/>
                </a:cubicBezTo>
                <a:cubicBezTo>
                  <a:pt x="187050" y="795435"/>
                  <a:pt x="185198" y="804563"/>
                  <a:pt x="183346" y="797261"/>
                </a:cubicBezTo>
                <a:cubicBezTo>
                  <a:pt x="184272" y="792697"/>
                  <a:pt x="183346" y="786307"/>
                  <a:pt x="188902" y="783569"/>
                </a:cubicBezTo>
                <a:cubicBezTo>
                  <a:pt x="193069" y="782199"/>
                  <a:pt x="197699" y="782199"/>
                  <a:pt x="202214" y="782656"/>
                </a:cubicBezTo>
                <a:close/>
                <a:moveTo>
                  <a:pt x="776957" y="775870"/>
                </a:moveTo>
                <a:cubicBezTo>
                  <a:pt x="779339" y="775412"/>
                  <a:pt x="781607" y="776099"/>
                  <a:pt x="782967" y="779304"/>
                </a:cubicBezTo>
                <a:cubicBezTo>
                  <a:pt x="782967" y="783883"/>
                  <a:pt x="783874" y="788463"/>
                  <a:pt x="786596" y="793042"/>
                </a:cubicBezTo>
                <a:cubicBezTo>
                  <a:pt x="784782" y="796705"/>
                  <a:pt x="782060" y="792126"/>
                  <a:pt x="780246" y="791210"/>
                </a:cubicBezTo>
                <a:cubicBezTo>
                  <a:pt x="776617" y="789378"/>
                  <a:pt x="772989" y="791210"/>
                  <a:pt x="769360" y="791210"/>
                </a:cubicBezTo>
                <a:cubicBezTo>
                  <a:pt x="767546" y="787547"/>
                  <a:pt x="768453" y="782967"/>
                  <a:pt x="770267" y="779304"/>
                </a:cubicBezTo>
                <a:cubicBezTo>
                  <a:pt x="772082" y="777930"/>
                  <a:pt x="774576" y="776328"/>
                  <a:pt x="776957" y="775870"/>
                </a:cubicBezTo>
                <a:close/>
                <a:moveTo>
                  <a:pt x="122688" y="775274"/>
                </a:moveTo>
                <a:cubicBezTo>
                  <a:pt x="124762" y="775387"/>
                  <a:pt x="126605" y="776294"/>
                  <a:pt x="127066" y="778109"/>
                </a:cubicBezTo>
                <a:cubicBezTo>
                  <a:pt x="127988" y="781737"/>
                  <a:pt x="127066" y="783552"/>
                  <a:pt x="123379" y="784459"/>
                </a:cubicBezTo>
                <a:cubicBezTo>
                  <a:pt x="124301" y="788087"/>
                  <a:pt x="128910" y="790809"/>
                  <a:pt x="131675" y="792623"/>
                </a:cubicBezTo>
                <a:cubicBezTo>
                  <a:pt x="136284" y="793530"/>
                  <a:pt x="141814" y="792623"/>
                  <a:pt x="143658" y="796252"/>
                </a:cubicBezTo>
                <a:cubicBezTo>
                  <a:pt x="142736" y="798973"/>
                  <a:pt x="139971" y="798973"/>
                  <a:pt x="138127" y="799880"/>
                </a:cubicBezTo>
                <a:cubicBezTo>
                  <a:pt x="131675" y="799880"/>
                  <a:pt x="125222" y="798973"/>
                  <a:pt x="122457" y="793530"/>
                </a:cubicBezTo>
                <a:cubicBezTo>
                  <a:pt x="117848" y="788994"/>
                  <a:pt x="115083" y="783552"/>
                  <a:pt x="116926" y="777202"/>
                </a:cubicBezTo>
                <a:cubicBezTo>
                  <a:pt x="118309" y="775841"/>
                  <a:pt x="120614" y="775161"/>
                  <a:pt x="122688" y="775274"/>
                </a:cubicBezTo>
                <a:close/>
                <a:moveTo>
                  <a:pt x="221173" y="766769"/>
                </a:moveTo>
                <a:cubicBezTo>
                  <a:pt x="222289" y="766996"/>
                  <a:pt x="223629" y="767677"/>
                  <a:pt x="224521" y="767677"/>
                </a:cubicBezTo>
                <a:cubicBezTo>
                  <a:pt x="224521" y="767677"/>
                  <a:pt x="224521" y="767677"/>
                  <a:pt x="230772" y="771305"/>
                </a:cubicBezTo>
                <a:cubicBezTo>
                  <a:pt x="231665" y="774934"/>
                  <a:pt x="232558" y="779469"/>
                  <a:pt x="232558" y="782191"/>
                </a:cubicBezTo>
                <a:cubicBezTo>
                  <a:pt x="230772" y="784005"/>
                  <a:pt x="229879" y="781284"/>
                  <a:pt x="227200" y="782191"/>
                </a:cubicBezTo>
                <a:cubicBezTo>
                  <a:pt x="224521" y="782191"/>
                  <a:pt x="220057" y="783098"/>
                  <a:pt x="218271" y="779469"/>
                </a:cubicBezTo>
                <a:cubicBezTo>
                  <a:pt x="220057" y="776748"/>
                  <a:pt x="220057" y="772212"/>
                  <a:pt x="219164" y="768584"/>
                </a:cubicBezTo>
                <a:cubicBezTo>
                  <a:pt x="219164" y="766769"/>
                  <a:pt x="220057" y="766543"/>
                  <a:pt x="221173" y="766769"/>
                </a:cubicBezTo>
                <a:close/>
                <a:moveTo>
                  <a:pt x="823575" y="765810"/>
                </a:moveTo>
                <a:cubicBezTo>
                  <a:pt x="825256" y="764955"/>
                  <a:pt x="827777" y="766665"/>
                  <a:pt x="826937" y="768374"/>
                </a:cubicBezTo>
                <a:cubicBezTo>
                  <a:pt x="829458" y="774358"/>
                  <a:pt x="822735" y="774358"/>
                  <a:pt x="819373" y="776067"/>
                </a:cubicBezTo>
                <a:cubicBezTo>
                  <a:pt x="817692" y="774358"/>
                  <a:pt x="816011" y="773503"/>
                  <a:pt x="815171" y="770939"/>
                </a:cubicBezTo>
                <a:cubicBezTo>
                  <a:pt x="816852" y="768374"/>
                  <a:pt x="820213" y="767519"/>
                  <a:pt x="823575" y="765810"/>
                </a:cubicBezTo>
                <a:close/>
                <a:moveTo>
                  <a:pt x="853103" y="764426"/>
                </a:moveTo>
                <a:cubicBezTo>
                  <a:pt x="853103" y="764426"/>
                  <a:pt x="853103" y="764426"/>
                  <a:pt x="854858" y="769718"/>
                </a:cubicBezTo>
                <a:cubicBezTo>
                  <a:pt x="854858" y="774127"/>
                  <a:pt x="854858" y="779419"/>
                  <a:pt x="852226" y="782065"/>
                </a:cubicBezTo>
                <a:cubicBezTo>
                  <a:pt x="851349" y="787356"/>
                  <a:pt x="852226" y="792648"/>
                  <a:pt x="847840" y="796176"/>
                </a:cubicBezTo>
                <a:cubicBezTo>
                  <a:pt x="844330" y="799703"/>
                  <a:pt x="839067" y="799703"/>
                  <a:pt x="834680" y="799703"/>
                </a:cubicBezTo>
                <a:cubicBezTo>
                  <a:pt x="832048" y="797057"/>
                  <a:pt x="832048" y="794412"/>
                  <a:pt x="832048" y="790884"/>
                </a:cubicBezTo>
                <a:cubicBezTo>
                  <a:pt x="832048" y="789120"/>
                  <a:pt x="833803" y="788238"/>
                  <a:pt x="835558" y="787356"/>
                </a:cubicBezTo>
                <a:cubicBezTo>
                  <a:pt x="836435" y="788238"/>
                  <a:pt x="839067" y="788238"/>
                  <a:pt x="839067" y="786474"/>
                </a:cubicBezTo>
                <a:cubicBezTo>
                  <a:pt x="839067" y="784710"/>
                  <a:pt x="836435" y="784710"/>
                  <a:pt x="835558" y="784710"/>
                </a:cubicBezTo>
                <a:cubicBezTo>
                  <a:pt x="832048" y="785592"/>
                  <a:pt x="829416" y="788238"/>
                  <a:pt x="828539" y="790884"/>
                </a:cubicBezTo>
                <a:cubicBezTo>
                  <a:pt x="825030" y="795294"/>
                  <a:pt x="833803" y="800585"/>
                  <a:pt x="826785" y="801467"/>
                </a:cubicBezTo>
                <a:cubicBezTo>
                  <a:pt x="825907" y="794412"/>
                  <a:pt x="825030" y="786474"/>
                  <a:pt x="821521" y="781183"/>
                </a:cubicBezTo>
                <a:cubicBezTo>
                  <a:pt x="827662" y="774127"/>
                  <a:pt x="838189" y="779419"/>
                  <a:pt x="844330" y="771481"/>
                </a:cubicBezTo>
                <a:cubicBezTo>
                  <a:pt x="848717" y="770599"/>
                  <a:pt x="846962" y="761780"/>
                  <a:pt x="853103" y="764426"/>
                </a:cubicBezTo>
                <a:close/>
                <a:moveTo>
                  <a:pt x="793083" y="753843"/>
                </a:moveTo>
                <a:cubicBezTo>
                  <a:pt x="794878" y="754738"/>
                  <a:pt x="794878" y="756527"/>
                  <a:pt x="795775" y="758317"/>
                </a:cubicBezTo>
                <a:cubicBezTo>
                  <a:pt x="808337" y="769949"/>
                  <a:pt x="826283" y="783370"/>
                  <a:pt x="821796" y="803055"/>
                </a:cubicBezTo>
                <a:cubicBezTo>
                  <a:pt x="819105" y="802160"/>
                  <a:pt x="820002" y="799476"/>
                  <a:pt x="818207" y="797687"/>
                </a:cubicBezTo>
                <a:cubicBezTo>
                  <a:pt x="814618" y="795002"/>
                  <a:pt x="810132" y="795002"/>
                  <a:pt x="806543" y="792318"/>
                </a:cubicBezTo>
                <a:cubicBezTo>
                  <a:pt x="808337" y="789634"/>
                  <a:pt x="809235" y="786055"/>
                  <a:pt x="806543" y="782476"/>
                </a:cubicBezTo>
                <a:cubicBezTo>
                  <a:pt x="805645" y="779791"/>
                  <a:pt x="802954" y="778002"/>
                  <a:pt x="799364" y="778897"/>
                </a:cubicBezTo>
                <a:cubicBezTo>
                  <a:pt x="796673" y="778897"/>
                  <a:pt x="793981" y="780686"/>
                  <a:pt x="793083" y="783370"/>
                </a:cubicBezTo>
                <a:cubicBezTo>
                  <a:pt x="793083" y="785160"/>
                  <a:pt x="793083" y="786055"/>
                  <a:pt x="794878" y="786949"/>
                </a:cubicBezTo>
                <a:cubicBezTo>
                  <a:pt x="797570" y="786055"/>
                  <a:pt x="797570" y="779791"/>
                  <a:pt x="802056" y="782476"/>
                </a:cubicBezTo>
                <a:cubicBezTo>
                  <a:pt x="805645" y="784265"/>
                  <a:pt x="803851" y="788739"/>
                  <a:pt x="802954" y="791423"/>
                </a:cubicBezTo>
                <a:cubicBezTo>
                  <a:pt x="799364" y="794107"/>
                  <a:pt x="794878" y="795002"/>
                  <a:pt x="790392" y="793213"/>
                </a:cubicBezTo>
                <a:cubicBezTo>
                  <a:pt x="786802" y="790528"/>
                  <a:pt x="786802" y="786055"/>
                  <a:pt x="785905" y="781581"/>
                </a:cubicBezTo>
                <a:cubicBezTo>
                  <a:pt x="785905" y="781581"/>
                  <a:pt x="785905" y="781581"/>
                  <a:pt x="788597" y="774423"/>
                </a:cubicBezTo>
                <a:cubicBezTo>
                  <a:pt x="785008" y="767265"/>
                  <a:pt x="788597" y="761001"/>
                  <a:pt x="791289" y="755633"/>
                </a:cubicBezTo>
                <a:cubicBezTo>
                  <a:pt x="791289" y="755633"/>
                  <a:pt x="791289" y="755633"/>
                  <a:pt x="793083" y="753843"/>
                </a:cubicBezTo>
                <a:close/>
                <a:moveTo>
                  <a:pt x="154537" y="753765"/>
                </a:moveTo>
                <a:cubicBezTo>
                  <a:pt x="155320" y="755181"/>
                  <a:pt x="155992" y="757360"/>
                  <a:pt x="157783" y="757796"/>
                </a:cubicBezTo>
                <a:cubicBezTo>
                  <a:pt x="164052" y="760411"/>
                  <a:pt x="169425" y="762154"/>
                  <a:pt x="174798" y="764768"/>
                </a:cubicBezTo>
                <a:cubicBezTo>
                  <a:pt x="177484" y="766511"/>
                  <a:pt x="180171" y="769998"/>
                  <a:pt x="179275" y="773484"/>
                </a:cubicBezTo>
                <a:cubicBezTo>
                  <a:pt x="175693" y="778713"/>
                  <a:pt x="176589" y="786558"/>
                  <a:pt x="177484" y="792659"/>
                </a:cubicBezTo>
                <a:cubicBezTo>
                  <a:pt x="174798" y="793530"/>
                  <a:pt x="173007" y="790044"/>
                  <a:pt x="170320" y="790044"/>
                </a:cubicBezTo>
                <a:cubicBezTo>
                  <a:pt x="165843" y="790044"/>
                  <a:pt x="170320" y="784814"/>
                  <a:pt x="168529" y="781328"/>
                </a:cubicBezTo>
                <a:cubicBezTo>
                  <a:pt x="168529" y="778713"/>
                  <a:pt x="166738" y="776970"/>
                  <a:pt x="164947" y="775227"/>
                </a:cubicBezTo>
                <a:cubicBezTo>
                  <a:pt x="162261" y="775227"/>
                  <a:pt x="160470" y="774356"/>
                  <a:pt x="158679" y="776099"/>
                </a:cubicBezTo>
                <a:cubicBezTo>
                  <a:pt x="158679" y="776099"/>
                  <a:pt x="158679" y="776099"/>
                  <a:pt x="157783" y="776970"/>
                </a:cubicBezTo>
                <a:cubicBezTo>
                  <a:pt x="159574" y="778713"/>
                  <a:pt x="164052" y="777842"/>
                  <a:pt x="164052" y="781328"/>
                </a:cubicBezTo>
                <a:cubicBezTo>
                  <a:pt x="164947" y="783071"/>
                  <a:pt x="164052" y="785686"/>
                  <a:pt x="162261" y="787429"/>
                </a:cubicBezTo>
                <a:cubicBezTo>
                  <a:pt x="159574" y="787429"/>
                  <a:pt x="156888" y="789172"/>
                  <a:pt x="154201" y="786558"/>
                </a:cubicBezTo>
                <a:cubicBezTo>
                  <a:pt x="152410" y="783071"/>
                  <a:pt x="149724" y="778713"/>
                  <a:pt x="150619" y="774356"/>
                </a:cubicBezTo>
                <a:cubicBezTo>
                  <a:pt x="147932" y="772612"/>
                  <a:pt x="147037" y="768255"/>
                  <a:pt x="146141" y="765640"/>
                </a:cubicBezTo>
                <a:cubicBezTo>
                  <a:pt x="145246" y="761282"/>
                  <a:pt x="149724" y="757796"/>
                  <a:pt x="150619" y="754310"/>
                </a:cubicBezTo>
                <a:cubicBezTo>
                  <a:pt x="152858" y="751695"/>
                  <a:pt x="153753" y="752348"/>
                  <a:pt x="154537" y="753765"/>
                </a:cubicBezTo>
                <a:close/>
                <a:moveTo>
                  <a:pt x="176678" y="752255"/>
                </a:moveTo>
                <a:cubicBezTo>
                  <a:pt x="180488" y="753948"/>
                  <a:pt x="188108" y="755642"/>
                  <a:pt x="188108" y="761568"/>
                </a:cubicBezTo>
                <a:cubicBezTo>
                  <a:pt x="188108" y="761568"/>
                  <a:pt x="188108" y="761568"/>
                  <a:pt x="182393" y="764955"/>
                </a:cubicBezTo>
                <a:cubicBezTo>
                  <a:pt x="179536" y="762415"/>
                  <a:pt x="175726" y="759875"/>
                  <a:pt x="173821" y="756488"/>
                </a:cubicBezTo>
                <a:cubicBezTo>
                  <a:pt x="173821" y="754795"/>
                  <a:pt x="174773" y="753102"/>
                  <a:pt x="176678" y="752255"/>
                </a:cubicBezTo>
                <a:close/>
                <a:moveTo>
                  <a:pt x="208292" y="744318"/>
                </a:moveTo>
                <a:cubicBezTo>
                  <a:pt x="211921" y="747966"/>
                  <a:pt x="214642" y="753438"/>
                  <a:pt x="213735" y="758909"/>
                </a:cubicBezTo>
                <a:cubicBezTo>
                  <a:pt x="211014" y="764381"/>
                  <a:pt x="218271" y="769853"/>
                  <a:pt x="214642" y="776237"/>
                </a:cubicBezTo>
                <a:cubicBezTo>
                  <a:pt x="213735" y="778973"/>
                  <a:pt x="210107" y="778973"/>
                  <a:pt x="208292" y="779884"/>
                </a:cubicBezTo>
                <a:cubicBezTo>
                  <a:pt x="205571" y="778973"/>
                  <a:pt x="201035" y="779884"/>
                  <a:pt x="199221" y="777149"/>
                </a:cubicBezTo>
                <a:cubicBezTo>
                  <a:pt x="197407" y="770765"/>
                  <a:pt x="210107" y="773501"/>
                  <a:pt x="203757" y="768941"/>
                </a:cubicBezTo>
                <a:cubicBezTo>
                  <a:pt x="200128" y="768029"/>
                  <a:pt x="196500" y="769853"/>
                  <a:pt x="195592" y="772589"/>
                </a:cubicBezTo>
                <a:cubicBezTo>
                  <a:pt x="194685" y="774413"/>
                  <a:pt x="196500" y="778061"/>
                  <a:pt x="193778" y="778973"/>
                </a:cubicBezTo>
                <a:cubicBezTo>
                  <a:pt x="188335" y="778973"/>
                  <a:pt x="183800" y="783532"/>
                  <a:pt x="181985" y="787180"/>
                </a:cubicBezTo>
                <a:cubicBezTo>
                  <a:pt x="181078" y="786268"/>
                  <a:pt x="180171" y="783532"/>
                  <a:pt x="181078" y="781708"/>
                </a:cubicBezTo>
                <a:cubicBezTo>
                  <a:pt x="181078" y="768941"/>
                  <a:pt x="192871" y="763469"/>
                  <a:pt x="201035" y="755262"/>
                </a:cubicBezTo>
                <a:cubicBezTo>
                  <a:pt x="201035" y="755262"/>
                  <a:pt x="201035" y="755262"/>
                  <a:pt x="208292" y="744318"/>
                </a:cubicBezTo>
                <a:close/>
                <a:moveTo>
                  <a:pt x="875042" y="741333"/>
                </a:moveTo>
                <a:cubicBezTo>
                  <a:pt x="875949" y="741333"/>
                  <a:pt x="877764" y="739555"/>
                  <a:pt x="877764" y="741333"/>
                </a:cubicBezTo>
                <a:cubicBezTo>
                  <a:pt x="875949" y="746667"/>
                  <a:pt x="876857" y="753779"/>
                  <a:pt x="878671" y="759113"/>
                </a:cubicBezTo>
                <a:cubicBezTo>
                  <a:pt x="878671" y="761780"/>
                  <a:pt x="876857" y="760891"/>
                  <a:pt x="875949" y="760002"/>
                </a:cubicBezTo>
                <a:cubicBezTo>
                  <a:pt x="873228" y="754668"/>
                  <a:pt x="872321" y="747556"/>
                  <a:pt x="875042" y="741333"/>
                </a:cubicBezTo>
                <a:close/>
                <a:moveTo>
                  <a:pt x="904614" y="733262"/>
                </a:moveTo>
                <a:cubicBezTo>
                  <a:pt x="906166" y="734265"/>
                  <a:pt x="907717" y="735826"/>
                  <a:pt x="909491" y="736271"/>
                </a:cubicBezTo>
                <a:cubicBezTo>
                  <a:pt x="915698" y="742513"/>
                  <a:pt x="918358" y="754104"/>
                  <a:pt x="914811" y="763020"/>
                </a:cubicBezTo>
                <a:cubicBezTo>
                  <a:pt x="910377" y="779960"/>
                  <a:pt x="896190" y="793334"/>
                  <a:pt x="885550" y="808492"/>
                </a:cubicBezTo>
                <a:cubicBezTo>
                  <a:pt x="850081" y="853072"/>
                  <a:pt x="808406" y="888736"/>
                  <a:pt x="760523" y="918159"/>
                </a:cubicBezTo>
                <a:cubicBezTo>
                  <a:pt x="752543" y="922617"/>
                  <a:pt x="740129" y="925292"/>
                  <a:pt x="731262" y="920834"/>
                </a:cubicBezTo>
                <a:cubicBezTo>
                  <a:pt x="728602" y="919051"/>
                  <a:pt x="724168" y="916376"/>
                  <a:pt x="723281" y="912810"/>
                </a:cubicBezTo>
                <a:cubicBezTo>
                  <a:pt x="722395" y="911026"/>
                  <a:pt x="721508" y="910135"/>
                  <a:pt x="722395" y="909243"/>
                </a:cubicBezTo>
                <a:cubicBezTo>
                  <a:pt x="724168" y="909243"/>
                  <a:pt x="726828" y="913701"/>
                  <a:pt x="729488" y="914593"/>
                </a:cubicBezTo>
                <a:cubicBezTo>
                  <a:pt x="735695" y="918159"/>
                  <a:pt x="743676" y="919051"/>
                  <a:pt x="751656" y="919051"/>
                </a:cubicBezTo>
                <a:cubicBezTo>
                  <a:pt x="780918" y="903002"/>
                  <a:pt x="808406" y="880712"/>
                  <a:pt x="834120" y="856638"/>
                </a:cubicBezTo>
                <a:cubicBezTo>
                  <a:pt x="852741" y="838806"/>
                  <a:pt x="870475" y="821866"/>
                  <a:pt x="885550" y="800467"/>
                </a:cubicBezTo>
                <a:cubicBezTo>
                  <a:pt x="885550" y="800467"/>
                  <a:pt x="885550" y="800467"/>
                  <a:pt x="910377" y="765694"/>
                </a:cubicBezTo>
                <a:cubicBezTo>
                  <a:pt x="913924" y="758562"/>
                  <a:pt x="914811" y="747862"/>
                  <a:pt x="909491" y="740729"/>
                </a:cubicBezTo>
                <a:cubicBezTo>
                  <a:pt x="907717" y="737163"/>
                  <a:pt x="904170" y="735380"/>
                  <a:pt x="899737" y="733597"/>
                </a:cubicBezTo>
                <a:cubicBezTo>
                  <a:pt x="901510" y="731813"/>
                  <a:pt x="903062" y="732259"/>
                  <a:pt x="904614" y="733262"/>
                </a:cubicBezTo>
                <a:close/>
                <a:moveTo>
                  <a:pt x="870694" y="726855"/>
                </a:moveTo>
                <a:cubicBezTo>
                  <a:pt x="873366" y="729474"/>
                  <a:pt x="874257" y="732967"/>
                  <a:pt x="874257" y="736459"/>
                </a:cubicBezTo>
                <a:cubicBezTo>
                  <a:pt x="868913" y="741698"/>
                  <a:pt x="868913" y="749556"/>
                  <a:pt x="869804" y="756541"/>
                </a:cubicBezTo>
                <a:cubicBezTo>
                  <a:pt x="871585" y="759160"/>
                  <a:pt x="872476" y="762653"/>
                  <a:pt x="876038" y="764399"/>
                </a:cubicBezTo>
                <a:cubicBezTo>
                  <a:pt x="877819" y="763526"/>
                  <a:pt x="877819" y="762653"/>
                  <a:pt x="878709" y="760907"/>
                </a:cubicBezTo>
                <a:cubicBezTo>
                  <a:pt x="882271" y="760034"/>
                  <a:pt x="885834" y="756541"/>
                  <a:pt x="889396" y="760034"/>
                </a:cubicBezTo>
                <a:cubicBezTo>
                  <a:pt x="891177" y="761780"/>
                  <a:pt x="892958" y="764399"/>
                  <a:pt x="892958" y="767018"/>
                </a:cubicBezTo>
                <a:cubicBezTo>
                  <a:pt x="892958" y="771384"/>
                  <a:pt x="889396" y="774003"/>
                  <a:pt x="885834" y="776623"/>
                </a:cubicBezTo>
                <a:cubicBezTo>
                  <a:pt x="879600" y="779242"/>
                  <a:pt x="872476" y="776623"/>
                  <a:pt x="867132" y="772257"/>
                </a:cubicBezTo>
                <a:cubicBezTo>
                  <a:pt x="861789" y="766145"/>
                  <a:pt x="858227" y="760034"/>
                  <a:pt x="859117" y="752176"/>
                </a:cubicBezTo>
                <a:cubicBezTo>
                  <a:pt x="856446" y="744317"/>
                  <a:pt x="862680" y="738206"/>
                  <a:pt x="864461" y="732094"/>
                </a:cubicBezTo>
                <a:cubicBezTo>
                  <a:pt x="867132" y="730348"/>
                  <a:pt x="868023" y="727728"/>
                  <a:pt x="870694" y="726855"/>
                </a:cubicBezTo>
                <a:close/>
                <a:moveTo>
                  <a:pt x="124785" y="725267"/>
                </a:moveTo>
                <a:cubicBezTo>
                  <a:pt x="129194" y="728971"/>
                  <a:pt x="130958" y="734528"/>
                  <a:pt x="130076" y="741010"/>
                </a:cubicBezTo>
                <a:cubicBezTo>
                  <a:pt x="130076" y="742862"/>
                  <a:pt x="129194" y="745640"/>
                  <a:pt x="126548" y="747492"/>
                </a:cubicBezTo>
                <a:cubicBezTo>
                  <a:pt x="125667" y="747492"/>
                  <a:pt x="123903" y="745640"/>
                  <a:pt x="124785" y="743788"/>
                </a:cubicBezTo>
                <a:cubicBezTo>
                  <a:pt x="126548" y="741010"/>
                  <a:pt x="126548" y="736380"/>
                  <a:pt x="125667" y="731749"/>
                </a:cubicBezTo>
                <a:cubicBezTo>
                  <a:pt x="124785" y="730823"/>
                  <a:pt x="123021" y="728971"/>
                  <a:pt x="123903" y="726193"/>
                </a:cubicBezTo>
                <a:cubicBezTo>
                  <a:pt x="123903" y="726193"/>
                  <a:pt x="123903" y="726193"/>
                  <a:pt x="124785" y="725267"/>
                </a:cubicBezTo>
                <a:close/>
                <a:moveTo>
                  <a:pt x="902681" y="717297"/>
                </a:moveTo>
                <a:cubicBezTo>
                  <a:pt x="905342" y="717075"/>
                  <a:pt x="908002" y="717075"/>
                  <a:pt x="910662" y="718407"/>
                </a:cubicBezTo>
                <a:cubicBezTo>
                  <a:pt x="910662" y="718407"/>
                  <a:pt x="910662" y="718407"/>
                  <a:pt x="922190" y="726401"/>
                </a:cubicBezTo>
                <a:cubicBezTo>
                  <a:pt x="928398" y="734395"/>
                  <a:pt x="931058" y="744166"/>
                  <a:pt x="931058" y="753937"/>
                </a:cubicBezTo>
                <a:cubicBezTo>
                  <a:pt x="929284" y="755713"/>
                  <a:pt x="931058" y="758378"/>
                  <a:pt x="930171" y="761042"/>
                </a:cubicBezTo>
                <a:cubicBezTo>
                  <a:pt x="927511" y="763707"/>
                  <a:pt x="929284" y="768148"/>
                  <a:pt x="927511" y="770813"/>
                </a:cubicBezTo>
                <a:cubicBezTo>
                  <a:pt x="923964" y="785025"/>
                  <a:pt x="911549" y="795684"/>
                  <a:pt x="903568" y="808119"/>
                </a:cubicBezTo>
                <a:cubicBezTo>
                  <a:pt x="891153" y="822331"/>
                  <a:pt x="879625" y="838320"/>
                  <a:pt x="866324" y="851643"/>
                </a:cubicBezTo>
                <a:cubicBezTo>
                  <a:pt x="862777" y="852531"/>
                  <a:pt x="861890" y="856973"/>
                  <a:pt x="859230" y="858749"/>
                </a:cubicBezTo>
                <a:cubicBezTo>
                  <a:pt x="845928" y="870296"/>
                  <a:pt x="833514" y="882732"/>
                  <a:pt x="820212" y="892502"/>
                </a:cubicBezTo>
                <a:cubicBezTo>
                  <a:pt x="819325" y="896055"/>
                  <a:pt x="814892" y="896055"/>
                  <a:pt x="813118" y="898720"/>
                </a:cubicBezTo>
                <a:cubicBezTo>
                  <a:pt x="795383" y="912044"/>
                  <a:pt x="778534" y="924479"/>
                  <a:pt x="760799" y="933361"/>
                </a:cubicBezTo>
                <a:cubicBezTo>
                  <a:pt x="744837" y="939579"/>
                  <a:pt x="724441" y="936914"/>
                  <a:pt x="712914" y="924479"/>
                </a:cubicBezTo>
                <a:cubicBezTo>
                  <a:pt x="707593" y="918261"/>
                  <a:pt x="704046" y="910267"/>
                  <a:pt x="705819" y="903161"/>
                </a:cubicBezTo>
                <a:cubicBezTo>
                  <a:pt x="707593" y="900496"/>
                  <a:pt x="711140" y="903161"/>
                  <a:pt x="714687" y="903161"/>
                </a:cubicBezTo>
                <a:cubicBezTo>
                  <a:pt x="717347" y="907602"/>
                  <a:pt x="719121" y="913820"/>
                  <a:pt x="723555" y="918261"/>
                </a:cubicBezTo>
                <a:cubicBezTo>
                  <a:pt x="731536" y="925367"/>
                  <a:pt x="743950" y="928920"/>
                  <a:pt x="754592" y="923591"/>
                </a:cubicBezTo>
                <a:cubicBezTo>
                  <a:pt x="774987" y="917373"/>
                  <a:pt x="790062" y="900496"/>
                  <a:pt x="807797" y="889838"/>
                </a:cubicBezTo>
                <a:cubicBezTo>
                  <a:pt x="844155" y="860526"/>
                  <a:pt x="876965" y="825884"/>
                  <a:pt x="903568" y="789466"/>
                </a:cubicBezTo>
                <a:cubicBezTo>
                  <a:pt x="909775" y="782360"/>
                  <a:pt x="915983" y="774366"/>
                  <a:pt x="916870" y="765484"/>
                </a:cubicBezTo>
                <a:cubicBezTo>
                  <a:pt x="920417" y="755713"/>
                  <a:pt x="920417" y="744166"/>
                  <a:pt x="914209" y="736172"/>
                </a:cubicBezTo>
                <a:cubicBezTo>
                  <a:pt x="909775" y="729954"/>
                  <a:pt x="903568" y="727289"/>
                  <a:pt x="896474" y="726401"/>
                </a:cubicBezTo>
                <a:cubicBezTo>
                  <a:pt x="894700" y="723736"/>
                  <a:pt x="893814" y="721072"/>
                  <a:pt x="894700" y="717519"/>
                </a:cubicBezTo>
                <a:cubicBezTo>
                  <a:pt x="897361" y="717963"/>
                  <a:pt x="900021" y="717519"/>
                  <a:pt x="902681" y="717297"/>
                </a:cubicBezTo>
                <a:close/>
                <a:moveTo>
                  <a:pt x="98581" y="715042"/>
                </a:moveTo>
                <a:cubicBezTo>
                  <a:pt x="100353" y="714155"/>
                  <a:pt x="101239" y="715930"/>
                  <a:pt x="100353" y="716817"/>
                </a:cubicBezTo>
                <a:cubicBezTo>
                  <a:pt x="93265" y="720366"/>
                  <a:pt x="88834" y="725690"/>
                  <a:pt x="86176" y="732789"/>
                </a:cubicBezTo>
                <a:cubicBezTo>
                  <a:pt x="85290" y="738113"/>
                  <a:pt x="84404" y="746099"/>
                  <a:pt x="87948" y="750536"/>
                </a:cubicBezTo>
                <a:cubicBezTo>
                  <a:pt x="88834" y="755860"/>
                  <a:pt x="93265" y="760297"/>
                  <a:pt x="95037" y="764733"/>
                </a:cubicBezTo>
                <a:cubicBezTo>
                  <a:pt x="114530" y="792241"/>
                  <a:pt x="134909" y="821523"/>
                  <a:pt x="159718" y="845481"/>
                </a:cubicBezTo>
                <a:cubicBezTo>
                  <a:pt x="172123" y="858791"/>
                  <a:pt x="186299" y="871214"/>
                  <a:pt x="200476" y="882749"/>
                </a:cubicBezTo>
                <a:cubicBezTo>
                  <a:pt x="214653" y="893397"/>
                  <a:pt x="228830" y="905820"/>
                  <a:pt x="245665" y="912918"/>
                </a:cubicBezTo>
                <a:cubicBezTo>
                  <a:pt x="251867" y="914693"/>
                  <a:pt x="261613" y="914693"/>
                  <a:pt x="266044" y="908482"/>
                </a:cubicBezTo>
                <a:cubicBezTo>
                  <a:pt x="269588" y="905820"/>
                  <a:pt x="267816" y="898721"/>
                  <a:pt x="272246" y="899608"/>
                </a:cubicBezTo>
                <a:cubicBezTo>
                  <a:pt x="271360" y="905820"/>
                  <a:pt x="269588" y="912031"/>
                  <a:pt x="263385" y="914693"/>
                </a:cubicBezTo>
                <a:cubicBezTo>
                  <a:pt x="255411" y="917355"/>
                  <a:pt x="247437" y="915580"/>
                  <a:pt x="239462" y="913806"/>
                </a:cubicBezTo>
                <a:cubicBezTo>
                  <a:pt x="219969" y="904045"/>
                  <a:pt x="204020" y="889848"/>
                  <a:pt x="186299" y="875650"/>
                </a:cubicBezTo>
                <a:cubicBezTo>
                  <a:pt x="154402" y="848143"/>
                  <a:pt x="125162" y="815311"/>
                  <a:pt x="103011" y="781593"/>
                </a:cubicBezTo>
                <a:cubicBezTo>
                  <a:pt x="95923" y="770057"/>
                  <a:pt x="84404" y="758522"/>
                  <a:pt x="81746" y="744325"/>
                </a:cubicBezTo>
                <a:cubicBezTo>
                  <a:pt x="84404" y="732789"/>
                  <a:pt x="85290" y="717704"/>
                  <a:pt x="98581" y="715042"/>
                </a:cubicBezTo>
                <a:close/>
                <a:moveTo>
                  <a:pt x="127525" y="707991"/>
                </a:moveTo>
                <a:cubicBezTo>
                  <a:pt x="128411" y="706217"/>
                  <a:pt x="131069" y="707991"/>
                  <a:pt x="131955" y="708879"/>
                </a:cubicBezTo>
                <a:cubicBezTo>
                  <a:pt x="139930" y="717750"/>
                  <a:pt x="145246" y="730170"/>
                  <a:pt x="143474" y="741702"/>
                </a:cubicBezTo>
                <a:cubicBezTo>
                  <a:pt x="143474" y="749687"/>
                  <a:pt x="139930" y="756784"/>
                  <a:pt x="133727" y="761219"/>
                </a:cubicBezTo>
                <a:cubicBezTo>
                  <a:pt x="128411" y="762994"/>
                  <a:pt x="120437" y="766542"/>
                  <a:pt x="115120" y="762994"/>
                </a:cubicBezTo>
                <a:cubicBezTo>
                  <a:pt x="111576" y="762106"/>
                  <a:pt x="108032" y="757671"/>
                  <a:pt x="108032" y="753235"/>
                </a:cubicBezTo>
                <a:cubicBezTo>
                  <a:pt x="107146" y="748799"/>
                  <a:pt x="108918" y="746138"/>
                  <a:pt x="111576" y="744364"/>
                </a:cubicBezTo>
                <a:cubicBezTo>
                  <a:pt x="114234" y="742590"/>
                  <a:pt x="116892" y="742590"/>
                  <a:pt x="119551" y="743477"/>
                </a:cubicBezTo>
                <a:cubicBezTo>
                  <a:pt x="124867" y="745251"/>
                  <a:pt x="120437" y="755897"/>
                  <a:pt x="127525" y="751461"/>
                </a:cubicBezTo>
                <a:cubicBezTo>
                  <a:pt x="133727" y="745251"/>
                  <a:pt x="134613" y="736380"/>
                  <a:pt x="132841" y="728395"/>
                </a:cubicBezTo>
                <a:cubicBezTo>
                  <a:pt x="131069" y="725734"/>
                  <a:pt x="130183" y="721298"/>
                  <a:pt x="126639" y="719524"/>
                </a:cubicBezTo>
                <a:cubicBezTo>
                  <a:pt x="125753" y="715088"/>
                  <a:pt x="126639" y="711540"/>
                  <a:pt x="127525" y="707991"/>
                </a:cubicBezTo>
                <a:close/>
                <a:moveTo>
                  <a:pt x="933078" y="707805"/>
                </a:moveTo>
                <a:cubicBezTo>
                  <a:pt x="937119" y="708731"/>
                  <a:pt x="938129" y="711509"/>
                  <a:pt x="940150" y="714287"/>
                </a:cubicBezTo>
                <a:cubicBezTo>
                  <a:pt x="942170" y="720770"/>
                  <a:pt x="942170" y="730956"/>
                  <a:pt x="936109" y="736512"/>
                </a:cubicBezTo>
                <a:cubicBezTo>
                  <a:pt x="935099" y="737438"/>
                  <a:pt x="931058" y="741142"/>
                  <a:pt x="931058" y="736512"/>
                </a:cubicBezTo>
                <a:cubicBezTo>
                  <a:pt x="932068" y="733734"/>
                  <a:pt x="935099" y="731882"/>
                  <a:pt x="937119" y="729104"/>
                </a:cubicBezTo>
                <a:cubicBezTo>
                  <a:pt x="938129" y="722622"/>
                  <a:pt x="938129" y="715213"/>
                  <a:pt x="932068" y="711509"/>
                </a:cubicBezTo>
                <a:cubicBezTo>
                  <a:pt x="932068" y="709657"/>
                  <a:pt x="933078" y="708731"/>
                  <a:pt x="933078" y="707805"/>
                </a:cubicBezTo>
                <a:close/>
                <a:moveTo>
                  <a:pt x="142388" y="707099"/>
                </a:moveTo>
                <a:cubicBezTo>
                  <a:pt x="142388" y="708863"/>
                  <a:pt x="143340" y="709745"/>
                  <a:pt x="145245" y="710627"/>
                </a:cubicBezTo>
                <a:cubicBezTo>
                  <a:pt x="145245" y="711508"/>
                  <a:pt x="145245" y="714154"/>
                  <a:pt x="143340" y="713272"/>
                </a:cubicBezTo>
                <a:cubicBezTo>
                  <a:pt x="140483" y="713272"/>
                  <a:pt x="140483" y="710627"/>
                  <a:pt x="140483" y="708863"/>
                </a:cubicBezTo>
                <a:cubicBezTo>
                  <a:pt x="140483" y="707981"/>
                  <a:pt x="140483" y="706217"/>
                  <a:pt x="142388" y="707099"/>
                </a:cubicBezTo>
                <a:close/>
                <a:moveTo>
                  <a:pt x="93884" y="700837"/>
                </a:moveTo>
                <a:cubicBezTo>
                  <a:pt x="97444" y="699836"/>
                  <a:pt x="101228" y="699614"/>
                  <a:pt x="105234" y="700948"/>
                </a:cubicBezTo>
                <a:cubicBezTo>
                  <a:pt x="105234" y="703616"/>
                  <a:pt x="105234" y="707172"/>
                  <a:pt x="104344" y="708951"/>
                </a:cubicBezTo>
                <a:cubicBezTo>
                  <a:pt x="100783" y="713397"/>
                  <a:pt x="95441" y="708951"/>
                  <a:pt x="91880" y="713397"/>
                </a:cubicBezTo>
                <a:cubicBezTo>
                  <a:pt x="80307" y="721400"/>
                  <a:pt x="77637" y="736517"/>
                  <a:pt x="79417" y="749856"/>
                </a:cubicBezTo>
                <a:cubicBezTo>
                  <a:pt x="82978" y="764084"/>
                  <a:pt x="93661" y="775644"/>
                  <a:pt x="101673" y="788093"/>
                </a:cubicBezTo>
                <a:cubicBezTo>
                  <a:pt x="116807" y="808545"/>
                  <a:pt x="132832" y="828998"/>
                  <a:pt x="150637" y="847672"/>
                </a:cubicBezTo>
                <a:cubicBezTo>
                  <a:pt x="171112" y="869014"/>
                  <a:pt x="194258" y="888577"/>
                  <a:pt x="219185" y="906362"/>
                </a:cubicBezTo>
                <a:cubicBezTo>
                  <a:pt x="224527" y="910808"/>
                  <a:pt x="230758" y="913475"/>
                  <a:pt x="236990" y="917922"/>
                </a:cubicBezTo>
                <a:cubicBezTo>
                  <a:pt x="245893" y="921479"/>
                  <a:pt x="259246" y="922368"/>
                  <a:pt x="267258" y="917922"/>
                </a:cubicBezTo>
                <a:cubicBezTo>
                  <a:pt x="275271" y="913475"/>
                  <a:pt x="276161" y="904583"/>
                  <a:pt x="277941" y="896580"/>
                </a:cubicBezTo>
                <a:cubicBezTo>
                  <a:pt x="280612" y="894801"/>
                  <a:pt x="285063" y="893023"/>
                  <a:pt x="288624" y="893023"/>
                </a:cubicBezTo>
                <a:cubicBezTo>
                  <a:pt x="291295" y="898358"/>
                  <a:pt x="288624" y="903694"/>
                  <a:pt x="287734" y="909029"/>
                </a:cubicBezTo>
                <a:cubicBezTo>
                  <a:pt x="283283" y="922368"/>
                  <a:pt x="271710" y="933928"/>
                  <a:pt x="256575" y="933928"/>
                </a:cubicBezTo>
                <a:cubicBezTo>
                  <a:pt x="244112" y="934817"/>
                  <a:pt x="232539" y="929482"/>
                  <a:pt x="221856" y="922368"/>
                </a:cubicBezTo>
                <a:cubicBezTo>
                  <a:pt x="196039" y="904583"/>
                  <a:pt x="173783" y="884131"/>
                  <a:pt x="150637" y="863678"/>
                </a:cubicBezTo>
                <a:cubicBezTo>
                  <a:pt x="130161" y="844115"/>
                  <a:pt x="111466" y="822773"/>
                  <a:pt x="96332" y="799653"/>
                </a:cubicBezTo>
                <a:cubicBezTo>
                  <a:pt x="89210" y="791650"/>
                  <a:pt x="84759" y="781868"/>
                  <a:pt x="78527" y="773865"/>
                </a:cubicBezTo>
                <a:cubicBezTo>
                  <a:pt x="71405" y="762305"/>
                  <a:pt x="64283" y="748967"/>
                  <a:pt x="66954" y="734739"/>
                </a:cubicBezTo>
                <a:cubicBezTo>
                  <a:pt x="70515" y="724068"/>
                  <a:pt x="72295" y="711619"/>
                  <a:pt x="83868" y="705394"/>
                </a:cubicBezTo>
                <a:cubicBezTo>
                  <a:pt x="86984" y="703616"/>
                  <a:pt x="90323" y="701837"/>
                  <a:pt x="93884" y="700837"/>
                </a:cubicBezTo>
                <a:close/>
                <a:moveTo>
                  <a:pt x="957139" y="696692"/>
                </a:moveTo>
                <a:cubicBezTo>
                  <a:pt x="958046" y="698597"/>
                  <a:pt x="956232" y="700502"/>
                  <a:pt x="955325" y="701454"/>
                </a:cubicBezTo>
                <a:cubicBezTo>
                  <a:pt x="953510" y="700502"/>
                  <a:pt x="952603" y="699549"/>
                  <a:pt x="951696" y="698597"/>
                </a:cubicBezTo>
                <a:cubicBezTo>
                  <a:pt x="952603" y="696692"/>
                  <a:pt x="955325" y="696692"/>
                  <a:pt x="957139" y="696692"/>
                </a:cubicBezTo>
                <a:close/>
                <a:moveTo>
                  <a:pt x="967570" y="693009"/>
                </a:moveTo>
                <a:cubicBezTo>
                  <a:pt x="967570" y="693009"/>
                  <a:pt x="967570" y="693009"/>
                  <a:pt x="966715" y="701899"/>
                </a:cubicBezTo>
                <a:cubicBezTo>
                  <a:pt x="965861" y="706344"/>
                  <a:pt x="963296" y="709900"/>
                  <a:pt x="959877" y="712567"/>
                </a:cubicBezTo>
                <a:cubicBezTo>
                  <a:pt x="956458" y="712567"/>
                  <a:pt x="957313" y="708122"/>
                  <a:pt x="956458" y="705455"/>
                </a:cubicBezTo>
                <a:cubicBezTo>
                  <a:pt x="959877" y="701010"/>
                  <a:pt x="959877" y="690342"/>
                  <a:pt x="967570" y="693009"/>
                </a:cubicBezTo>
                <a:close/>
                <a:moveTo>
                  <a:pt x="922467" y="692333"/>
                </a:moveTo>
                <a:cubicBezTo>
                  <a:pt x="927260" y="690544"/>
                  <a:pt x="932054" y="690767"/>
                  <a:pt x="936521" y="692333"/>
                </a:cubicBezTo>
                <a:cubicBezTo>
                  <a:pt x="940988" y="693898"/>
                  <a:pt x="945128" y="696804"/>
                  <a:pt x="948614" y="700382"/>
                </a:cubicBezTo>
                <a:cubicBezTo>
                  <a:pt x="955587" y="708431"/>
                  <a:pt x="956458" y="721847"/>
                  <a:pt x="952972" y="731685"/>
                </a:cubicBezTo>
                <a:cubicBezTo>
                  <a:pt x="949486" y="739734"/>
                  <a:pt x="945128" y="749572"/>
                  <a:pt x="935540" y="752255"/>
                </a:cubicBezTo>
                <a:cubicBezTo>
                  <a:pt x="934669" y="752255"/>
                  <a:pt x="933797" y="750466"/>
                  <a:pt x="934669" y="749572"/>
                </a:cubicBezTo>
                <a:cubicBezTo>
                  <a:pt x="934669" y="749572"/>
                  <a:pt x="934669" y="749572"/>
                  <a:pt x="933797" y="742417"/>
                </a:cubicBezTo>
                <a:cubicBezTo>
                  <a:pt x="939898" y="739734"/>
                  <a:pt x="941641" y="733473"/>
                  <a:pt x="943385" y="728107"/>
                </a:cubicBezTo>
                <a:cubicBezTo>
                  <a:pt x="943385" y="728107"/>
                  <a:pt x="943385" y="728107"/>
                  <a:pt x="945128" y="719164"/>
                </a:cubicBezTo>
                <a:cubicBezTo>
                  <a:pt x="943385" y="712009"/>
                  <a:pt x="938155" y="704854"/>
                  <a:pt x="931182" y="703065"/>
                </a:cubicBezTo>
                <a:cubicBezTo>
                  <a:pt x="928568" y="705748"/>
                  <a:pt x="931182" y="708431"/>
                  <a:pt x="929439" y="710220"/>
                </a:cubicBezTo>
                <a:cubicBezTo>
                  <a:pt x="927696" y="712903"/>
                  <a:pt x="925081" y="714692"/>
                  <a:pt x="922467" y="715586"/>
                </a:cubicBezTo>
                <a:cubicBezTo>
                  <a:pt x="918109" y="715586"/>
                  <a:pt x="915494" y="711114"/>
                  <a:pt x="912879" y="707537"/>
                </a:cubicBezTo>
                <a:cubicBezTo>
                  <a:pt x="912008" y="700382"/>
                  <a:pt x="918109" y="695910"/>
                  <a:pt x="922467" y="692333"/>
                </a:cubicBezTo>
                <a:close/>
                <a:moveTo>
                  <a:pt x="69656" y="691930"/>
                </a:moveTo>
                <a:cubicBezTo>
                  <a:pt x="70510" y="691930"/>
                  <a:pt x="70510" y="692837"/>
                  <a:pt x="71365" y="693744"/>
                </a:cubicBezTo>
                <a:cubicBezTo>
                  <a:pt x="72220" y="697373"/>
                  <a:pt x="67091" y="695559"/>
                  <a:pt x="67091" y="699187"/>
                </a:cubicBezTo>
                <a:cubicBezTo>
                  <a:pt x="65382" y="704630"/>
                  <a:pt x="66237" y="710073"/>
                  <a:pt x="69656" y="715516"/>
                </a:cubicBezTo>
                <a:cubicBezTo>
                  <a:pt x="69656" y="716423"/>
                  <a:pt x="68801" y="717330"/>
                  <a:pt x="67946" y="717330"/>
                </a:cubicBezTo>
                <a:cubicBezTo>
                  <a:pt x="63672" y="714609"/>
                  <a:pt x="62817" y="708259"/>
                  <a:pt x="61108" y="703723"/>
                </a:cubicBezTo>
                <a:cubicBezTo>
                  <a:pt x="61963" y="699187"/>
                  <a:pt x="64527" y="692837"/>
                  <a:pt x="69656" y="691930"/>
                </a:cubicBezTo>
                <a:close/>
                <a:moveTo>
                  <a:pt x="850647" y="682405"/>
                </a:moveTo>
                <a:cubicBezTo>
                  <a:pt x="849750" y="685918"/>
                  <a:pt x="850647" y="689431"/>
                  <a:pt x="851544" y="692943"/>
                </a:cubicBezTo>
                <a:cubicBezTo>
                  <a:pt x="850647" y="696456"/>
                  <a:pt x="847955" y="699969"/>
                  <a:pt x="849750" y="704360"/>
                </a:cubicBezTo>
                <a:cubicBezTo>
                  <a:pt x="856031" y="710507"/>
                  <a:pt x="859620" y="720167"/>
                  <a:pt x="856928" y="728949"/>
                </a:cubicBezTo>
                <a:cubicBezTo>
                  <a:pt x="855133" y="732462"/>
                  <a:pt x="851544" y="734218"/>
                  <a:pt x="849750" y="736853"/>
                </a:cubicBezTo>
                <a:cubicBezTo>
                  <a:pt x="852442" y="740366"/>
                  <a:pt x="853339" y="744757"/>
                  <a:pt x="851544" y="749148"/>
                </a:cubicBezTo>
                <a:cubicBezTo>
                  <a:pt x="848853" y="753539"/>
                  <a:pt x="845263" y="755295"/>
                  <a:pt x="840777" y="757051"/>
                </a:cubicBezTo>
                <a:cubicBezTo>
                  <a:pt x="838983" y="756173"/>
                  <a:pt x="835393" y="756173"/>
                  <a:pt x="835393" y="753539"/>
                </a:cubicBezTo>
                <a:cubicBezTo>
                  <a:pt x="834496" y="750904"/>
                  <a:pt x="837188" y="749148"/>
                  <a:pt x="838983" y="748269"/>
                </a:cubicBezTo>
                <a:cubicBezTo>
                  <a:pt x="840777" y="748269"/>
                  <a:pt x="842572" y="748269"/>
                  <a:pt x="843469" y="746513"/>
                </a:cubicBezTo>
                <a:cubicBezTo>
                  <a:pt x="843469" y="743879"/>
                  <a:pt x="841674" y="742122"/>
                  <a:pt x="839880" y="742122"/>
                </a:cubicBezTo>
                <a:cubicBezTo>
                  <a:pt x="832702" y="740366"/>
                  <a:pt x="826421" y="744757"/>
                  <a:pt x="821037" y="749148"/>
                </a:cubicBezTo>
                <a:cubicBezTo>
                  <a:pt x="819242" y="753539"/>
                  <a:pt x="817448" y="757930"/>
                  <a:pt x="817448" y="762321"/>
                </a:cubicBezTo>
                <a:cubicBezTo>
                  <a:pt x="816551" y="764955"/>
                  <a:pt x="813859" y="764955"/>
                  <a:pt x="812064" y="764955"/>
                </a:cubicBezTo>
                <a:cubicBezTo>
                  <a:pt x="808475" y="759686"/>
                  <a:pt x="812064" y="753539"/>
                  <a:pt x="812962" y="747391"/>
                </a:cubicBezTo>
                <a:cubicBezTo>
                  <a:pt x="812962" y="745635"/>
                  <a:pt x="812064" y="744757"/>
                  <a:pt x="810270" y="744757"/>
                </a:cubicBezTo>
                <a:cubicBezTo>
                  <a:pt x="806681" y="744757"/>
                  <a:pt x="807578" y="750026"/>
                  <a:pt x="803989" y="750904"/>
                </a:cubicBezTo>
                <a:cubicBezTo>
                  <a:pt x="802194" y="750904"/>
                  <a:pt x="799502" y="749148"/>
                  <a:pt x="798605" y="747391"/>
                </a:cubicBezTo>
                <a:cubicBezTo>
                  <a:pt x="797708" y="744757"/>
                  <a:pt x="798605" y="741244"/>
                  <a:pt x="800400" y="739488"/>
                </a:cubicBezTo>
                <a:cubicBezTo>
                  <a:pt x="803092" y="736853"/>
                  <a:pt x="806681" y="734218"/>
                  <a:pt x="810270" y="735975"/>
                </a:cubicBezTo>
                <a:cubicBezTo>
                  <a:pt x="814756" y="735975"/>
                  <a:pt x="818345" y="740366"/>
                  <a:pt x="822832" y="736853"/>
                </a:cubicBezTo>
                <a:cubicBezTo>
                  <a:pt x="827318" y="734218"/>
                  <a:pt x="831804" y="731584"/>
                  <a:pt x="837188" y="734218"/>
                </a:cubicBezTo>
                <a:cubicBezTo>
                  <a:pt x="841674" y="732462"/>
                  <a:pt x="846161" y="728949"/>
                  <a:pt x="848853" y="725437"/>
                </a:cubicBezTo>
                <a:cubicBezTo>
                  <a:pt x="850647" y="720167"/>
                  <a:pt x="848853" y="715776"/>
                  <a:pt x="845263" y="712264"/>
                </a:cubicBezTo>
                <a:cubicBezTo>
                  <a:pt x="842572" y="710507"/>
                  <a:pt x="839880" y="712264"/>
                  <a:pt x="838085" y="713142"/>
                </a:cubicBezTo>
                <a:cubicBezTo>
                  <a:pt x="836291" y="713142"/>
                  <a:pt x="835393" y="715776"/>
                  <a:pt x="837188" y="716655"/>
                </a:cubicBezTo>
                <a:cubicBezTo>
                  <a:pt x="838085" y="717533"/>
                  <a:pt x="838983" y="720167"/>
                  <a:pt x="838983" y="721046"/>
                </a:cubicBezTo>
                <a:cubicBezTo>
                  <a:pt x="836291" y="723680"/>
                  <a:pt x="833599" y="726315"/>
                  <a:pt x="830907" y="724558"/>
                </a:cubicBezTo>
                <a:cubicBezTo>
                  <a:pt x="827318" y="722802"/>
                  <a:pt x="826421" y="720167"/>
                  <a:pt x="825523" y="716655"/>
                </a:cubicBezTo>
                <a:cubicBezTo>
                  <a:pt x="824626" y="713142"/>
                  <a:pt x="826421" y="710507"/>
                  <a:pt x="828215" y="707873"/>
                </a:cubicBezTo>
                <a:cubicBezTo>
                  <a:pt x="832702" y="706994"/>
                  <a:pt x="836291" y="703482"/>
                  <a:pt x="839880" y="699969"/>
                </a:cubicBezTo>
                <a:cubicBezTo>
                  <a:pt x="839880" y="699969"/>
                  <a:pt x="839880" y="699969"/>
                  <a:pt x="842572" y="691187"/>
                </a:cubicBezTo>
                <a:cubicBezTo>
                  <a:pt x="845263" y="688552"/>
                  <a:pt x="846161" y="684162"/>
                  <a:pt x="850647" y="682405"/>
                </a:cubicBezTo>
                <a:close/>
                <a:moveTo>
                  <a:pt x="923121" y="679230"/>
                </a:moveTo>
                <a:lnTo>
                  <a:pt x="924708" y="679230"/>
                </a:lnTo>
                <a:cubicBezTo>
                  <a:pt x="924708" y="679230"/>
                  <a:pt x="924708" y="679230"/>
                  <a:pt x="927883" y="686487"/>
                </a:cubicBezTo>
                <a:cubicBezTo>
                  <a:pt x="925502" y="687394"/>
                  <a:pt x="920740" y="691930"/>
                  <a:pt x="919946" y="686487"/>
                </a:cubicBezTo>
                <a:cubicBezTo>
                  <a:pt x="919946" y="683766"/>
                  <a:pt x="920740" y="680137"/>
                  <a:pt x="923121" y="679230"/>
                </a:cubicBezTo>
                <a:close/>
                <a:moveTo>
                  <a:pt x="50512" y="678260"/>
                </a:moveTo>
                <a:cubicBezTo>
                  <a:pt x="52298" y="678480"/>
                  <a:pt x="54441" y="679142"/>
                  <a:pt x="56346" y="678701"/>
                </a:cubicBezTo>
                <a:cubicBezTo>
                  <a:pt x="56346" y="681346"/>
                  <a:pt x="52536" y="682228"/>
                  <a:pt x="50631" y="683992"/>
                </a:cubicBezTo>
                <a:cubicBezTo>
                  <a:pt x="48726" y="683992"/>
                  <a:pt x="48726" y="681346"/>
                  <a:pt x="46821" y="680465"/>
                </a:cubicBezTo>
                <a:cubicBezTo>
                  <a:pt x="47297" y="678260"/>
                  <a:pt x="48726" y="678039"/>
                  <a:pt x="50512" y="678260"/>
                </a:cubicBezTo>
                <a:close/>
                <a:moveTo>
                  <a:pt x="69705" y="676055"/>
                </a:moveTo>
                <a:cubicBezTo>
                  <a:pt x="75096" y="676055"/>
                  <a:pt x="81387" y="676945"/>
                  <a:pt x="85879" y="681395"/>
                </a:cubicBezTo>
                <a:cubicBezTo>
                  <a:pt x="88575" y="684955"/>
                  <a:pt x="91271" y="689404"/>
                  <a:pt x="90372" y="694744"/>
                </a:cubicBezTo>
                <a:cubicBezTo>
                  <a:pt x="89474" y="698304"/>
                  <a:pt x="86778" y="701864"/>
                  <a:pt x="83184" y="702754"/>
                </a:cubicBezTo>
                <a:cubicBezTo>
                  <a:pt x="80488" y="702754"/>
                  <a:pt x="76894" y="701864"/>
                  <a:pt x="75995" y="699194"/>
                </a:cubicBezTo>
                <a:cubicBezTo>
                  <a:pt x="74198" y="695634"/>
                  <a:pt x="77792" y="692964"/>
                  <a:pt x="75995" y="689404"/>
                </a:cubicBezTo>
                <a:cubicBezTo>
                  <a:pt x="73299" y="684955"/>
                  <a:pt x="69705" y="691184"/>
                  <a:pt x="65212" y="691184"/>
                </a:cubicBezTo>
                <a:cubicBezTo>
                  <a:pt x="58922" y="695634"/>
                  <a:pt x="58023" y="703644"/>
                  <a:pt x="59820" y="710763"/>
                </a:cubicBezTo>
                <a:cubicBezTo>
                  <a:pt x="60719" y="716103"/>
                  <a:pt x="67009" y="718773"/>
                  <a:pt x="66111" y="725003"/>
                </a:cubicBezTo>
                <a:cubicBezTo>
                  <a:pt x="64313" y="727672"/>
                  <a:pt x="66111" y="733012"/>
                  <a:pt x="61618" y="734792"/>
                </a:cubicBezTo>
                <a:cubicBezTo>
                  <a:pt x="54429" y="730342"/>
                  <a:pt x="50835" y="722333"/>
                  <a:pt x="46342" y="715213"/>
                </a:cubicBezTo>
                <a:cubicBezTo>
                  <a:pt x="43646" y="704534"/>
                  <a:pt x="47240" y="693854"/>
                  <a:pt x="54429" y="685845"/>
                </a:cubicBezTo>
                <a:cubicBezTo>
                  <a:pt x="58922" y="681395"/>
                  <a:pt x="63415" y="677835"/>
                  <a:pt x="69705" y="676055"/>
                </a:cubicBezTo>
                <a:close/>
                <a:moveTo>
                  <a:pt x="33426" y="671292"/>
                </a:moveTo>
                <a:cubicBezTo>
                  <a:pt x="43248" y="672208"/>
                  <a:pt x="43248" y="682282"/>
                  <a:pt x="46820" y="688693"/>
                </a:cubicBezTo>
                <a:cubicBezTo>
                  <a:pt x="45927" y="691441"/>
                  <a:pt x="45034" y="693272"/>
                  <a:pt x="43248" y="695104"/>
                </a:cubicBezTo>
                <a:cubicBezTo>
                  <a:pt x="36998" y="692357"/>
                  <a:pt x="32533" y="684114"/>
                  <a:pt x="32533" y="676787"/>
                </a:cubicBezTo>
                <a:cubicBezTo>
                  <a:pt x="33426" y="674956"/>
                  <a:pt x="32533" y="672208"/>
                  <a:pt x="33426" y="671292"/>
                </a:cubicBezTo>
                <a:close/>
                <a:moveTo>
                  <a:pt x="920973" y="669705"/>
                </a:moveTo>
                <a:cubicBezTo>
                  <a:pt x="924708" y="669705"/>
                  <a:pt x="923774" y="673369"/>
                  <a:pt x="922840" y="674284"/>
                </a:cubicBezTo>
                <a:cubicBezTo>
                  <a:pt x="920039" y="676116"/>
                  <a:pt x="917237" y="679779"/>
                  <a:pt x="915370" y="682527"/>
                </a:cubicBezTo>
                <a:cubicBezTo>
                  <a:pt x="913502" y="686190"/>
                  <a:pt x="919105" y="692601"/>
                  <a:pt x="913502" y="693517"/>
                </a:cubicBezTo>
                <a:cubicBezTo>
                  <a:pt x="908833" y="688938"/>
                  <a:pt x="908833" y="683443"/>
                  <a:pt x="911634" y="677948"/>
                </a:cubicBezTo>
                <a:cubicBezTo>
                  <a:pt x="913502" y="674284"/>
                  <a:pt x="917237" y="671537"/>
                  <a:pt x="920973" y="669705"/>
                </a:cubicBezTo>
                <a:close/>
                <a:moveTo>
                  <a:pt x="157416" y="664943"/>
                </a:moveTo>
                <a:cubicBezTo>
                  <a:pt x="158298" y="664943"/>
                  <a:pt x="159180" y="667594"/>
                  <a:pt x="159180" y="668478"/>
                </a:cubicBezTo>
                <a:cubicBezTo>
                  <a:pt x="161826" y="673781"/>
                  <a:pt x="161826" y="679967"/>
                  <a:pt x="160062" y="685270"/>
                </a:cubicBezTo>
                <a:cubicBezTo>
                  <a:pt x="160062" y="685270"/>
                  <a:pt x="160062" y="685270"/>
                  <a:pt x="160944" y="689688"/>
                </a:cubicBezTo>
                <a:cubicBezTo>
                  <a:pt x="166236" y="690572"/>
                  <a:pt x="171527" y="690572"/>
                  <a:pt x="175055" y="694107"/>
                </a:cubicBezTo>
                <a:cubicBezTo>
                  <a:pt x="176819" y="697642"/>
                  <a:pt x="180347" y="702061"/>
                  <a:pt x="176819" y="705596"/>
                </a:cubicBezTo>
                <a:cubicBezTo>
                  <a:pt x="174173" y="707364"/>
                  <a:pt x="172409" y="708248"/>
                  <a:pt x="169763" y="707364"/>
                </a:cubicBezTo>
                <a:cubicBezTo>
                  <a:pt x="167117" y="705596"/>
                  <a:pt x="166236" y="703829"/>
                  <a:pt x="167117" y="700294"/>
                </a:cubicBezTo>
                <a:cubicBezTo>
                  <a:pt x="167999" y="699410"/>
                  <a:pt x="167999" y="697642"/>
                  <a:pt x="166236" y="696759"/>
                </a:cubicBezTo>
                <a:cubicBezTo>
                  <a:pt x="162708" y="696759"/>
                  <a:pt x="160062" y="699410"/>
                  <a:pt x="157416" y="702945"/>
                </a:cubicBezTo>
                <a:cubicBezTo>
                  <a:pt x="156534" y="705596"/>
                  <a:pt x="155652" y="710015"/>
                  <a:pt x="159180" y="712666"/>
                </a:cubicBezTo>
                <a:cubicBezTo>
                  <a:pt x="164472" y="722388"/>
                  <a:pt x="176819" y="711783"/>
                  <a:pt x="182110" y="721504"/>
                </a:cubicBezTo>
                <a:cubicBezTo>
                  <a:pt x="185638" y="723271"/>
                  <a:pt x="188284" y="721504"/>
                  <a:pt x="192694" y="721504"/>
                </a:cubicBezTo>
                <a:cubicBezTo>
                  <a:pt x="196221" y="722388"/>
                  <a:pt x="198867" y="725039"/>
                  <a:pt x="200631" y="728574"/>
                </a:cubicBezTo>
                <a:cubicBezTo>
                  <a:pt x="200631" y="729458"/>
                  <a:pt x="202395" y="731225"/>
                  <a:pt x="200631" y="732993"/>
                </a:cubicBezTo>
                <a:cubicBezTo>
                  <a:pt x="199749" y="734760"/>
                  <a:pt x="197103" y="736528"/>
                  <a:pt x="195339" y="735644"/>
                </a:cubicBezTo>
                <a:cubicBezTo>
                  <a:pt x="192694" y="734760"/>
                  <a:pt x="192694" y="729458"/>
                  <a:pt x="190048" y="730342"/>
                </a:cubicBezTo>
                <a:cubicBezTo>
                  <a:pt x="188284" y="737412"/>
                  <a:pt x="190048" y="746249"/>
                  <a:pt x="184756" y="750668"/>
                </a:cubicBezTo>
                <a:cubicBezTo>
                  <a:pt x="182992" y="750668"/>
                  <a:pt x="180347" y="749784"/>
                  <a:pt x="179465" y="748017"/>
                </a:cubicBezTo>
                <a:cubicBezTo>
                  <a:pt x="180347" y="744482"/>
                  <a:pt x="181228" y="740063"/>
                  <a:pt x="181228" y="735644"/>
                </a:cubicBezTo>
                <a:cubicBezTo>
                  <a:pt x="179465" y="731225"/>
                  <a:pt x="175055" y="727690"/>
                  <a:pt x="170645" y="725039"/>
                </a:cubicBezTo>
                <a:cubicBezTo>
                  <a:pt x="168881" y="724155"/>
                  <a:pt x="166236" y="725923"/>
                  <a:pt x="163590" y="725923"/>
                </a:cubicBezTo>
                <a:cubicBezTo>
                  <a:pt x="161826" y="727690"/>
                  <a:pt x="160944" y="729458"/>
                  <a:pt x="160944" y="731225"/>
                </a:cubicBezTo>
                <a:cubicBezTo>
                  <a:pt x="161826" y="734760"/>
                  <a:pt x="167117" y="732109"/>
                  <a:pt x="167999" y="736528"/>
                </a:cubicBezTo>
                <a:cubicBezTo>
                  <a:pt x="168881" y="740063"/>
                  <a:pt x="166236" y="742714"/>
                  <a:pt x="163590" y="742714"/>
                </a:cubicBezTo>
                <a:cubicBezTo>
                  <a:pt x="160062" y="742714"/>
                  <a:pt x="155652" y="741831"/>
                  <a:pt x="153888" y="737412"/>
                </a:cubicBezTo>
                <a:cubicBezTo>
                  <a:pt x="151243" y="732109"/>
                  <a:pt x="152125" y="725923"/>
                  <a:pt x="155652" y="722388"/>
                </a:cubicBezTo>
                <a:cubicBezTo>
                  <a:pt x="155652" y="719736"/>
                  <a:pt x="152125" y="717969"/>
                  <a:pt x="151243" y="715318"/>
                </a:cubicBezTo>
                <a:cubicBezTo>
                  <a:pt x="146833" y="710015"/>
                  <a:pt x="148597" y="702061"/>
                  <a:pt x="151243" y="696759"/>
                </a:cubicBezTo>
                <a:cubicBezTo>
                  <a:pt x="153888" y="694991"/>
                  <a:pt x="155652" y="692340"/>
                  <a:pt x="155652" y="688805"/>
                </a:cubicBezTo>
                <a:cubicBezTo>
                  <a:pt x="152125" y="680851"/>
                  <a:pt x="152125" y="672013"/>
                  <a:pt x="157416" y="664943"/>
                </a:cubicBezTo>
                <a:close/>
                <a:moveTo>
                  <a:pt x="76694" y="663355"/>
                </a:moveTo>
                <a:cubicBezTo>
                  <a:pt x="78714" y="663355"/>
                  <a:pt x="79725" y="665087"/>
                  <a:pt x="80735" y="666819"/>
                </a:cubicBezTo>
                <a:cubicBezTo>
                  <a:pt x="80735" y="668551"/>
                  <a:pt x="81745" y="672014"/>
                  <a:pt x="79725" y="672880"/>
                </a:cubicBezTo>
                <a:cubicBezTo>
                  <a:pt x="79725" y="672880"/>
                  <a:pt x="79725" y="672880"/>
                  <a:pt x="70633" y="672014"/>
                </a:cubicBezTo>
                <a:cubicBezTo>
                  <a:pt x="71643" y="668551"/>
                  <a:pt x="75684" y="665087"/>
                  <a:pt x="76694" y="663355"/>
                </a:cubicBezTo>
                <a:close/>
                <a:moveTo>
                  <a:pt x="927883" y="661314"/>
                </a:moveTo>
                <a:cubicBezTo>
                  <a:pt x="926109" y="669478"/>
                  <a:pt x="916350" y="667664"/>
                  <a:pt x="911915" y="674014"/>
                </a:cubicBezTo>
                <a:cubicBezTo>
                  <a:pt x="909253" y="677642"/>
                  <a:pt x="906592" y="683085"/>
                  <a:pt x="908366" y="688528"/>
                </a:cubicBezTo>
                <a:cubicBezTo>
                  <a:pt x="908366" y="693971"/>
                  <a:pt x="914576" y="697599"/>
                  <a:pt x="910141" y="702135"/>
                </a:cubicBezTo>
                <a:cubicBezTo>
                  <a:pt x="905705" y="703042"/>
                  <a:pt x="903044" y="697599"/>
                  <a:pt x="900382" y="693971"/>
                </a:cubicBezTo>
                <a:cubicBezTo>
                  <a:pt x="897721" y="686714"/>
                  <a:pt x="897721" y="678549"/>
                  <a:pt x="901269" y="671292"/>
                </a:cubicBezTo>
                <a:cubicBezTo>
                  <a:pt x="908366" y="664942"/>
                  <a:pt x="918125" y="658592"/>
                  <a:pt x="927883" y="661314"/>
                </a:cubicBezTo>
                <a:close/>
                <a:moveTo>
                  <a:pt x="79453" y="657005"/>
                </a:moveTo>
                <a:cubicBezTo>
                  <a:pt x="84744" y="658819"/>
                  <a:pt x="84744" y="665169"/>
                  <a:pt x="86508" y="668798"/>
                </a:cubicBezTo>
                <a:cubicBezTo>
                  <a:pt x="86508" y="671519"/>
                  <a:pt x="86508" y="674241"/>
                  <a:pt x="84744" y="676055"/>
                </a:cubicBezTo>
                <a:cubicBezTo>
                  <a:pt x="82098" y="676055"/>
                  <a:pt x="84744" y="671519"/>
                  <a:pt x="83862" y="669705"/>
                </a:cubicBezTo>
                <a:cubicBezTo>
                  <a:pt x="83862" y="665169"/>
                  <a:pt x="82098" y="661541"/>
                  <a:pt x="78571" y="658819"/>
                </a:cubicBezTo>
                <a:cubicBezTo>
                  <a:pt x="78571" y="658819"/>
                  <a:pt x="78571" y="658819"/>
                  <a:pt x="79453" y="657005"/>
                </a:cubicBezTo>
                <a:close/>
                <a:moveTo>
                  <a:pt x="968046" y="655417"/>
                </a:moveTo>
                <a:cubicBezTo>
                  <a:pt x="970745" y="657216"/>
                  <a:pt x="969846" y="660815"/>
                  <a:pt x="969846" y="663513"/>
                </a:cubicBezTo>
                <a:cubicBezTo>
                  <a:pt x="967147" y="669810"/>
                  <a:pt x="962649" y="676107"/>
                  <a:pt x="956352" y="679705"/>
                </a:cubicBezTo>
                <a:cubicBezTo>
                  <a:pt x="952754" y="680605"/>
                  <a:pt x="948256" y="682404"/>
                  <a:pt x="944658" y="679705"/>
                </a:cubicBezTo>
                <a:cubicBezTo>
                  <a:pt x="943758" y="677906"/>
                  <a:pt x="944658" y="676107"/>
                  <a:pt x="946457" y="676107"/>
                </a:cubicBezTo>
                <a:cubicBezTo>
                  <a:pt x="952754" y="676107"/>
                  <a:pt x="958151" y="672509"/>
                  <a:pt x="961749" y="667111"/>
                </a:cubicBezTo>
                <a:cubicBezTo>
                  <a:pt x="965348" y="663513"/>
                  <a:pt x="960850" y="656317"/>
                  <a:pt x="968046" y="655417"/>
                </a:cubicBezTo>
                <a:close/>
                <a:moveTo>
                  <a:pt x="77899" y="644503"/>
                </a:moveTo>
                <a:cubicBezTo>
                  <a:pt x="84310" y="642717"/>
                  <a:pt x="88889" y="648968"/>
                  <a:pt x="93468" y="652540"/>
                </a:cubicBezTo>
                <a:cubicBezTo>
                  <a:pt x="93468" y="652540"/>
                  <a:pt x="93468" y="652540"/>
                  <a:pt x="98047" y="659683"/>
                </a:cubicBezTo>
                <a:cubicBezTo>
                  <a:pt x="100795" y="668613"/>
                  <a:pt x="99879" y="679328"/>
                  <a:pt x="95300" y="685579"/>
                </a:cubicBezTo>
                <a:cubicBezTo>
                  <a:pt x="90721" y="685579"/>
                  <a:pt x="91636" y="681114"/>
                  <a:pt x="88889" y="679328"/>
                </a:cubicBezTo>
                <a:cubicBezTo>
                  <a:pt x="88889" y="675757"/>
                  <a:pt x="90721" y="672185"/>
                  <a:pt x="89805" y="668613"/>
                </a:cubicBezTo>
                <a:cubicBezTo>
                  <a:pt x="90721" y="660576"/>
                  <a:pt x="83394" y="656112"/>
                  <a:pt x="78815" y="651647"/>
                </a:cubicBezTo>
                <a:cubicBezTo>
                  <a:pt x="77899" y="649861"/>
                  <a:pt x="76983" y="647182"/>
                  <a:pt x="77899" y="644503"/>
                </a:cubicBezTo>
                <a:close/>
                <a:moveTo>
                  <a:pt x="981360" y="644305"/>
                </a:moveTo>
                <a:cubicBezTo>
                  <a:pt x="984867" y="646088"/>
                  <a:pt x="983113" y="650544"/>
                  <a:pt x="983113" y="654109"/>
                </a:cubicBezTo>
                <a:cubicBezTo>
                  <a:pt x="986620" y="669260"/>
                  <a:pt x="976977" y="680845"/>
                  <a:pt x="966457" y="688867"/>
                </a:cubicBezTo>
                <a:cubicBezTo>
                  <a:pt x="956813" y="695105"/>
                  <a:pt x="944540" y="693323"/>
                  <a:pt x="934896" y="687084"/>
                </a:cubicBezTo>
                <a:cubicBezTo>
                  <a:pt x="930513" y="683519"/>
                  <a:pt x="927883" y="678172"/>
                  <a:pt x="927883" y="671933"/>
                </a:cubicBezTo>
                <a:cubicBezTo>
                  <a:pt x="929636" y="668368"/>
                  <a:pt x="930513" y="663912"/>
                  <a:pt x="934896" y="663021"/>
                </a:cubicBezTo>
                <a:cubicBezTo>
                  <a:pt x="938403" y="663021"/>
                  <a:pt x="941910" y="663021"/>
                  <a:pt x="942787" y="666586"/>
                </a:cubicBezTo>
                <a:cubicBezTo>
                  <a:pt x="945417" y="671933"/>
                  <a:pt x="940157" y="674607"/>
                  <a:pt x="940157" y="679063"/>
                </a:cubicBezTo>
                <a:cubicBezTo>
                  <a:pt x="942787" y="682628"/>
                  <a:pt x="946293" y="683519"/>
                  <a:pt x="950677" y="683519"/>
                </a:cubicBezTo>
                <a:cubicBezTo>
                  <a:pt x="959443" y="684410"/>
                  <a:pt x="967333" y="676389"/>
                  <a:pt x="970840" y="669260"/>
                </a:cubicBezTo>
                <a:cubicBezTo>
                  <a:pt x="973470" y="664803"/>
                  <a:pt x="974347" y="658565"/>
                  <a:pt x="971717" y="653217"/>
                </a:cubicBezTo>
                <a:cubicBezTo>
                  <a:pt x="974347" y="648761"/>
                  <a:pt x="978730" y="647870"/>
                  <a:pt x="981360" y="644305"/>
                </a:cubicBezTo>
                <a:close/>
                <a:moveTo>
                  <a:pt x="38185" y="637955"/>
                </a:moveTo>
                <a:cubicBezTo>
                  <a:pt x="42630" y="638844"/>
                  <a:pt x="39963" y="643289"/>
                  <a:pt x="41741" y="645956"/>
                </a:cubicBezTo>
                <a:cubicBezTo>
                  <a:pt x="41741" y="650401"/>
                  <a:pt x="46186" y="652179"/>
                  <a:pt x="48853" y="654846"/>
                </a:cubicBezTo>
                <a:cubicBezTo>
                  <a:pt x="52409" y="656624"/>
                  <a:pt x="56854" y="653957"/>
                  <a:pt x="59521" y="656624"/>
                </a:cubicBezTo>
                <a:cubicBezTo>
                  <a:pt x="57743" y="660180"/>
                  <a:pt x="52409" y="659291"/>
                  <a:pt x="48853" y="659291"/>
                </a:cubicBezTo>
                <a:cubicBezTo>
                  <a:pt x="41741" y="655735"/>
                  <a:pt x="38185" y="647734"/>
                  <a:pt x="37296" y="639733"/>
                </a:cubicBezTo>
                <a:cubicBezTo>
                  <a:pt x="37296" y="639733"/>
                  <a:pt x="37296" y="639733"/>
                  <a:pt x="38185" y="637955"/>
                </a:cubicBezTo>
                <a:close/>
                <a:moveTo>
                  <a:pt x="938759" y="630017"/>
                </a:moveTo>
                <a:cubicBezTo>
                  <a:pt x="944129" y="630017"/>
                  <a:pt x="950395" y="630017"/>
                  <a:pt x="954870" y="632675"/>
                </a:cubicBezTo>
                <a:cubicBezTo>
                  <a:pt x="952185" y="635333"/>
                  <a:pt x="946814" y="635333"/>
                  <a:pt x="943234" y="633561"/>
                </a:cubicBezTo>
                <a:cubicBezTo>
                  <a:pt x="932493" y="635333"/>
                  <a:pt x="921752" y="638878"/>
                  <a:pt x="917277" y="649510"/>
                </a:cubicBezTo>
                <a:cubicBezTo>
                  <a:pt x="911011" y="649510"/>
                  <a:pt x="902060" y="646852"/>
                  <a:pt x="894900" y="651282"/>
                </a:cubicBezTo>
                <a:cubicBezTo>
                  <a:pt x="884159" y="655712"/>
                  <a:pt x="876998" y="668117"/>
                  <a:pt x="876998" y="680522"/>
                </a:cubicBezTo>
                <a:cubicBezTo>
                  <a:pt x="876998" y="680522"/>
                  <a:pt x="876998" y="680522"/>
                  <a:pt x="878789" y="690268"/>
                </a:cubicBezTo>
                <a:cubicBezTo>
                  <a:pt x="882369" y="694699"/>
                  <a:pt x="885054" y="699129"/>
                  <a:pt x="888634" y="703559"/>
                </a:cubicBezTo>
                <a:cubicBezTo>
                  <a:pt x="887739" y="715078"/>
                  <a:pt x="891320" y="727482"/>
                  <a:pt x="898480" y="735457"/>
                </a:cubicBezTo>
                <a:cubicBezTo>
                  <a:pt x="901165" y="738115"/>
                  <a:pt x="905641" y="739001"/>
                  <a:pt x="907431" y="742545"/>
                </a:cubicBezTo>
                <a:cubicBezTo>
                  <a:pt x="907431" y="744317"/>
                  <a:pt x="904746" y="743431"/>
                  <a:pt x="903851" y="742545"/>
                </a:cubicBezTo>
                <a:cubicBezTo>
                  <a:pt x="894900" y="738115"/>
                  <a:pt x="885949" y="729254"/>
                  <a:pt x="885949" y="718622"/>
                </a:cubicBezTo>
                <a:cubicBezTo>
                  <a:pt x="885949" y="718622"/>
                  <a:pt x="885949" y="718622"/>
                  <a:pt x="884159" y="705331"/>
                </a:cubicBezTo>
                <a:cubicBezTo>
                  <a:pt x="878789" y="698243"/>
                  <a:pt x="872523" y="690268"/>
                  <a:pt x="871628" y="680522"/>
                </a:cubicBezTo>
                <a:cubicBezTo>
                  <a:pt x="870733" y="667231"/>
                  <a:pt x="876998" y="653940"/>
                  <a:pt x="889529" y="648624"/>
                </a:cubicBezTo>
                <a:cubicBezTo>
                  <a:pt x="896690" y="644194"/>
                  <a:pt x="905641" y="644194"/>
                  <a:pt x="913696" y="645080"/>
                </a:cubicBezTo>
                <a:cubicBezTo>
                  <a:pt x="920857" y="637992"/>
                  <a:pt x="928913" y="631789"/>
                  <a:pt x="938759" y="630017"/>
                </a:cubicBezTo>
                <a:close/>
                <a:moveTo>
                  <a:pt x="23586" y="628430"/>
                </a:moveTo>
                <a:cubicBezTo>
                  <a:pt x="27145" y="629315"/>
                  <a:pt x="30705" y="632857"/>
                  <a:pt x="33375" y="634627"/>
                </a:cubicBezTo>
                <a:cubicBezTo>
                  <a:pt x="31595" y="644366"/>
                  <a:pt x="36935" y="654105"/>
                  <a:pt x="44945" y="660302"/>
                </a:cubicBezTo>
                <a:cubicBezTo>
                  <a:pt x="48504" y="663843"/>
                  <a:pt x="54734" y="662958"/>
                  <a:pt x="59184" y="661187"/>
                </a:cubicBezTo>
                <a:cubicBezTo>
                  <a:pt x="63634" y="660302"/>
                  <a:pt x="63634" y="655875"/>
                  <a:pt x="63634" y="652334"/>
                </a:cubicBezTo>
                <a:cubicBezTo>
                  <a:pt x="63634" y="652334"/>
                  <a:pt x="61854" y="651449"/>
                  <a:pt x="60964" y="651449"/>
                </a:cubicBezTo>
                <a:cubicBezTo>
                  <a:pt x="59184" y="649678"/>
                  <a:pt x="54734" y="648793"/>
                  <a:pt x="56514" y="645251"/>
                </a:cubicBezTo>
                <a:cubicBezTo>
                  <a:pt x="57404" y="642595"/>
                  <a:pt x="60074" y="639054"/>
                  <a:pt x="63634" y="639054"/>
                </a:cubicBezTo>
                <a:cubicBezTo>
                  <a:pt x="66303" y="639054"/>
                  <a:pt x="69863" y="638169"/>
                  <a:pt x="71643" y="640825"/>
                </a:cubicBezTo>
                <a:cubicBezTo>
                  <a:pt x="76983" y="647022"/>
                  <a:pt x="76093" y="656761"/>
                  <a:pt x="72533" y="662958"/>
                </a:cubicBezTo>
                <a:cubicBezTo>
                  <a:pt x="68083" y="670926"/>
                  <a:pt x="59184" y="674467"/>
                  <a:pt x="50284" y="674467"/>
                </a:cubicBezTo>
                <a:cubicBezTo>
                  <a:pt x="44945" y="671811"/>
                  <a:pt x="39605" y="670926"/>
                  <a:pt x="34265" y="667385"/>
                </a:cubicBezTo>
                <a:cubicBezTo>
                  <a:pt x="24476" y="657646"/>
                  <a:pt x="18246" y="641710"/>
                  <a:pt x="23586" y="628430"/>
                </a:cubicBezTo>
                <a:close/>
                <a:moveTo>
                  <a:pt x="940843" y="619097"/>
                </a:moveTo>
                <a:cubicBezTo>
                  <a:pt x="948924" y="617317"/>
                  <a:pt x="957903" y="618207"/>
                  <a:pt x="965085" y="621766"/>
                </a:cubicBezTo>
                <a:cubicBezTo>
                  <a:pt x="965085" y="621766"/>
                  <a:pt x="965085" y="621766"/>
                  <a:pt x="965983" y="623546"/>
                </a:cubicBezTo>
                <a:cubicBezTo>
                  <a:pt x="965983" y="626215"/>
                  <a:pt x="962392" y="627105"/>
                  <a:pt x="960596" y="628885"/>
                </a:cubicBezTo>
                <a:cubicBezTo>
                  <a:pt x="954311" y="628885"/>
                  <a:pt x="948026" y="624436"/>
                  <a:pt x="940843" y="626215"/>
                </a:cubicBezTo>
                <a:cubicBezTo>
                  <a:pt x="930967" y="627105"/>
                  <a:pt x="921091" y="631554"/>
                  <a:pt x="914806" y="639562"/>
                </a:cubicBezTo>
                <a:cubicBezTo>
                  <a:pt x="912112" y="643122"/>
                  <a:pt x="909419" y="639562"/>
                  <a:pt x="906725" y="640452"/>
                </a:cubicBezTo>
                <a:cubicBezTo>
                  <a:pt x="895053" y="641342"/>
                  <a:pt x="884279" y="644901"/>
                  <a:pt x="877096" y="653799"/>
                </a:cubicBezTo>
                <a:cubicBezTo>
                  <a:pt x="877096" y="653799"/>
                  <a:pt x="877096" y="653799"/>
                  <a:pt x="875301" y="654689"/>
                </a:cubicBezTo>
                <a:cubicBezTo>
                  <a:pt x="870811" y="662697"/>
                  <a:pt x="867220" y="671595"/>
                  <a:pt x="868118" y="682273"/>
                </a:cubicBezTo>
                <a:cubicBezTo>
                  <a:pt x="869016" y="692061"/>
                  <a:pt x="877096" y="700959"/>
                  <a:pt x="882483" y="709857"/>
                </a:cubicBezTo>
                <a:cubicBezTo>
                  <a:pt x="882483" y="712527"/>
                  <a:pt x="882483" y="716086"/>
                  <a:pt x="883381" y="718755"/>
                </a:cubicBezTo>
                <a:cubicBezTo>
                  <a:pt x="883381" y="728543"/>
                  <a:pt x="890564" y="737441"/>
                  <a:pt x="898645" y="743670"/>
                </a:cubicBezTo>
                <a:cubicBezTo>
                  <a:pt x="902236" y="746339"/>
                  <a:pt x="909419" y="745450"/>
                  <a:pt x="910317" y="751678"/>
                </a:cubicBezTo>
                <a:cubicBezTo>
                  <a:pt x="909419" y="753458"/>
                  <a:pt x="911214" y="757017"/>
                  <a:pt x="907623" y="757017"/>
                </a:cubicBezTo>
                <a:cubicBezTo>
                  <a:pt x="895053" y="757017"/>
                  <a:pt x="886973" y="746339"/>
                  <a:pt x="879790" y="737441"/>
                </a:cubicBezTo>
                <a:cubicBezTo>
                  <a:pt x="876198" y="729433"/>
                  <a:pt x="873505" y="719645"/>
                  <a:pt x="871709" y="709857"/>
                </a:cubicBezTo>
                <a:cubicBezTo>
                  <a:pt x="860037" y="696510"/>
                  <a:pt x="856446" y="676045"/>
                  <a:pt x="863629" y="660028"/>
                </a:cubicBezTo>
                <a:cubicBezTo>
                  <a:pt x="866322" y="655579"/>
                  <a:pt x="867220" y="651130"/>
                  <a:pt x="869914" y="646681"/>
                </a:cubicBezTo>
                <a:cubicBezTo>
                  <a:pt x="877994" y="639562"/>
                  <a:pt x="886075" y="633334"/>
                  <a:pt x="895951" y="632444"/>
                </a:cubicBezTo>
                <a:cubicBezTo>
                  <a:pt x="901338" y="632444"/>
                  <a:pt x="905827" y="631554"/>
                  <a:pt x="909419" y="632444"/>
                </a:cubicBezTo>
                <a:cubicBezTo>
                  <a:pt x="920193" y="627995"/>
                  <a:pt x="929171" y="620876"/>
                  <a:pt x="940843" y="619097"/>
                </a:cubicBezTo>
                <a:close/>
                <a:moveTo>
                  <a:pt x="62974" y="610947"/>
                </a:moveTo>
                <a:cubicBezTo>
                  <a:pt x="66083" y="610947"/>
                  <a:pt x="69414" y="611618"/>
                  <a:pt x="72523" y="612066"/>
                </a:cubicBezTo>
                <a:cubicBezTo>
                  <a:pt x="77852" y="614751"/>
                  <a:pt x="82293" y="618332"/>
                  <a:pt x="84958" y="623703"/>
                </a:cubicBezTo>
                <a:cubicBezTo>
                  <a:pt x="88511" y="629075"/>
                  <a:pt x="92952" y="621913"/>
                  <a:pt x="96505" y="624599"/>
                </a:cubicBezTo>
                <a:cubicBezTo>
                  <a:pt x="106276" y="627284"/>
                  <a:pt x="116046" y="630865"/>
                  <a:pt x="121376" y="639817"/>
                </a:cubicBezTo>
                <a:cubicBezTo>
                  <a:pt x="126705" y="648769"/>
                  <a:pt x="129370" y="660407"/>
                  <a:pt x="126705" y="670254"/>
                </a:cubicBezTo>
                <a:cubicBezTo>
                  <a:pt x="123152" y="679206"/>
                  <a:pt x="120488" y="687263"/>
                  <a:pt x="111605" y="692634"/>
                </a:cubicBezTo>
                <a:cubicBezTo>
                  <a:pt x="114270" y="706062"/>
                  <a:pt x="108940" y="719490"/>
                  <a:pt x="99170" y="726652"/>
                </a:cubicBezTo>
                <a:cubicBezTo>
                  <a:pt x="97393" y="727547"/>
                  <a:pt x="94729" y="727547"/>
                  <a:pt x="92952" y="728442"/>
                </a:cubicBezTo>
                <a:cubicBezTo>
                  <a:pt x="93840" y="720385"/>
                  <a:pt x="104499" y="723071"/>
                  <a:pt x="106276" y="715909"/>
                </a:cubicBezTo>
                <a:cubicBezTo>
                  <a:pt x="109829" y="707852"/>
                  <a:pt x="109829" y="698005"/>
                  <a:pt x="108052" y="690844"/>
                </a:cubicBezTo>
                <a:cubicBezTo>
                  <a:pt x="116046" y="682787"/>
                  <a:pt x="124041" y="672940"/>
                  <a:pt x="124041" y="660407"/>
                </a:cubicBezTo>
                <a:cubicBezTo>
                  <a:pt x="123152" y="650559"/>
                  <a:pt x="120488" y="640712"/>
                  <a:pt x="111605" y="635341"/>
                </a:cubicBezTo>
                <a:cubicBezTo>
                  <a:pt x="104499" y="630865"/>
                  <a:pt x="94729" y="627284"/>
                  <a:pt x="86735" y="630865"/>
                </a:cubicBezTo>
                <a:cubicBezTo>
                  <a:pt x="84070" y="629075"/>
                  <a:pt x="84070" y="624599"/>
                  <a:pt x="80517" y="621913"/>
                </a:cubicBezTo>
                <a:cubicBezTo>
                  <a:pt x="75187" y="617437"/>
                  <a:pt x="69858" y="614751"/>
                  <a:pt x="61864" y="613856"/>
                </a:cubicBezTo>
                <a:cubicBezTo>
                  <a:pt x="60087" y="614751"/>
                  <a:pt x="56534" y="614751"/>
                  <a:pt x="54758" y="613856"/>
                </a:cubicBezTo>
                <a:cubicBezTo>
                  <a:pt x="56979" y="611618"/>
                  <a:pt x="59865" y="610947"/>
                  <a:pt x="62974" y="610947"/>
                </a:cubicBezTo>
                <a:close/>
                <a:moveTo>
                  <a:pt x="942824" y="598267"/>
                </a:moveTo>
                <a:cubicBezTo>
                  <a:pt x="943664" y="598267"/>
                  <a:pt x="945345" y="598267"/>
                  <a:pt x="945345" y="599133"/>
                </a:cubicBezTo>
                <a:cubicBezTo>
                  <a:pt x="945345" y="602597"/>
                  <a:pt x="941143" y="602597"/>
                  <a:pt x="939462" y="605194"/>
                </a:cubicBezTo>
                <a:cubicBezTo>
                  <a:pt x="937781" y="607792"/>
                  <a:pt x="936100" y="610390"/>
                  <a:pt x="935260" y="614719"/>
                </a:cubicBezTo>
                <a:cubicBezTo>
                  <a:pt x="935260" y="615585"/>
                  <a:pt x="933579" y="617317"/>
                  <a:pt x="931058" y="617317"/>
                </a:cubicBezTo>
                <a:cubicBezTo>
                  <a:pt x="931058" y="610390"/>
                  <a:pt x="936100" y="601731"/>
                  <a:pt x="942824" y="598267"/>
                </a:cubicBezTo>
                <a:close/>
                <a:moveTo>
                  <a:pt x="58383" y="595290"/>
                </a:moveTo>
                <a:cubicBezTo>
                  <a:pt x="69019" y="593505"/>
                  <a:pt x="78769" y="597075"/>
                  <a:pt x="87632" y="601537"/>
                </a:cubicBezTo>
                <a:cubicBezTo>
                  <a:pt x="87632" y="601537"/>
                  <a:pt x="87632" y="601537"/>
                  <a:pt x="92950" y="607783"/>
                </a:cubicBezTo>
                <a:cubicBezTo>
                  <a:pt x="96496" y="613137"/>
                  <a:pt x="104473" y="610460"/>
                  <a:pt x="110677" y="613137"/>
                </a:cubicBezTo>
                <a:cubicBezTo>
                  <a:pt x="127518" y="618492"/>
                  <a:pt x="140813" y="635447"/>
                  <a:pt x="142586" y="654187"/>
                </a:cubicBezTo>
                <a:cubicBezTo>
                  <a:pt x="145245" y="661326"/>
                  <a:pt x="141700" y="670250"/>
                  <a:pt x="140813" y="678281"/>
                </a:cubicBezTo>
                <a:cubicBezTo>
                  <a:pt x="138154" y="688097"/>
                  <a:pt x="131950" y="695236"/>
                  <a:pt x="124859" y="703268"/>
                </a:cubicBezTo>
                <a:cubicBezTo>
                  <a:pt x="125745" y="719331"/>
                  <a:pt x="118654" y="733609"/>
                  <a:pt x="104473" y="740748"/>
                </a:cubicBezTo>
                <a:cubicBezTo>
                  <a:pt x="100927" y="744317"/>
                  <a:pt x="95609" y="744317"/>
                  <a:pt x="90291" y="744317"/>
                </a:cubicBezTo>
                <a:cubicBezTo>
                  <a:pt x="89405" y="741640"/>
                  <a:pt x="89405" y="737178"/>
                  <a:pt x="90291" y="734501"/>
                </a:cubicBezTo>
                <a:cubicBezTo>
                  <a:pt x="93837" y="730931"/>
                  <a:pt x="98268" y="730931"/>
                  <a:pt x="101814" y="729147"/>
                </a:cubicBezTo>
                <a:cubicBezTo>
                  <a:pt x="108905" y="722900"/>
                  <a:pt x="115995" y="715761"/>
                  <a:pt x="116882" y="705052"/>
                </a:cubicBezTo>
                <a:cubicBezTo>
                  <a:pt x="116882" y="705052"/>
                  <a:pt x="116882" y="705052"/>
                  <a:pt x="116882" y="694344"/>
                </a:cubicBezTo>
                <a:cubicBezTo>
                  <a:pt x="130177" y="683635"/>
                  <a:pt x="134609" y="665788"/>
                  <a:pt x="131063" y="649725"/>
                </a:cubicBezTo>
                <a:cubicBezTo>
                  <a:pt x="127518" y="635447"/>
                  <a:pt x="114223" y="623846"/>
                  <a:pt x="100041" y="622061"/>
                </a:cubicBezTo>
                <a:cubicBezTo>
                  <a:pt x="96496" y="622954"/>
                  <a:pt x="92064" y="621169"/>
                  <a:pt x="89405" y="621169"/>
                </a:cubicBezTo>
                <a:cubicBezTo>
                  <a:pt x="84973" y="613137"/>
                  <a:pt x="75223" y="608676"/>
                  <a:pt x="66360" y="606891"/>
                </a:cubicBezTo>
                <a:cubicBezTo>
                  <a:pt x="60155" y="606891"/>
                  <a:pt x="54837" y="608676"/>
                  <a:pt x="48633" y="611353"/>
                </a:cubicBezTo>
                <a:cubicBezTo>
                  <a:pt x="44201" y="610460"/>
                  <a:pt x="40656" y="606891"/>
                  <a:pt x="38883" y="603321"/>
                </a:cubicBezTo>
                <a:cubicBezTo>
                  <a:pt x="44201" y="597967"/>
                  <a:pt x="51292" y="597075"/>
                  <a:pt x="58383" y="595290"/>
                </a:cubicBezTo>
                <a:close/>
                <a:moveTo>
                  <a:pt x="949780" y="585166"/>
                </a:moveTo>
                <a:cubicBezTo>
                  <a:pt x="954378" y="585490"/>
                  <a:pt x="958976" y="587000"/>
                  <a:pt x="962480" y="590019"/>
                </a:cubicBezTo>
                <a:cubicBezTo>
                  <a:pt x="962480" y="590019"/>
                  <a:pt x="962480" y="590019"/>
                  <a:pt x="965107" y="593470"/>
                </a:cubicBezTo>
                <a:cubicBezTo>
                  <a:pt x="965983" y="597784"/>
                  <a:pt x="965983" y="602098"/>
                  <a:pt x="963356" y="605549"/>
                </a:cubicBezTo>
                <a:cubicBezTo>
                  <a:pt x="960728" y="608137"/>
                  <a:pt x="956349" y="609863"/>
                  <a:pt x="952845" y="608137"/>
                </a:cubicBezTo>
                <a:cubicBezTo>
                  <a:pt x="950218" y="606412"/>
                  <a:pt x="948466" y="603824"/>
                  <a:pt x="949342" y="600373"/>
                </a:cubicBezTo>
                <a:cubicBezTo>
                  <a:pt x="949342" y="599510"/>
                  <a:pt x="950218" y="597784"/>
                  <a:pt x="950218" y="596059"/>
                </a:cubicBezTo>
                <a:cubicBezTo>
                  <a:pt x="947590" y="593470"/>
                  <a:pt x="944087" y="595196"/>
                  <a:pt x="941459" y="595196"/>
                </a:cubicBezTo>
                <a:cubicBezTo>
                  <a:pt x="933576" y="599510"/>
                  <a:pt x="927445" y="609000"/>
                  <a:pt x="927445" y="619353"/>
                </a:cubicBezTo>
                <a:cubicBezTo>
                  <a:pt x="923941" y="621079"/>
                  <a:pt x="920438" y="622804"/>
                  <a:pt x="916935" y="623667"/>
                </a:cubicBezTo>
                <a:cubicBezTo>
                  <a:pt x="915183" y="618491"/>
                  <a:pt x="918686" y="612451"/>
                  <a:pt x="919562" y="606412"/>
                </a:cubicBezTo>
                <a:cubicBezTo>
                  <a:pt x="924817" y="599510"/>
                  <a:pt x="927445" y="590882"/>
                  <a:pt x="937079" y="587431"/>
                </a:cubicBezTo>
                <a:cubicBezTo>
                  <a:pt x="940583" y="585706"/>
                  <a:pt x="945181" y="584843"/>
                  <a:pt x="949780" y="585166"/>
                </a:cubicBezTo>
                <a:close/>
                <a:moveTo>
                  <a:pt x="65242" y="581844"/>
                </a:moveTo>
                <a:cubicBezTo>
                  <a:pt x="66400" y="582370"/>
                  <a:pt x="67789" y="583420"/>
                  <a:pt x="69178" y="583420"/>
                </a:cubicBezTo>
                <a:cubicBezTo>
                  <a:pt x="69178" y="583420"/>
                  <a:pt x="69178" y="583420"/>
                  <a:pt x="72882" y="589303"/>
                </a:cubicBezTo>
                <a:cubicBezTo>
                  <a:pt x="72882" y="589303"/>
                  <a:pt x="72882" y="589303"/>
                  <a:pt x="73808" y="592665"/>
                </a:cubicBezTo>
                <a:cubicBezTo>
                  <a:pt x="69178" y="593505"/>
                  <a:pt x="69178" y="588463"/>
                  <a:pt x="67326" y="585941"/>
                </a:cubicBezTo>
                <a:cubicBezTo>
                  <a:pt x="67326" y="585941"/>
                  <a:pt x="67326" y="585941"/>
                  <a:pt x="62696" y="583420"/>
                </a:cubicBezTo>
                <a:cubicBezTo>
                  <a:pt x="63159" y="581319"/>
                  <a:pt x="64085" y="581319"/>
                  <a:pt x="65242" y="581844"/>
                </a:cubicBezTo>
                <a:close/>
                <a:moveTo>
                  <a:pt x="127102" y="578579"/>
                </a:moveTo>
                <a:cubicBezTo>
                  <a:pt x="128784" y="579571"/>
                  <a:pt x="130130" y="581335"/>
                  <a:pt x="131027" y="583099"/>
                </a:cubicBezTo>
                <a:cubicBezTo>
                  <a:pt x="134616" y="589272"/>
                  <a:pt x="129233" y="594564"/>
                  <a:pt x="130130" y="600737"/>
                </a:cubicBezTo>
                <a:cubicBezTo>
                  <a:pt x="134616" y="604265"/>
                  <a:pt x="137308" y="609557"/>
                  <a:pt x="137308" y="614848"/>
                </a:cubicBezTo>
                <a:cubicBezTo>
                  <a:pt x="137308" y="614848"/>
                  <a:pt x="137308" y="614848"/>
                  <a:pt x="136411" y="615730"/>
                </a:cubicBezTo>
                <a:cubicBezTo>
                  <a:pt x="131924" y="610439"/>
                  <a:pt x="122952" y="609557"/>
                  <a:pt x="121157" y="601619"/>
                </a:cubicBezTo>
                <a:cubicBezTo>
                  <a:pt x="120260" y="600737"/>
                  <a:pt x="118465" y="599855"/>
                  <a:pt x="116671" y="599855"/>
                </a:cubicBezTo>
                <a:cubicBezTo>
                  <a:pt x="119363" y="597210"/>
                  <a:pt x="118465" y="592800"/>
                  <a:pt x="122055" y="591918"/>
                </a:cubicBezTo>
                <a:cubicBezTo>
                  <a:pt x="123849" y="591036"/>
                  <a:pt x="124746" y="589272"/>
                  <a:pt x="124746" y="587508"/>
                </a:cubicBezTo>
                <a:cubicBezTo>
                  <a:pt x="122952" y="585744"/>
                  <a:pt x="120260" y="585744"/>
                  <a:pt x="119363" y="583099"/>
                </a:cubicBezTo>
                <a:cubicBezTo>
                  <a:pt x="119363" y="581335"/>
                  <a:pt x="121157" y="579571"/>
                  <a:pt x="121157" y="578689"/>
                </a:cubicBezTo>
                <a:cubicBezTo>
                  <a:pt x="123400" y="577366"/>
                  <a:pt x="125419" y="577586"/>
                  <a:pt x="127102" y="578579"/>
                </a:cubicBezTo>
                <a:close/>
                <a:moveTo>
                  <a:pt x="61945" y="564930"/>
                </a:moveTo>
                <a:cubicBezTo>
                  <a:pt x="70893" y="565807"/>
                  <a:pt x="79841" y="570194"/>
                  <a:pt x="84314" y="579844"/>
                </a:cubicBezTo>
                <a:cubicBezTo>
                  <a:pt x="86999" y="585108"/>
                  <a:pt x="89683" y="591249"/>
                  <a:pt x="88788" y="597390"/>
                </a:cubicBezTo>
                <a:cubicBezTo>
                  <a:pt x="84314" y="598267"/>
                  <a:pt x="80735" y="595635"/>
                  <a:pt x="78051" y="593881"/>
                </a:cubicBezTo>
                <a:cubicBezTo>
                  <a:pt x="78051" y="588617"/>
                  <a:pt x="75367" y="585985"/>
                  <a:pt x="72682" y="582476"/>
                </a:cubicBezTo>
                <a:cubicBezTo>
                  <a:pt x="69103" y="579844"/>
                  <a:pt x="64630" y="576335"/>
                  <a:pt x="59261" y="577212"/>
                </a:cubicBezTo>
                <a:cubicBezTo>
                  <a:pt x="57471" y="581599"/>
                  <a:pt x="58366" y="586862"/>
                  <a:pt x="52103" y="588617"/>
                </a:cubicBezTo>
                <a:cubicBezTo>
                  <a:pt x="49419" y="589494"/>
                  <a:pt x="46734" y="588617"/>
                  <a:pt x="44945" y="587740"/>
                </a:cubicBezTo>
                <a:cubicBezTo>
                  <a:pt x="40471" y="583353"/>
                  <a:pt x="42260" y="577212"/>
                  <a:pt x="44050" y="572826"/>
                </a:cubicBezTo>
                <a:cubicBezTo>
                  <a:pt x="48524" y="567562"/>
                  <a:pt x="54787" y="565807"/>
                  <a:pt x="61945" y="564930"/>
                </a:cubicBezTo>
                <a:close/>
                <a:moveTo>
                  <a:pt x="906363" y="553817"/>
                </a:moveTo>
                <a:cubicBezTo>
                  <a:pt x="908127" y="554699"/>
                  <a:pt x="909009" y="557345"/>
                  <a:pt x="908127" y="559109"/>
                </a:cubicBezTo>
                <a:cubicBezTo>
                  <a:pt x="907245" y="560873"/>
                  <a:pt x="905481" y="561755"/>
                  <a:pt x="903717" y="562637"/>
                </a:cubicBezTo>
                <a:cubicBezTo>
                  <a:pt x="899308" y="567928"/>
                  <a:pt x="894898" y="574102"/>
                  <a:pt x="898426" y="581157"/>
                </a:cubicBezTo>
                <a:cubicBezTo>
                  <a:pt x="901953" y="583803"/>
                  <a:pt x="905481" y="588213"/>
                  <a:pt x="909891" y="585567"/>
                </a:cubicBezTo>
                <a:cubicBezTo>
                  <a:pt x="910773" y="584685"/>
                  <a:pt x="912537" y="584685"/>
                  <a:pt x="912537" y="582921"/>
                </a:cubicBezTo>
                <a:cubicBezTo>
                  <a:pt x="912537" y="580275"/>
                  <a:pt x="908127" y="578512"/>
                  <a:pt x="909891" y="574984"/>
                </a:cubicBezTo>
                <a:cubicBezTo>
                  <a:pt x="912537" y="572338"/>
                  <a:pt x="916064" y="572338"/>
                  <a:pt x="918710" y="574102"/>
                </a:cubicBezTo>
                <a:cubicBezTo>
                  <a:pt x="921356" y="575866"/>
                  <a:pt x="923120" y="579394"/>
                  <a:pt x="923120" y="582039"/>
                </a:cubicBezTo>
                <a:cubicBezTo>
                  <a:pt x="923120" y="588213"/>
                  <a:pt x="919592" y="592623"/>
                  <a:pt x="915182" y="594387"/>
                </a:cubicBezTo>
                <a:cubicBezTo>
                  <a:pt x="913419" y="594387"/>
                  <a:pt x="909009" y="595269"/>
                  <a:pt x="909009" y="598796"/>
                </a:cubicBezTo>
                <a:cubicBezTo>
                  <a:pt x="910773" y="604970"/>
                  <a:pt x="906363" y="609380"/>
                  <a:pt x="903717" y="613789"/>
                </a:cubicBezTo>
                <a:cubicBezTo>
                  <a:pt x="898426" y="620845"/>
                  <a:pt x="886079" y="614671"/>
                  <a:pt x="882551" y="623491"/>
                </a:cubicBezTo>
                <a:cubicBezTo>
                  <a:pt x="879905" y="628782"/>
                  <a:pt x="874613" y="633192"/>
                  <a:pt x="868440" y="633192"/>
                </a:cubicBezTo>
                <a:cubicBezTo>
                  <a:pt x="867558" y="630546"/>
                  <a:pt x="871968" y="627900"/>
                  <a:pt x="873731" y="624373"/>
                </a:cubicBezTo>
                <a:cubicBezTo>
                  <a:pt x="877259" y="620845"/>
                  <a:pt x="879023" y="615553"/>
                  <a:pt x="878141" y="610262"/>
                </a:cubicBezTo>
                <a:cubicBezTo>
                  <a:pt x="877259" y="605852"/>
                  <a:pt x="873731" y="599678"/>
                  <a:pt x="877259" y="595269"/>
                </a:cubicBezTo>
                <a:cubicBezTo>
                  <a:pt x="879023" y="592623"/>
                  <a:pt x="882551" y="589977"/>
                  <a:pt x="885197" y="592623"/>
                </a:cubicBezTo>
                <a:cubicBezTo>
                  <a:pt x="886960" y="594387"/>
                  <a:pt x="889606" y="597032"/>
                  <a:pt x="888724" y="599678"/>
                </a:cubicBezTo>
                <a:cubicBezTo>
                  <a:pt x="886960" y="601442"/>
                  <a:pt x="883433" y="601442"/>
                  <a:pt x="883433" y="604970"/>
                </a:cubicBezTo>
                <a:cubicBezTo>
                  <a:pt x="884315" y="608498"/>
                  <a:pt x="887842" y="610262"/>
                  <a:pt x="890488" y="610262"/>
                </a:cubicBezTo>
                <a:cubicBezTo>
                  <a:pt x="894898" y="611144"/>
                  <a:pt x="897544" y="608498"/>
                  <a:pt x="900190" y="605852"/>
                </a:cubicBezTo>
                <a:cubicBezTo>
                  <a:pt x="901953" y="600560"/>
                  <a:pt x="901953" y="593505"/>
                  <a:pt x="896662" y="589977"/>
                </a:cubicBezTo>
                <a:cubicBezTo>
                  <a:pt x="892252" y="586449"/>
                  <a:pt x="889606" y="579394"/>
                  <a:pt x="889606" y="574102"/>
                </a:cubicBezTo>
                <a:cubicBezTo>
                  <a:pt x="885197" y="574102"/>
                  <a:pt x="881669" y="569692"/>
                  <a:pt x="879905" y="565282"/>
                </a:cubicBezTo>
                <a:cubicBezTo>
                  <a:pt x="879023" y="562637"/>
                  <a:pt x="879023" y="559109"/>
                  <a:pt x="880787" y="556463"/>
                </a:cubicBezTo>
                <a:cubicBezTo>
                  <a:pt x="882551" y="553817"/>
                  <a:pt x="885197" y="556463"/>
                  <a:pt x="886960" y="556463"/>
                </a:cubicBezTo>
                <a:cubicBezTo>
                  <a:pt x="893134" y="558227"/>
                  <a:pt x="883433" y="567928"/>
                  <a:pt x="893134" y="564400"/>
                </a:cubicBezTo>
                <a:cubicBezTo>
                  <a:pt x="896662" y="559109"/>
                  <a:pt x="901071" y="556463"/>
                  <a:pt x="906363" y="553817"/>
                </a:cubicBezTo>
                <a:close/>
                <a:moveTo>
                  <a:pt x="967769" y="553364"/>
                </a:moveTo>
                <a:cubicBezTo>
                  <a:pt x="968662" y="550642"/>
                  <a:pt x="971341" y="552456"/>
                  <a:pt x="972234" y="553364"/>
                </a:cubicBezTo>
                <a:cubicBezTo>
                  <a:pt x="972234" y="553364"/>
                  <a:pt x="972234" y="553364"/>
                  <a:pt x="978484" y="561528"/>
                </a:cubicBezTo>
                <a:cubicBezTo>
                  <a:pt x="980270" y="567878"/>
                  <a:pt x="979377" y="573321"/>
                  <a:pt x="976698" y="578764"/>
                </a:cubicBezTo>
                <a:cubicBezTo>
                  <a:pt x="974913" y="581485"/>
                  <a:pt x="971341" y="582392"/>
                  <a:pt x="968662" y="581485"/>
                </a:cubicBezTo>
                <a:cubicBezTo>
                  <a:pt x="965983" y="580578"/>
                  <a:pt x="966876" y="576949"/>
                  <a:pt x="966876" y="574228"/>
                </a:cubicBezTo>
                <a:cubicBezTo>
                  <a:pt x="969555" y="572414"/>
                  <a:pt x="973127" y="572414"/>
                  <a:pt x="972234" y="568785"/>
                </a:cubicBezTo>
                <a:cubicBezTo>
                  <a:pt x="974020" y="562435"/>
                  <a:pt x="967769" y="558806"/>
                  <a:pt x="967769" y="553364"/>
                </a:cubicBezTo>
                <a:close/>
                <a:moveTo>
                  <a:pt x="957411" y="549055"/>
                </a:moveTo>
                <a:cubicBezTo>
                  <a:pt x="960268" y="549055"/>
                  <a:pt x="963126" y="549962"/>
                  <a:pt x="965031" y="552684"/>
                </a:cubicBezTo>
                <a:cubicBezTo>
                  <a:pt x="965983" y="556312"/>
                  <a:pt x="965983" y="558127"/>
                  <a:pt x="965031" y="561755"/>
                </a:cubicBezTo>
                <a:cubicBezTo>
                  <a:pt x="962173" y="560848"/>
                  <a:pt x="959316" y="559034"/>
                  <a:pt x="956458" y="558127"/>
                </a:cubicBezTo>
                <a:cubicBezTo>
                  <a:pt x="956458" y="555405"/>
                  <a:pt x="956458" y="551777"/>
                  <a:pt x="957411" y="549055"/>
                </a:cubicBezTo>
                <a:close/>
                <a:moveTo>
                  <a:pt x="912405" y="542705"/>
                </a:moveTo>
                <a:cubicBezTo>
                  <a:pt x="915083" y="543587"/>
                  <a:pt x="918655" y="543587"/>
                  <a:pt x="922227" y="543587"/>
                </a:cubicBezTo>
                <a:cubicBezTo>
                  <a:pt x="923120" y="546233"/>
                  <a:pt x="920441" y="549761"/>
                  <a:pt x="921334" y="553288"/>
                </a:cubicBezTo>
                <a:cubicBezTo>
                  <a:pt x="919548" y="555934"/>
                  <a:pt x="915976" y="558580"/>
                  <a:pt x="912405" y="558580"/>
                </a:cubicBezTo>
                <a:cubicBezTo>
                  <a:pt x="912405" y="558580"/>
                  <a:pt x="912405" y="558580"/>
                  <a:pt x="911512" y="558580"/>
                </a:cubicBezTo>
                <a:cubicBezTo>
                  <a:pt x="911512" y="553288"/>
                  <a:pt x="908833" y="547115"/>
                  <a:pt x="912405" y="542705"/>
                </a:cubicBezTo>
                <a:close/>
                <a:moveTo>
                  <a:pt x="40888" y="539530"/>
                </a:moveTo>
                <a:cubicBezTo>
                  <a:pt x="40888" y="539530"/>
                  <a:pt x="40888" y="539530"/>
                  <a:pt x="40888" y="543860"/>
                </a:cubicBezTo>
                <a:cubicBezTo>
                  <a:pt x="38131" y="546457"/>
                  <a:pt x="36293" y="549921"/>
                  <a:pt x="36293" y="553385"/>
                </a:cubicBezTo>
                <a:cubicBezTo>
                  <a:pt x="36293" y="557714"/>
                  <a:pt x="43645" y="555982"/>
                  <a:pt x="41807" y="561178"/>
                </a:cubicBezTo>
                <a:cubicBezTo>
                  <a:pt x="41807" y="563776"/>
                  <a:pt x="39969" y="566373"/>
                  <a:pt x="38131" y="567239"/>
                </a:cubicBezTo>
                <a:cubicBezTo>
                  <a:pt x="34454" y="568105"/>
                  <a:pt x="30778" y="565507"/>
                  <a:pt x="28940" y="562910"/>
                </a:cubicBezTo>
                <a:cubicBezTo>
                  <a:pt x="26183" y="558580"/>
                  <a:pt x="26183" y="550787"/>
                  <a:pt x="28021" y="546457"/>
                </a:cubicBezTo>
                <a:cubicBezTo>
                  <a:pt x="31697" y="543860"/>
                  <a:pt x="36293" y="540396"/>
                  <a:pt x="40888" y="539530"/>
                </a:cubicBezTo>
                <a:close/>
                <a:moveTo>
                  <a:pt x="102092" y="536355"/>
                </a:moveTo>
                <a:cubicBezTo>
                  <a:pt x="108215" y="539030"/>
                  <a:pt x="114338" y="542596"/>
                  <a:pt x="116087" y="549729"/>
                </a:cubicBezTo>
                <a:cubicBezTo>
                  <a:pt x="117837" y="551512"/>
                  <a:pt x="120461" y="551512"/>
                  <a:pt x="122211" y="551512"/>
                </a:cubicBezTo>
                <a:cubicBezTo>
                  <a:pt x="122211" y="551512"/>
                  <a:pt x="122211" y="551512"/>
                  <a:pt x="123960" y="548838"/>
                </a:cubicBezTo>
                <a:cubicBezTo>
                  <a:pt x="123085" y="547054"/>
                  <a:pt x="118712" y="546163"/>
                  <a:pt x="120461" y="542596"/>
                </a:cubicBezTo>
                <a:cubicBezTo>
                  <a:pt x="121336" y="541705"/>
                  <a:pt x="122211" y="539030"/>
                  <a:pt x="123960" y="539922"/>
                </a:cubicBezTo>
                <a:cubicBezTo>
                  <a:pt x="127459" y="539922"/>
                  <a:pt x="130083" y="542596"/>
                  <a:pt x="130958" y="546163"/>
                </a:cubicBezTo>
                <a:cubicBezTo>
                  <a:pt x="130958" y="549729"/>
                  <a:pt x="130958" y="553296"/>
                  <a:pt x="128334" y="555970"/>
                </a:cubicBezTo>
                <a:cubicBezTo>
                  <a:pt x="125710" y="558645"/>
                  <a:pt x="121336" y="557754"/>
                  <a:pt x="118712" y="560428"/>
                </a:cubicBezTo>
                <a:cubicBezTo>
                  <a:pt x="119586" y="566670"/>
                  <a:pt x="116087" y="571128"/>
                  <a:pt x="114338" y="575586"/>
                </a:cubicBezTo>
                <a:cubicBezTo>
                  <a:pt x="111714" y="577369"/>
                  <a:pt x="108215" y="578260"/>
                  <a:pt x="108215" y="582718"/>
                </a:cubicBezTo>
                <a:cubicBezTo>
                  <a:pt x="107340" y="585393"/>
                  <a:pt x="108215" y="588960"/>
                  <a:pt x="109964" y="591634"/>
                </a:cubicBezTo>
                <a:cubicBezTo>
                  <a:pt x="109964" y="591634"/>
                  <a:pt x="109964" y="591634"/>
                  <a:pt x="114338" y="594309"/>
                </a:cubicBezTo>
                <a:cubicBezTo>
                  <a:pt x="112589" y="596093"/>
                  <a:pt x="113463" y="601442"/>
                  <a:pt x="109964" y="598767"/>
                </a:cubicBezTo>
                <a:cubicBezTo>
                  <a:pt x="103841" y="596984"/>
                  <a:pt x="102092" y="589851"/>
                  <a:pt x="100342" y="585393"/>
                </a:cubicBezTo>
                <a:cubicBezTo>
                  <a:pt x="100342" y="585393"/>
                  <a:pt x="100342" y="585393"/>
                  <a:pt x="101217" y="580044"/>
                </a:cubicBezTo>
                <a:cubicBezTo>
                  <a:pt x="95969" y="578260"/>
                  <a:pt x="90720" y="575586"/>
                  <a:pt x="88971" y="570236"/>
                </a:cubicBezTo>
                <a:cubicBezTo>
                  <a:pt x="88971" y="567561"/>
                  <a:pt x="88096" y="564886"/>
                  <a:pt x="90720" y="562212"/>
                </a:cubicBezTo>
                <a:cubicBezTo>
                  <a:pt x="92470" y="561320"/>
                  <a:pt x="95094" y="561320"/>
                  <a:pt x="96843" y="562212"/>
                </a:cubicBezTo>
                <a:cubicBezTo>
                  <a:pt x="100342" y="564886"/>
                  <a:pt x="93344" y="570236"/>
                  <a:pt x="99467" y="571128"/>
                </a:cubicBezTo>
                <a:cubicBezTo>
                  <a:pt x="102966" y="572019"/>
                  <a:pt x="106465" y="571128"/>
                  <a:pt x="108215" y="568453"/>
                </a:cubicBezTo>
                <a:cubicBezTo>
                  <a:pt x="111714" y="563995"/>
                  <a:pt x="111714" y="557754"/>
                  <a:pt x="110839" y="553296"/>
                </a:cubicBezTo>
                <a:cubicBezTo>
                  <a:pt x="108215" y="548838"/>
                  <a:pt x="105591" y="545271"/>
                  <a:pt x="101217" y="543488"/>
                </a:cubicBezTo>
                <a:cubicBezTo>
                  <a:pt x="99467" y="541705"/>
                  <a:pt x="101217" y="539030"/>
                  <a:pt x="101217" y="537247"/>
                </a:cubicBezTo>
                <a:cubicBezTo>
                  <a:pt x="101217" y="537247"/>
                  <a:pt x="101217" y="537247"/>
                  <a:pt x="102092" y="536355"/>
                </a:cubicBezTo>
                <a:close/>
                <a:moveTo>
                  <a:pt x="55055" y="534053"/>
                </a:moveTo>
                <a:cubicBezTo>
                  <a:pt x="55055" y="538419"/>
                  <a:pt x="59520" y="545404"/>
                  <a:pt x="52376" y="547150"/>
                </a:cubicBezTo>
                <a:cubicBezTo>
                  <a:pt x="50591" y="548023"/>
                  <a:pt x="48805" y="550642"/>
                  <a:pt x="47019" y="549769"/>
                </a:cubicBezTo>
                <a:cubicBezTo>
                  <a:pt x="46126" y="545404"/>
                  <a:pt x="45233" y="541038"/>
                  <a:pt x="47019" y="537546"/>
                </a:cubicBezTo>
                <a:cubicBezTo>
                  <a:pt x="49698" y="536673"/>
                  <a:pt x="51483" y="533180"/>
                  <a:pt x="55055" y="534053"/>
                </a:cubicBezTo>
                <a:close/>
                <a:moveTo>
                  <a:pt x="939246" y="530005"/>
                </a:moveTo>
                <a:cubicBezTo>
                  <a:pt x="942756" y="530904"/>
                  <a:pt x="941878" y="534498"/>
                  <a:pt x="943633" y="536295"/>
                </a:cubicBezTo>
                <a:cubicBezTo>
                  <a:pt x="942756" y="539890"/>
                  <a:pt x="938369" y="538092"/>
                  <a:pt x="936614" y="540788"/>
                </a:cubicBezTo>
                <a:cubicBezTo>
                  <a:pt x="933983" y="542585"/>
                  <a:pt x="933105" y="545281"/>
                  <a:pt x="933105" y="547977"/>
                </a:cubicBezTo>
                <a:cubicBezTo>
                  <a:pt x="933983" y="550673"/>
                  <a:pt x="935737" y="554267"/>
                  <a:pt x="938369" y="556064"/>
                </a:cubicBezTo>
                <a:cubicBezTo>
                  <a:pt x="941001" y="555166"/>
                  <a:pt x="943633" y="556963"/>
                  <a:pt x="943633" y="554267"/>
                </a:cubicBezTo>
                <a:cubicBezTo>
                  <a:pt x="943633" y="550673"/>
                  <a:pt x="937492" y="553368"/>
                  <a:pt x="937492" y="548875"/>
                </a:cubicBezTo>
                <a:cubicBezTo>
                  <a:pt x="937492" y="547078"/>
                  <a:pt x="937492" y="545281"/>
                  <a:pt x="939246" y="543484"/>
                </a:cubicBezTo>
                <a:cubicBezTo>
                  <a:pt x="941878" y="541687"/>
                  <a:pt x="945388" y="541687"/>
                  <a:pt x="948019" y="543484"/>
                </a:cubicBezTo>
                <a:cubicBezTo>
                  <a:pt x="952406" y="547078"/>
                  <a:pt x="953283" y="550673"/>
                  <a:pt x="952406" y="555166"/>
                </a:cubicBezTo>
                <a:cubicBezTo>
                  <a:pt x="951529" y="559658"/>
                  <a:pt x="947142" y="561456"/>
                  <a:pt x="943633" y="563253"/>
                </a:cubicBezTo>
                <a:cubicBezTo>
                  <a:pt x="941878" y="568644"/>
                  <a:pt x="941878" y="574934"/>
                  <a:pt x="935737" y="576732"/>
                </a:cubicBezTo>
                <a:cubicBezTo>
                  <a:pt x="934860" y="576732"/>
                  <a:pt x="933105" y="577630"/>
                  <a:pt x="932228" y="577630"/>
                </a:cubicBezTo>
                <a:cubicBezTo>
                  <a:pt x="930473" y="565050"/>
                  <a:pt x="919946" y="553368"/>
                  <a:pt x="928719" y="541687"/>
                </a:cubicBezTo>
                <a:cubicBezTo>
                  <a:pt x="933105" y="538991"/>
                  <a:pt x="938369" y="536295"/>
                  <a:pt x="939246" y="530005"/>
                </a:cubicBezTo>
                <a:close/>
                <a:moveTo>
                  <a:pt x="95961" y="528594"/>
                </a:moveTo>
                <a:cubicBezTo>
                  <a:pt x="97476" y="528594"/>
                  <a:pt x="98775" y="529035"/>
                  <a:pt x="99208" y="531240"/>
                </a:cubicBezTo>
                <a:cubicBezTo>
                  <a:pt x="98342" y="534768"/>
                  <a:pt x="97476" y="539177"/>
                  <a:pt x="97476" y="542705"/>
                </a:cubicBezTo>
                <a:cubicBezTo>
                  <a:pt x="94012" y="542705"/>
                  <a:pt x="92281" y="540059"/>
                  <a:pt x="89683" y="537413"/>
                </a:cubicBezTo>
                <a:cubicBezTo>
                  <a:pt x="89683" y="534768"/>
                  <a:pt x="89683" y="531240"/>
                  <a:pt x="91415" y="528594"/>
                </a:cubicBezTo>
                <a:cubicBezTo>
                  <a:pt x="92714" y="529035"/>
                  <a:pt x="94445" y="528594"/>
                  <a:pt x="95961" y="528594"/>
                </a:cubicBezTo>
                <a:close/>
                <a:moveTo>
                  <a:pt x="970340" y="523655"/>
                </a:moveTo>
                <a:cubicBezTo>
                  <a:pt x="972998" y="523655"/>
                  <a:pt x="975656" y="525387"/>
                  <a:pt x="975656" y="527119"/>
                </a:cubicBezTo>
                <a:cubicBezTo>
                  <a:pt x="978314" y="530582"/>
                  <a:pt x="976542" y="533180"/>
                  <a:pt x="976542" y="536644"/>
                </a:cubicBezTo>
                <a:cubicBezTo>
                  <a:pt x="980086" y="538376"/>
                  <a:pt x="981858" y="541839"/>
                  <a:pt x="981858" y="545303"/>
                </a:cubicBezTo>
                <a:cubicBezTo>
                  <a:pt x="981858" y="547901"/>
                  <a:pt x="981858" y="550498"/>
                  <a:pt x="980086" y="552230"/>
                </a:cubicBezTo>
                <a:cubicBezTo>
                  <a:pt x="972112" y="549632"/>
                  <a:pt x="965023" y="547035"/>
                  <a:pt x="957935" y="544437"/>
                </a:cubicBezTo>
                <a:cubicBezTo>
                  <a:pt x="952619" y="540973"/>
                  <a:pt x="945530" y="535778"/>
                  <a:pt x="943758" y="527985"/>
                </a:cubicBezTo>
                <a:cubicBezTo>
                  <a:pt x="944644" y="527119"/>
                  <a:pt x="944644" y="525387"/>
                  <a:pt x="946416" y="525387"/>
                </a:cubicBezTo>
                <a:cubicBezTo>
                  <a:pt x="949074" y="528851"/>
                  <a:pt x="954391" y="527985"/>
                  <a:pt x="958821" y="528851"/>
                </a:cubicBezTo>
                <a:cubicBezTo>
                  <a:pt x="959707" y="533180"/>
                  <a:pt x="959707" y="537510"/>
                  <a:pt x="965023" y="540107"/>
                </a:cubicBezTo>
                <a:cubicBezTo>
                  <a:pt x="965909" y="540107"/>
                  <a:pt x="967681" y="541839"/>
                  <a:pt x="969453" y="540107"/>
                </a:cubicBezTo>
                <a:cubicBezTo>
                  <a:pt x="969453" y="537510"/>
                  <a:pt x="965023" y="537510"/>
                  <a:pt x="964137" y="534912"/>
                </a:cubicBezTo>
                <a:cubicBezTo>
                  <a:pt x="963251" y="533180"/>
                  <a:pt x="963251" y="528851"/>
                  <a:pt x="965023" y="527119"/>
                </a:cubicBezTo>
                <a:cubicBezTo>
                  <a:pt x="965909" y="525387"/>
                  <a:pt x="968567" y="524521"/>
                  <a:pt x="970340" y="523655"/>
                </a:cubicBezTo>
                <a:close/>
                <a:moveTo>
                  <a:pt x="905369" y="514130"/>
                </a:moveTo>
                <a:cubicBezTo>
                  <a:pt x="908833" y="514130"/>
                  <a:pt x="914028" y="514130"/>
                  <a:pt x="914894" y="518628"/>
                </a:cubicBezTo>
                <a:cubicBezTo>
                  <a:pt x="915760" y="520427"/>
                  <a:pt x="914894" y="522226"/>
                  <a:pt x="914894" y="524025"/>
                </a:cubicBezTo>
                <a:cubicBezTo>
                  <a:pt x="914028" y="525824"/>
                  <a:pt x="911431" y="526724"/>
                  <a:pt x="909699" y="525824"/>
                </a:cubicBezTo>
                <a:cubicBezTo>
                  <a:pt x="908833" y="525824"/>
                  <a:pt x="907967" y="524925"/>
                  <a:pt x="907101" y="524925"/>
                </a:cubicBezTo>
                <a:cubicBezTo>
                  <a:pt x="905369" y="526724"/>
                  <a:pt x="907967" y="527624"/>
                  <a:pt x="908833" y="528523"/>
                </a:cubicBezTo>
                <a:cubicBezTo>
                  <a:pt x="911431" y="530322"/>
                  <a:pt x="914028" y="530322"/>
                  <a:pt x="915760" y="529423"/>
                </a:cubicBezTo>
                <a:cubicBezTo>
                  <a:pt x="918358" y="527624"/>
                  <a:pt x="918358" y="524925"/>
                  <a:pt x="920090" y="522226"/>
                </a:cubicBezTo>
                <a:cubicBezTo>
                  <a:pt x="920090" y="522226"/>
                  <a:pt x="920090" y="522226"/>
                  <a:pt x="929615" y="526724"/>
                </a:cubicBezTo>
                <a:cubicBezTo>
                  <a:pt x="929615" y="526724"/>
                  <a:pt x="929615" y="526724"/>
                  <a:pt x="937408" y="526724"/>
                </a:cubicBezTo>
                <a:cubicBezTo>
                  <a:pt x="935676" y="532121"/>
                  <a:pt x="931347" y="536619"/>
                  <a:pt x="926151" y="538418"/>
                </a:cubicBezTo>
                <a:cubicBezTo>
                  <a:pt x="914028" y="541117"/>
                  <a:pt x="902772" y="534820"/>
                  <a:pt x="890649" y="538418"/>
                </a:cubicBezTo>
                <a:cubicBezTo>
                  <a:pt x="889783" y="537519"/>
                  <a:pt x="890649" y="534820"/>
                  <a:pt x="890649" y="533021"/>
                </a:cubicBezTo>
                <a:cubicBezTo>
                  <a:pt x="893247" y="527624"/>
                  <a:pt x="900174" y="527624"/>
                  <a:pt x="899308" y="521327"/>
                </a:cubicBezTo>
                <a:cubicBezTo>
                  <a:pt x="899308" y="517728"/>
                  <a:pt x="902772" y="515929"/>
                  <a:pt x="905369" y="514130"/>
                </a:cubicBezTo>
                <a:close/>
                <a:moveTo>
                  <a:pt x="67691" y="514130"/>
                </a:moveTo>
                <a:cubicBezTo>
                  <a:pt x="72127" y="514130"/>
                  <a:pt x="71240" y="519625"/>
                  <a:pt x="74788" y="521457"/>
                </a:cubicBezTo>
                <a:cubicBezTo>
                  <a:pt x="78337" y="524205"/>
                  <a:pt x="81885" y="526036"/>
                  <a:pt x="86321" y="528784"/>
                </a:cubicBezTo>
                <a:cubicBezTo>
                  <a:pt x="88095" y="537027"/>
                  <a:pt x="81885" y="543438"/>
                  <a:pt x="78337" y="549849"/>
                </a:cubicBezTo>
                <a:cubicBezTo>
                  <a:pt x="78337" y="549849"/>
                  <a:pt x="78337" y="549849"/>
                  <a:pt x="76562" y="559008"/>
                </a:cubicBezTo>
                <a:cubicBezTo>
                  <a:pt x="73901" y="561755"/>
                  <a:pt x="71240" y="557176"/>
                  <a:pt x="68578" y="557176"/>
                </a:cubicBezTo>
                <a:cubicBezTo>
                  <a:pt x="62369" y="552596"/>
                  <a:pt x="65030" y="543438"/>
                  <a:pt x="58820" y="539774"/>
                </a:cubicBezTo>
                <a:cubicBezTo>
                  <a:pt x="58820" y="536111"/>
                  <a:pt x="57933" y="533363"/>
                  <a:pt x="58820" y="529700"/>
                </a:cubicBezTo>
                <a:cubicBezTo>
                  <a:pt x="61481" y="527868"/>
                  <a:pt x="65030" y="524205"/>
                  <a:pt x="67691" y="526952"/>
                </a:cubicBezTo>
                <a:cubicBezTo>
                  <a:pt x="71240" y="529700"/>
                  <a:pt x="69465" y="534279"/>
                  <a:pt x="69465" y="537943"/>
                </a:cubicBezTo>
                <a:cubicBezTo>
                  <a:pt x="71240" y="537943"/>
                  <a:pt x="73014" y="535195"/>
                  <a:pt x="73901" y="533363"/>
                </a:cubicBezTo>
                <a:cubicBezTo>
                  <a:pt x="74788" y="527868"/>
                  <a:pt x="73014" y="523289"/>
                  <a:pt x="67691" y="521457"/>
                </a:cubicBezTo>
                <a:cubicBezTo>
                  <a:pt x="66804" y="521457"/>
                  <a:pt x="65917" y="519625"/>
                  <a:pt x="65917" y="518709"/>
                </a:cubicBezTo>
                <a:cubicBezTo>
                  <a:pt x="65917" y="516878"/>
                  <a:pt x="66804" y="515046"/>
                  <a:pt x="67691" y="514130"/>
                </a:cubicBezTo>
                <a:close/>
                <a:moveTo>
                  <a:pt x="64968" y="503017"/>
                </a:moveTo>
                <a:cubicBezTo>
                  <a:pt x="65870" y="514884"/>
                  <a:pt x="59556" y="524924"/>
                  <a:pt x="49634" y="530401"/>
                </a:cubicBezTo>
                <a:cubicBezTo>
                  <a:pt x="43321" y="532227"/>
                  <a:pt x="37007" y="535878"/>
                  <a:pt x="30693" y="539529"/>
                </a:cubicBezTo>
                <a:cubicBezTo>
                  <a:pt x="27085" y="538616"/>
                  <a:pt x="27987" y="534965"/>
                  <a:pt x="26183" y="532227"/>
                </a:cubicBezTo>
                <a:cubicBezTo>
                  <a:pt x="27085" y="526750"/>
                  <a:pt x="30693" y="522186"/>
                  <a:pt x="29791" y="516709"/>
                </a:cubicBezTo>
                <a:cubicBezTo>
                  <a:pt x="28889" y="513058"/>
                  <a:pt x="33399" y="511232"/>
                  <a:pt x="35203" y="508494"/>
                </a:cubicBezTo>
                <a:cubicBezTo>
                  <a:pt x="37007" y="506668"/>
                  <a:pt x="40615" y="505756"/>
                  <a:pt x="43321" y="506668"/>
                </a:cubicBezTo>
                <a:cubicBezTo>
                  <a:pt x="46026" y="508494"/>
                  <a:pt x="48732" y="511232"/>
                  <a:pt x="49634" y="513971"/>
                </a:cubicBezTo>
                <a:cubicBezTo>
                  <a:pt x="49634" y="516709"/>
                  <a:pt x="49634" y="519448"/>
                  <a:pt x="46928" y="520360"/>
                </a:cubicBezTo>
                <a:cubicBezTo>
                  <a:pt x="45124" y="520360"/>
                  <a:pt x="44222" y="520360"/>
                  <a:pt x="42419" y="519448"/>
                </a:cubicBezTo>
                <a:cubicBezTo>
                  <a:pt x="41517" y="517622"/>
                  <a:pt x="42419" y="515796"/>
                  <a:pt x="40615" y="514884"/>
                </a:cubicBezTo>
                <a:cubicBezTo>
                  <a:pt x="38811" y="514884"/>
                  <a:pt x="38811" y="516709"/>
                  <a:pt x="38811" y="518535"/>
                </a:cubicBezTo>
                <a:cubicBezTo>
                  <a:pt x="38811" y="520360"/>
                  <a:pt x="40615" y="522186"/>
                  <a:pt x="43321" y="523099"/>
                </a:cubicBezTo>
                <a:cubicBezTo>
                  <a:pt x="46928" y="524924"/>
                  <a:pt x="49634" y="521273"/>
                  <a:pt x="52340" y="519448"/>
                </a:cubicBezTo>
                <a:cubicBezTo>
                  <a:pt x="55046" y="515796"/>
                  <a:pt x="50536" y="509407"/>
                  <a:pt x="56850" y="508494"/>
                </a:cubicBezTo>
                <a:cubicBezTo>
                  <a:pt x="60458" y="507581"/>
                  <a:pt x="61360" y="503930"/>
                  <a:pt x="64968" y="503017"/>
                </a:cubicBezTo>
                <a:close/>
                <a:moveTo>
                  <a:pt x="107592" y="500194"/>
                </a:moveTo>
                <a:cubicBezTo>
                  <a:pt x="110589" y="501056"/>
                  <a:pt x="113253" y="502995"/>
                  <a:pt x="114141" y="506011"/>
                </a:cubicBezTo>
                <a:cubicBezTo>
                  <a:pt x="114141" y="512905"/>
                  <a:pt x="123020" y="513767"/>
                  <a:pt x="123020" y="520661"/>
                </a:cubicBezTo>
                <a:cubicBezTo>
                  <a:pt x="122132" y="523246"/>
                  <a:pt x="122132" y="526694"/>
                  <a:pt x="120356" y="528417"/>
                </a:cubicBezTo>
                <a:cubicBezTo>
                  <a:pt x="117692" y="528417"/>
                  <a:pt x="115917" y="526694"/>
                  <a:pt x="114141" y="525832"/>
                </a:cubicBezTo>
                <a:cubicBezTo>
                  <a:pt x="114141" y="525832"/>
                  <a:pt x="114141" y="525832"/>
                  <a:pt x="88391" y="524108"/>
                </a:cubicBezTo>
                <a:cubicBezTo>
                  <a:pt x="80400" y="521523"/>
                  <a:pt x="73297" y="517214"/>
                  <a:pt x="70633" y="509458"/>
                </a:cubicBezTo>
                <a:cubicBezTo>
                  <a:pt x="70633" y="509458"/>
                  <a:pt x="70633" y="509458"/>
                  <a:pt x="70633" y="508596"/>
                </a:cubicBezTo>
                <a:cubicBezTo>
                  <a:pt x="77736" y="511182"/>
                  <a:pt x="84840" y="509458"/>
                  <a:pt x="90167" y="506011"/>
                </a:cubicBezTo>
                <a:cubicBezTo>
                  <a:pt x="91055" y="509458"/>
                  <a:pt x="92831" y="513767"/>
                  <a:pt x="97270" y="514629"/>
                </a:cubicBezTo>
                <a:cubicBezTo>
                  <a:pt x="100822" y="515491"/>
                  <a:pt x="102598" y="513767"/>
                  <a:pt x="105262" y="512043"/>
                </a:cubicBezTo>
                <a:cubicBezTo>
                  <a:pt x="106150" y="511182"/>
                  <a:pt x="105262" y="508596"/>
                  <a:pt x="105262" y="507735"/>
                </a:cubicBezTo>
                <a:cubicBezTo>
                  <a:pt x="105262" y="507735"/>
                  <a:pt x="105262" y="507735"/>
                  <a:pt x="103486" y="506873"/>
                </a:cubicBezTo>
                <a:cubicBezTo>
                  <a:pt x="101710" y="507735"/>
                  <a:pt x="102598" y="509458"/>
                  <a:pt x="100822" y="510320"/>
                </a:cubicBezTo>
                <a:cubicBezTo>
                  <a:pt x="98158" y="511182"/>
                  <a:pt x="94607" y="510320"/>
                  <a:pt x="94607" y="506873"/>
                </a:cubicBezTo>
                <a:cubicBezTo>
                  <a:pt x="94607" y="504288"/>
                  <a:pt x="96382" y="501702"/>
                  <a:pt x="99046" y="500840"/>
                </a:cubicBezTo>
                <a:cubicBezTo>
                  <a:pt x="101266" y="499548"/>
                  <a:pt x="104596" y="499332"/>
                  <a:pt x="107592" y="500194"/>
                </a:cubicBezTo>
                <a:close/>
                <a:moveTo>
                  <a:pt x="893663" y="499843"/>
                </a:moveTo>
                <a:cubicBezTo>
                  <a:pt x="898073" y="501638"/>
                  <a:pt x="896309" y="507021"/>
                  <a:pt x="900719" y="508816"/>
                </a:cubicBezTo>
                <a:cubicBezTo>
                  <a:pt x="902483" y="512405"/>
                  <a:pt x="897191" y="512405"/>
                  <a:pt x="896309" y="515994"/>
                </a:cubicBezTo>
                <a:cubicBezTo>
                  <a:pt x="895427" y="517788"/>
                  <a:pt x="896309" y="519583"/>
                  <a:pt x="894545" y="520480"/>
                </a:cubicBezTo>
                <a:cubicBezTo>
                  <a:pt x="890136" y="518686"/>
                  <a:pt x="888372" y="513302"/>
                  <a:pt x="886608" y="508816"/>
                </a:cubicBezTo>
                <a:cubicBezTo>
                  <a:pt x="888372" y="506124"/>
                  <a:pt x="890136" y="502535"/>
                  <a:pt x="893663" y="499843"/>
                </a:cubicBezTo>
                <a:close/>
                <a:moveTo>
                  <a:pt x="962201" y="499155"/>
                </a:moveTo>
                <a:cubicBezTo>
                  <a:pt x="967524" y="502753"/>
                  <a:pt x="971960" y="506351"/>
                  <a:pt x="975508" y="511749"/>
                </a:cubicBezTo>
                <a:cubicBezTo>
                  <a:pt x="975508" y="511749"/>
                  <a:pt x="975508" y="511749"/>
                  <a:pt x="974621" y="514447"/>
                </a:cubicBezTo>
                <a:cubicBezTo>
                  <a:pt x="970185" y="519845"/>
                  <a:pt x="963976" y="524343"/>
                  <a:pt x="956879" y="525242"/>
                </a:cubicBezTo>
                <a:cubicBezTo>
                  <a:pt x="952443" y="525242"/>
                  <a:pt x="948895" y="524343"/>
                  <a:pt x="945346" y="521644"/>
                </a:cubicBezTo>
                <a:cubicBezTo>
                  <a:pt x="945346" y="521644"/>
                  <a:pt x="945346" y="521644"/>
                  <a:pt x="945346" y="518046"/>
                </a:cubicBezTo>
                <a:cubicBezTo>
                  <a:pt x="948895" y="518046"/>
                  <a:pt x="951556" y="520744"/>
                  <a:pt x="955104" y="519845"/>
                </a:cubicBezTo>
                <a:cubicBezTo>
                  <a:pt x="956879" y="518046"/>
                  <a:pt x="959540" y="516246"/>
                  <a:pt x="959540" y="512648"/>
                </a:cubicBezTo>
                <a:cubicBezTo>
                  <a:pt x="959540" y="511749"/>
                  <a:pt x="959540" y="511749"/>
                  <a:pt x="958653" y="510849"/>
                </a:cubicBezTo>
                <a:cubicBezTo>
                  <a:pt x="956879" y="512648"/>
                  <a:pt x="955104" y="517146"/>
                  <a:pt x="951556" y="515347"/>
                </a:cubicBezTo>
                <a:cubicBezTo>
                  <a:pt x="948895" y="513548"/>
                  <a:pt x="946233" y="510849"/>
                  <a:pt x="947120" y="507251"/>
                </a:cubicBezTo>
                <a:cubicBezTo>
                  <a:pt x="946233" y="503653"/>
                  <a:pt x="948895" y="500954"/>
                  <a:pt x="950669" y="500054"/>
                </a:cubicBezTo>
                <a:cubicBezTo>
                  <a:pt x="954217" y="498255"/>
                  <a:pt x="958653" y="498255"/>
                  <a:pt x="962201" y="499155"/>
                </a:cubicBezTo>
                <a:close/>
                <a:moveTo>
                  <a:pt x="932790" y="498255"/>
                </a:moveTo>
                <a:cubicBezTo>
                  <a:pt x="936446" y="498255"/>
                  <a:pt x="939188" y="499996"/>
                  <a:pt x="941930" y="501737"/>
                </a:cubicBezTo>
                <a:cubicBezTo>
                  <a:pt x="941930" y="501737"/>
                  <a:pt x="941930" y="501737"/>
                  <a:pt x="941930" y="502608"/>
                </a:cubicBezTo>
                <a:cubicBezTo>
                  <a:pt x="938274" y="501737"/>
                  <a:pt x="933704" y="502608"/>
                  <a:pt x="930048" y="505220"/>
                </a:cubicBezTo>
                <a:cubicBezTo>
                  <a:pt x="928220" y="506961"/>
                  <a:pt x="927306" y="509572"/>
                  <a:pt x="929134" y="512184"/>
                </a:cubicBezTo>
                <a:cubicBezTo>
                  <a:pt x="929134" y="514796"/>
                  <a:pt x="930962" y="515666"/>
                  <a:pt x="933704" y="516537"/>
                </a:cubicBezTo>
                <a:cubicBezTo>
                  <a:pt x="934618" y="517407"/>
                  <a:pt x="935532" y="516537"/>
                  <a:pt x="935532" y="515666"/>
                </a:cubicBezTo>
                <a:cubicBezTo>
                  <a:pt x="934618" y="513054"/>
                  <a:pt x="930048" y="511313"/>
                  <a:pt x="932790" y="508702"/>
                </a:cubicBezTo>
                <a:cubicBezTo>
                  <a:pt x="934618" y="506961"/>
                  <a:pt x="937360" y="505220"/>
                  <a:pt x="939188" y="506961"/>
                </a:cubicBezTo>
                <a:cubicBezTo>
                  <a:pt x="942844" y="508702"/>
                  <a:pt x="943758" y="513054"/>
                  <a:pt x="943758" y="515666"/>
                </a:cubicBezTo>
                <a:cubicBezTo>
                  <a:pt x="941930" y="518278"/>
                  <a:pt x="941016" y="520889"/>
                  <a:pt x="938274" y="521760"/>
                </a:cubicBezTo>
                <a:cubicBezTo>
                  <a:pt x="928220" y="525242"/>
                  <a:pt x="920908" y="517407"/>
                  <a:pt x="913596" y="511313"/>
                </a:cubicBezTo>
                <a:cubicBezTo>
                  <a:pt x="913596" y="511313"/>
                  <a:pt x="913596" y="511313"/>
                  <a:pt x="914510" y="508702"/>
                </a:cubicBezTo>
                <a:cubicBezTo>
                  <a:pt x="919080" y="504349"/>
                  <a:pt x="925478" y="499126"/>
                  <a:pt x="932790" y="498255"/>
                </a:cubicBezTo>
                <a:close/>
                <a:moveTo>
                  <a:pt x="115744" y="483269"/>
                </a:moveTo>
                <a:cubicBezTo>
                  <a:pt x="122227" y="482380"/>
                  <a:pt x="124079" y="488603"/>
                  <a:pt x="127783" y="492159"/>
                </a:cubicBezTo>
                <a:cubicBezTo>
                  <a:pt x="124079" y="496604"/>
                  <a:pt x="123153" y="501938"/>
                  <a:pt x="119449" y="504605"/>
                </a:cubicBezTo>
                <a:cubicBezTo>
                  <a:pt x="116670" y="500160"/>
                  <a:pt x="112040" y="495715"/>
                  <a:pt x="106484" y="494826"/>
                </a:cubicBezTo>
                <a:cubicBezTo>
                  <a:pt x="106484" y="494826"/>
                  <a:pt x="106484" y="494826"/>
                  <a:pt x="105558" y="493937"/>
                </a:cubicBezTo>
                <a:cubicBezTo>
                  <a:pt x="110188" y="491270"/>
                  <a:pt x="112966" y="486825"/>
                  <a:pt x="115744" y="483269"/>
                </a:cubicBezTo>
                <a:close/>
                <a:moveTo>
                  <a:pt x="73856" y="481201"/>
                </a:moveTo>
                <a:cubicBezTo>
                  <a:pt x="83910" y="476030"/>
                  <a:pt x="91222" y="484648"/>
                  <a:pt x="97620" y="492404"/>
                </a:cubicBezTo>
                <a:cubicBezTo>
                  <a:pt x="97620" y="492404"/>
                  <a:pt x="97620" y="492404"/>
                  <a:pt x="97620" y="494989"/>
                </a:cubicBezTo>
                <a:cubicBezTo>
                  <a:pt x="91222" y="500160"/>
                  <a:pt x="84824" y="506192"/>
                  <a:pt x="74770" y="505330"/>
                </a:cubicBezTo>
                <a:cubicBezTo>
                  <a:pt x="71114" y="504469"/>
                  <a:pt x="69286" y="501883"/>
                  <a:pt x="68372" y="499298"/>
                </a:cubicBezTo>
                <a:cubicBezTo>
                  <a:pt x="71114" y="498436"/>
                  <a:pt x="72942" y="501021"/>
                  <a:pt x="75684" y="500160"/>
                </a:cubicBezTo>
                <a:cubicBezTo>
                  <a:pt x="79340" y="499298"/>
                  <a:pt x="82996" y="496713"/>
                  <a:pt x="83910" y="494127"/>
                </a:cubicBezTo>
                <a:cubicBezTo>
                  <a:pt x="83910" y="490680"/>
                  <a:pt x="82996" y="487233"/>
                  <a:pt x="79340" y="485510"/>
                </a:cubicBezTo>
                <a:cubicBezTo>
                  <a:pt x="79340" y="485510"/>
                  <a:pt x="78426" y="484648"/>
                  <a:pt x="77512" y="485510"/>
                </a:cubicBezTo>
                <a:cubicBezTo>
                  <a:pt x="76598" y="488095"/>
                  <a:pt x="80254" y="490680"/>
                  <a:pt x="79340" y="493266"/>
                </a:cubicBezTo>
                <a:cubicBezTo>
                  <a:pt x="77512" y="495851"/>
                  <a:pt x="73856" y="495851"/>
                  <a:pt x="71114" y="494989"/>
                </a:cubicBezTo>
                <a:cubicBezTo>
                  <a:pt x="68372" y="494127"/>
                  <a:pt x="67458" y="491542"/>
                  <a:pt x="67458" y="488957"/>
                </a:cubicBezTo>
                <a:cubicBezTo>
                  <a:pt x="67458" y="485510"/>
                  <a:pt x="70200" y="482924"/>
                  <a:pt x="73856" y="481201"/>
                </a:cubicBezTo>
                <a:close/>
                <a:moveTo>
                  <a:pt x="911679" y="479999"/>
                </a:moveTo>
                <a:cubicBezTo>
                  <a:pt x="916716" y="478978"/>
                  <a:pt x="921752" y="478298"/>
                  <a:pt x="927445" y="480566"/>
                </a:cubicBezTo>
                <a:cubicBezTo>
                  <a:pt x="932700" y="482380"/>
                  <a:pt x="937956" y="487823"/>
                  <a:pt x="940583" y="493266"/>
                </a:cubicBezTo>
                <a:cubicBezTo>
                  <a:pt x="940583" y="494173"/>
                  <a:pt x="940583" y="495987"/>
                  <a:pt x="939707" y="495987"/>
                </a:cubicBezTo>
                <a:cubicBezTo>
                  <a:pt x="933576" y="492359"/>
                  <a:pt x="926569" y="494173"/>
                  <a:pt x="921314" y="497802"/>
                </a:cubicBezTo>
                <a:cubicBezTo>
                  <a:pt x="918686" y="497802"/>
                  <a:pt x="919562" y="495080"/>
                  <a:pt x="917810" y="493266"/>
                </a:cubicBezTo>
                <a:cubicBezTo>
                  <a:pt x="915183" y="492359"/>
                  <a:pt x="912555" y="490544"/>
                  <a:pt x="909928" y="491452"/>
                </a:cubicBezTo>
                <a:cubicBezTo>
                  <a:pt x="908176" y="492359"/>
                  <a:pt x="905548" y="495080"/>
                  <a:pt x="906424" y="496894"/>
                </a:cubicBezTo>
                <a:cubicBezTo>
                  <a:pt x="909052" y="499616"/>
                  <a:pt x="909928" y="493266"/>
                  <a:pt x="914307" y="495080"/>
                </a:cubicBezTo>
                <a:cubicBezTo>
                  <a:pt x="916059" y="496894"/>
                  <a:pt x="916935" y="500523"/>
                  <a:pt x="915183" y="503244"/>
                </a:cubicBezTo>
                <a:cubicBezTo>
                  <a:pt x="913431" y="505966"/>
                  <a:pt x="911679" y="506873"/>
                  <a:pt x="908176" y="507780"/>
                </a:cubicBezTo>
                <a:cubicBezTo>
                  <a:pt x="902045" y="506873"/>
                  <a:pt x="898541" y="499616"/>
                  <a:pt x="896790" y="494173"/>
                </a:cubicBezTo>
                <a:cubicBezTo>
                  <a:pt x="893286" y="490544"/>
                  <a:pt x="889783" y="486009"/>
                  <a:pt x="889783" y="480566"/>
                </a:cubicBezTo>
                <a:cubicBezTo>
                  <a:pt x="892410" y="479659"/>
                  <a:pt x="894162" y="481473"/>
                  <a:pt x="895914" y="481473"/>
                </a:cubicBezTo>
                <a:cubicBezTo>
                  <a:pt x="901607" y="482380"/>
                  <a:pt x="906643" y="481019"/>
                  <a:pt x="911679" y="479999"/>
                </a:cubicBezTo>
                <a:close/>
                <a:moveTo>
                  <a:pt x="50660" y="476909"/>
                </a:moveTo>
                <a:cubicBezTo>
                  <a:pt x="53986" y="476373"/>
                  <a:pt x="57418" y="477017"/>
                  <a:pt x="59992" y="479591"/>
                </a:cubicBezTo>
                <a:cubicBezTo>
                  <a:pt x="60851" y="481307"/>
                  <a:pt x="64283" y="483023"/>
                  <a:pt x="63425" y="486456"/>
                </a:cubicBezTo>
                <a:cubicBezTo>
                  <a:pt x="59992" y="484739"/>
                  <a:pt x="55702" y="483881"/>
                  <a:pt x="53128" y="486456"/>
                </a:cubicBezTo>
                <a:cubicBezTo>
                  <a:pt x="51411" y="488172"/>
                  <a:pt x="47979" y="490746"/>
                  <a:pt x="49695" y="494179"/>
                </a:cubicBezTo>
                <a:cubicBezTo>
                  <a:pt x="53128" y="495037"/>
                  <a:pt x="53128" y="486456"/>
                  <a:pt x="58276" y="489030"/>
                </a:cubicBezTo>
                <a:cubicBezTo>
                  <a:pt x="60851" y="492462"/>
                  <a:pt x="62567" y="495037"/>
                  <a:pt x="60851" y="498469"/>
                </a:cubicBezTo>
                <a:cubicBezTo>
                  <a:pt x="60851" y="501902"/>
                  <a:pt x="56560" y="502760"/>
                  <a:pt x="53986" y="504476"/>
                </a:cubicBezTo>
                <a:cubicBezTo>
                  <a:pt x="47121" y="506192"/>
                  <a:pt x="41114" y="501043"/>
                  <a:pt x="37682" y="495895"/>
                </a:cubicBezTo>
                <a:cubicBezTo>
                  <a:pt x="35965" y="494179"/>
                  <a:pt x="33391" y="493321"/>
                  <a:pt x="32533" y="490746"/>
                </a:cubicBezTo>
                <a:cubicBezTo>
                  <a:pt x="35965" y="488172"/>
                  <a:pt x="40256" y="485598"/>
                  <a:pt x="41972" y="481307"/>
                </a:cubicBezTo>
                <a:cubicBezTo>
                  <a:pt x="44117" y="479162"/>
                  <a:pt x="47335" y="477445"/>
                  <a:pt x="50660" y="476909"/>
                </a:cubicBezTo>
                <a:close/>
                <a:moveTo>
                  <a:pt x="981352" y="464917"/>
                </a:moveTo>
                <a:cubicBezTo>
                  <a:pt x="983987" y="465813"/>
                  <a:pt x="983987" y="469395"/>
                  <a:pt x="983987" y="472081"/>
                </a:cubicBezTo>
                <a:cubicBezTo>
                  <a:pt x="986621" y="478350"/>
                  <a:pt x="977839" y="480141"/>
                  <a:pt x="980474" y="486409"/>
                </a:cubicBezTo>
                <a:cubicBezTo>
                  <a:pt x="981352" y="489096"/>
                  <a:pt x="980474" y="492678"/>
                  <a:pt x="979596" y="495365"/>
                </a:cubicBezTo>
                <a:cubicBezTo>
                  <a:pt x="978717" y="497156"/>
                  <a:pt x="976083" y="498947"/>
                  <a:pt x="972570" y="498947"/>
                </a:cubicBezTo>
                <a:cubicBezTo>
                  <a:pt x="969935" y="499842"/>
                  <a:pt x="968179" y="497156"/>
                  <a:pt x="966423" y="496260"/>
                </a:cubicBezTo>
                <a:cubicBezTo>
                  <a:pt x="964666" y="493574"/>
                  <a:pt x="963788" y="490887"/>
                  <a:pt x="964666" y="488200"/>
                </a:cubicBezTo>
                <a:cubicBezTo>
                  <a:pt x="965545" y="486409"/>
                  <a:pt x="967301" y="485514"/>
                  <a:pt x="969057" y="484618"/>
                </a:cubicBezTo>
                <a:cubicBezTo>
                  <a:pt x="971692" y="483723"/>
                  <a:pt x="973448" y="489991"/>
                  <a:pt x="975205" y="486409"/>
                </a:cubicBezTo>
                <a:cubicBezTo>
                  <a:pt x="974326" y="483723"/>
                  <a:pt x="971692" y="482827"/>
                  <a:pt x="970814" y="481932"/>
                </a:cubicBezTo>
                <a:cubicBezTo>
                  <a:pt x="967301" y="481932"/>
                  <a:pt x="964666" y="482827"/>
                  <a:pt x="962032" y="484618"/>
                </a:cubicBezTo>
                <a:cubicBezTo>
                  <a:pt x="959397" y="487305"/>
                  <a:pt x="961154" y="491783"/>
                  <a:pt x="959397" y="494469"/>
                </a:cubicBezTo>
                <a:cubicBezTo>
                  <a:pt x="955006" y="495365"/>
                  <a:pt x="949737" y="495365"/>
                  <a:pt x="947103" y="498947"/>
                </a:cubicBezTo>
                <a:cubicBezTo>
                  <a:pt x="947103" y="498947"/>
                  <a:pt x="947103" y="498947"/>
                  <a:pt x="945346" y="497156"/>
                </a:cubicBezTo>
                <a:cubicBezTo>
                  <a:pt x="947981" y="488200"/>
                  <a:pt x="951493" y="476559"/>
                  <a:pt x="962032" y="473872"/>
                </a:cubicBezTo>
                <a:cubicBezTo>
                  <a:pt x="969057" y="472081"/>
                  <a:pt x="976083" y="470290"/>
                  <a:pt x="981352" y="464917"/>
                </a:cubicBezTo>
                <a:close/>
                <a:moveTo>
                  <a:pt x="915778" y="460155"/>
                </a:moveTo>
                <a:cubicBezTo>
                  <a:pt x="918457" y="462801"/>
                  <a:pt x="924708" y="462801"/>
                  <a:pt x="924708" y="467211"/>
                </a:cubicBezTo>
                <a:cubicBezTo>
                  <a:pt x="924708" y="467211"/>
                  <a:pt x="924708" y="467211"/>
                  <a:pt x="922922" y="474266"/>
                </a:cubicBezTo>
                <a:cubicBezTo>
                  <a:pt x="920243" y="475148"/>
                  <a:pt x="916671" y="476030"/>
                  <a:pt x="913993" y="475148"/>
                </a:cubicBezTo>
                <a:cubicBezTo>
                  <a:pt x="910421" y="470738"/>
                  <a:pt x="913993" y="465447"/>
                  <a:pt x="914886" y="461037"/>
                </a:cubicBezTo>
                <a:cubicBezTo>
                  <a:pt x="914886" y="461037"/>
                  <a:pt x="914886" y="461037"/>
                  <a:pt x="915778" y="460155"/>
                </a:cubicBezTo>
                <a:close/>
                <a:moveTo>
                  <a:pt x="94177" y="460155"/>
                </a:moveTo>
                <a:cubicBezTo>
                  <a:pt x="102410" y="461069"/>
                  <a:pt x="112473" y="464725"/>
                  <a:pt x="121622" y="461069"/>
                </a:cubicBezTo>
                <a:cubicBezTo>
                  <a:pt x="126196" y="462897"/>
                  <a:pt x="121622" y="468381"/>
                  <a:pt x="120707" y="472037"/>
                </a:cubicBezTo>
                <a:cubicBezTo>
                  <a:pt x="117962" y="474779"/>
                  <a:pt x="117048" y="478435"/>
                  <a:pt x="112473" y="478435"/>
                </a:cubicBezTo>
                <a:cubicBezTo>
                  <a:pt x="110644" y="483005"/>
                  <a:pt x="110644" y="488489"/>
                  <a:pt x="105155" y="490317"/>
                </a:cubicBezTo>
                <a:cubicBezTo>
                  <a:pt x="102410" y="490317"/>
                  <a:pt x="99666" y="488489"/>
                  <a:pt x="97836" y="487575"/>
                </a:cubicBezTo>
                <a:cubicBezTo>
                  <a:pt x="95092" y="485747"/>
                  <a:pt x="94177" y="482091"/>
                  <a:pt x="95092" y="478435"/>
                </a:cubicBezTo>
                <a:cubicBezTo>
                  <a:pt x="96007" y="473865"/>
                  <a:pt x="107899" y="479349"/>
                  <a:pt x="101496" y="472037"/>
                </a:cubicBezTo>
                <a:cubicBezTo>
                  <a:pt x="96921" y="471123"/>
                  <a:pt x="93262" y="473865"/>
                  <a:pt x="90518" y="477521"/>
                </a:cubicBezTo>
                <a:cubicBezTo>
                  <a:pt x="85943" y="476607"/>
                  <a:pt x="79540" y="473865"/>
                  <a:pt x="74051" y="474779"/>
                </a:cubicBezTo>
                <a:cubicBezTo>
                  <a:pt x="73136" y="474779"/>
                  <a:pt x="72221" y="472951"/>
                  <a:pt x="73136" y="472037"/>
                </a:cubicBezTo>
                <a:cubicBezTo>
                  <a:pt x="79540" y="465639"/>
                  <a:pt x="85943" y="461069"/>
                  <a:pt x="94177" y="460155"/>
                </a:cubicBezTo>
                <a:close/>
                <a:moveTo>
                  <a:pt x="964792" y="458567"/>
                </a:moveTo>
                <a:cubicBezTo>
                  <a:pt x="966644" y="460155"/>
                  <a:pt x="965718" y="463329"/>
                  <a:pt x="966644" y="465711"/>
                </a:cubicBezTo>
                <a:cubicBezTo>
                  <a:pt x="967570" y="469679"/>
                  <a:pt x="961088" y="468092"/>
                  <a:pt x="959236" y="469679"/>
                </a:cubicBezTo>
                <a:cubicBezTo>
                  <a:pt x="956458" y="467298"/>
                  <a:pt x="956458" y="463329"/>
                  <a:pt x="957384" y="460948"/>
                </a:cubicBezTo>
                <a:cubicBezTo>
                  <a:pt x="959236" y="459361"/>
                  <a:pt x="962014" y="458567"/>
                  <a:pt x="964792" y="458567"/>
                </a:cubicBezTo>
                <a:close/>
                <a:moveTo>
                  <a:pt x="30477" y="447455"/>
                </a:moveTo>
                <a:cubicBezTo>
                  <a:pt x="30477" y="447455"/>
                  <a:pt x="30477" y="447455"/>
                  <a:pt x="36791" y="452898"/>
                </a:cubicBezTo>
                <a:cubicBezTo>
                  <a:pt x="44007" y="457434"/>
                  <a:pt x="53026" y="453805"/>
                  <a:pt x="59340" y="461062"/>
                </a:cubicBezTo>
                <a:cubicBezTo>
                  <a:pt x="64752" y="463784"/>
                  <a:pt x="67458" y="470134"/>
                  <a:pt x="66556" y="476484"/>
                </a:cubicBezTo>
                <a:cubicBezTo>
                  <a:pt x="63850" y="474669"/>
                  <a:pt x="60242" y="472855"/>
                  <a:pt x="56634" y="471948"/>
                </a:cubicBezTo>
                <a:cubicBezTo>
                  <a:pt x="52124" y="470134"/>
                  <a:pt x="50320" y="460155"/>
                  <a:pt x="44007" y="462877"/>
                </a:cubicBezTo>
                <a:cubicBezTo>
                  <a:pt x="44007" y="463784"/>
                  <a:pt x="42203" y="465598"/>
                  <a:pt x="43105" y="466505"/>
                </a:cubicBezTo>
                <a:cubicBezTo>
                  <a:pt x="45810" y="467412"/>
                  <a:pt x="50320" y="467412"/>
                  <a:pt x="49418" y="471041"/>
                </a:cubicBezTo>
                <a:cubicBezTo>
                  <a:pt x="49418" y="471041"/>
                  <a:pt x="49418" y="471041"/>
                  <a:pt x="37693" y="478298"/>
                </a:cubicBezTo>
                <a:cubicBezTo>
                  <a:pt x="34987" y="479205"/>
                  <a:pt x="34987" y="475577"/>
                  <a:pt x="33183" y="473762"/>
                </a:cubicBezTo>
                <a:cubicBezTo>
                  <a:pt x="33183" y="473762"/>
                  <a:pt x="33183" y="473762"/>
                  <a:pt x="33183" y="466505"/>
                </a:cubicBezTo>
                <a:cubicBezTo>
                  <a:pt x="28673" y="462877"/>
                  <a:pt x="27771" y="458341"/>
                  <a:pt x="27771" y="453805"/>
                </a:cubicBezTo>
                <a:cubicBezTo>
                  <a:pt x="27771" y="451084"/>
                  <a:pt x="28673" y="448362"/>
                  <a:pt x="30477" y="447455"/>
                </a:cubicBezTo>
                <a:close/>
                <a:moveTo>
                  <a:pt x="936501" y="445867"/>
                </a:moveTo>
                <a:cubicBezTo>
                  <a:pt x="936501" y="445867"/>
                  <a:pt x="936501" y="445867"/>
                  <a:pt x="946842" y="452090"/>
                </a:cubicBezTo>
                <a:cubicBezTo>
                  <a:pt x="948566" y="459202"/>
                  <a:pt x="958045" y="465425"/>
                  <a:pt x="952874" y="472537"/>
                </a:cubicBezTo>
                <a:cubicBezTo>
                  <a:pt x="950289" y="475204"/>
                  <a:pt x="948566" y="479649"/>
                  <a:pt x="945119" y="476982"/>
                </a:cubicBezTo>
                <a:cubicBezTo>
                  <a:pt x="943395" y="476093"/>
                  <a:pt x="941671" y="473426"/>
                  <a:pt x="941671" y="470759"/>
                </a:cubicBezTo>
                <a:cubicBezTo>
                  <a:pt x="941671" y="468981"/>
                  <a:pt x="945980" y="466314"/>
                  <a:pt x="943395" y="465425"/>
                </a:cubicBezTo>
                <a:cubicBezTo>
                  <a:pt x="940810" y="466314"/>
                  <a:pt x="939086" y="468092"/>
                  <a:pt x="938224" y="470759"/>
                </a:cubicBezTo>
                <a:cubicBezTo>
                  <a:pt x="938224" y="476093"/>
                  <a:pt x="941671" y="479649"/>
                  <a:pt x="945980" y="482316"/>
                </a:cubicBezTo>
                <a:cubicBezTo>
                  <a:pt x="945980" y="484983"/>
                  <a:pt x="944257" y="487650"/>
                  <a:pt x="943395" y="490317"/>
                </a:cubicBezTo>
                <a:cubicBezTo>
                  <a:pt x="940810" y="490317"/>
                  <a:pt x="940810" y="485872"/>
                  <a:pt x="939086" y="484094"/>
                </a:cubicBezTo>
                <a:cubicBezTo>
                  <a:pt x="935639" y="481427"/>
                  <a:pt x="931330" y="479649"/>
                  <a:pt x="927883" y="476982"/>
                </a:cubicBezTo>
                <a:cubicBezTo>
                  <a:pt x="927883" y="465425"/>
                  <a:pt x="934777" y="456535"/>
                  <a:pt x="936501" y="445867"/>
                </a:cubicBezTo>
                <a:close/>
                <a:moveTo>
                  <a:pt x="98109" y="442240"/>
                </a:moveTo>
                <a:cubicBezTo>
                  <a:pt x="99819" y="445868"/>
                  <a:pt x="102383" y="450404"/>
                  <a:pt x="101528" y="454032"/>
                </a:cubicBezTo>
                <a:cubicBezTo>
                  <a:pt x="99819" y="458568"/>
                  <a:pt x="95545" y="454032"/>
                  <a:pt x="92980" y="454940"/>
                </a:cubicBezTo>
                <a:cubicBezTo>
                  <a:pt x="92980" y="454940"/>
                  <a:pt x="92980" y="454940"/>
                  <a:pt x="91271" y="445868"/>
                </a:cubicBezTo>
                <a:cubicBezTo>
                  <a:pt x="93835" y="444961"/>
                  <a:pt x="95545" y="439518"/>
                  <a:pt x="98109" y="442240"/>
                </a:cubicBezTo>
                <a:close/>
                <a:moveTo>
                  <a:pt x="47797" y="442039"/>
                </a:moveTo>
                <a:cubicBezTo>
                  <a:pt x="50362" y="439518"/>
                  <a:pt x="53781" y="441199"/>
                  <a:pt x="55490" y="443720"/>
                </a:cubicBezTo>
                <a:cubicBezTo>
                  <a:pt x="56345" y="446241"/>
                  <a:pt x="54635" y="449603"/>
                  <a:pt x="53781" y="452965"/>
                </a:cubicBezTo>
                <a:cubicBezTo>
                  <a:pt x="52071" y="453805"/>
                  <a:pt x="50362" y="452124"/>
                  <a:pt x="48652" y="451284"/>
                </a:cubicBezTo>
                <a:cubicBezTo>
                  <a:pt x="46942" y="448763"/>
                  <a:pt x="45233" y="444561"/>
                  <a:pt x="47797" y="442039"/>
                </a:cubicBezTo>
                <a:close/>
                <a:moveTo>
                  <a:pt x="973286" y="439517"/>
                </a:moveTo>
                <a:cubicBezTo>
                  <a:pt x="976143" y="440410"/>
                  <a:pt x="979001" y="443089"/>
                  <a:pt x="979953" y="445768"/>
                </a:cubicBezTo>
                <a:cubicBezTo>
                  <a:pt x="981858" y="451126"/>
                  <a:pt x="980906" y="456484"/>
                  <a:pt x="979001" y="461841"/>
                </a:cubicBezTo>
                <a:cubicBezTo>
                  <a:pt x="976143" y="465413"/>
                  <a:pt x="973286" y="468092"/>
                  <a:pt x="969476" y="466306"/>
                </a:cubicBezTo>
                <a:cubicBezTo>
                  <a:pt x="968524" y="463627"/>
                  <a:pt x="972333" y="461841"/>
                  <a:pt x="973286" y="458269"/>
                </a:cubicBezTo>
                <a:cubicBezTo>
                  <a:pt x="974238" y="455591"/>
                  <a:pt x="975191" y="452912"/>
                  <a:pt x="973286" y="449340"/>
                </a:cubicBezTo>
                <a:cubicBezTo>
                  <a:pt x="971381" y="448447"/>
                  <a:pt x="967571" y="448447"/>
                  <a:pt x="967571" y="444875"/>
                </a:cubicBezTo>
                <a:cubicBezTo>
                  <a:pt x="968524" y="443089"/>
                  <a:pt x="970429" y="440410"/>
                  <a:pt x="973286" y="439517"/>
                </a:cubicBezTo>
                <a:close/>
                <a:moveTo>
                  <a:pt x="79038" y="425230"/>
                </a:moveTo>
                <a:cubicBezTo>
                  <a:pt x="79925" y="427845"/>
                  <a:pt x="78150" y="432203"/>
                  <a:pt x="79925" y="434817"/>
                </a:cubicBezTo>
                <a:cubicBezTo>
                  <a:pt x="80812" y="442661"/>
                  <a:pt x="89683" y="447019"/>
                  <a:pt x="88796" y="455735"/>
                </a:cubicBezTo>
                <a:cubicBezTo>
                  <a:pt x="81699" y="458350"/>
                  <a:pt x="75489" y="463579"/>
                  <a:pt x="71053" y="469680"/>
                </a:cubicBezTo>
                <a:cubicBezTo>
                  <a:pt x="69279" y="468809"/>
                  <a:pt x="69279" y="466194"/>
                  <a:pt x="68392" y="465322"/>
                </a:cubicBezTo>
                <a:cubicBezTo>
                  <a:pt x="69279" y="462708"/>
                  <a:pt x="71941" y="463579"/>
                  <a:pt x="73715" y="461836"/>
                </a:cubicBezTo>
                <a:cubicBezTo>
                  <a:pt x="76376" y="458350"/>
                  <a:pt x="79038" y="453992"/>
                  <a:pt x="77263" y="449634"/>
                </a:cubicBezTo>
                <a:cubicBezTo>
                  <a:pt x="77263" y="448762"/>
                  <a:pt x="75489" y="447019"/>
                  <a:pt x="74602" y="446148"/>
                </a:cubicBezTo>
                <a:cubicBezTo>
                  <a:pt x="72828" y="446148"/>
                  <a:pt x="71941" y="446148"/>
                  <a:pt x="71053" y="447019"/>
                </a:cubicBezTo>
                <a:cubicBezTo>
                  <a:pt x="72828" y="449634"/>
                  <a:pt x="74602" y="453120"/>
                  <a:pt x="72828" y="456607"/>
                </a:cubicBezTo>
                <a:cubicBezTo>
                  <a:pt x="71053" y="460093"/>
                  <a:pt x="66618" y="459221"/>
                  <a:pt x="63957" y="458350"/>
                </a:cubicBezTo>
                <a:cubicBezTo>
                  <a:pt x="62182" y="456607"/>
                  <a:pt x="60408" y="453992"/>
                  <a:pt x="60408" y="451377"/>
                </a:cubicBezTo>
                <a:cubicBezTo>
                  <a:pt x="59521" y="447019"/>
                  <a:pt x="63957" y="444405"/>
                  <a:pt x="65731" y="440918"/>
                </a:cubicBezTo>
                <a:cubicBezTo>
                  <a:pt x="65731" y="436561"/>
                  <a:pt x="65731" y="433946"/>
                  <a:pt x="67505" y="431331"/>
                </a:cubicBezTo>
                <a:cubicBezTo>
                  <a:pt x="71053" y="428716"/>
                  <a:pt x="74602" y="426102"/>
                  <a:pt x="79038" y="425230"/>
                </a:cubicBezTo>
                <a:close/>
                <a:moveTo>
                  <a:pt x="40708" y="419781"/>
                </a:moveTo>
                <a:cubicBezTo>
                  <a:pt x="43328" y="418880"/>
                  <a:pt x="45074" y="420682"/>
                  <a:pt x="45947" y="422484"/>
                </a:cubicBezTo>
                <a:cubicBezTo>
                  <a:pt x="46820" y="425187"/>
                  <a:pt x="45074" y="426088"/>
                  <a:pt x="43328" y="426088"/>
                </a:cubicBezTo>
                <a:cubicBezTo>
                  <a:pt x="41581" y="426989"/>
                  <a:pt x="39835" y="428791"/>
                  <a:pt x="38089" y="430593"/>
                </a:cubicBezTo>
                <a:cubicBezTo>
                  <a:pt x="37216" y="435098"/>
                  <a:pt x="37216" y="439603"/>
                  <a:pt x="40708" y="443207"/>
                </a:cubicBezTo>
                <a:cubicBezTo>
                  <a:pt x="43328" y="444108"/>
                  <a:pt x="43328" y="447712"/>
                  <a:pt x="43328" y="450415"/>
                </a:cubicBezTo>
                <a:cubicBezTo>
                  <a:pt x="40708" y="452217"/>
                  <a:pt x="38962" y="449514"/>
                  <a:pt x="36343" y="448613"/>
                </a:cubicBezTo>
                <a:cubicBezTo>
                  <a:pt x="30231" y="443207"/>
                  <a:pt x="29358" y="434197"/>
                  <a:pt x="30231" y="426989"/>
                </a:cubicBezTo>
                <a:cubicBezTo>
                  <a:pt x="32850" y="422484"/>
                  <a:pt x="36343" y="421583"/>
                  <a:pt x="40708" y="419781"/>
                </a:cubicBezTo>
                <a:close/>
                <a:moveTo>
                  <a:pt x="938334" y="410942"/>
                </a:moveTo>
                <a:cubicBezTo>
                  <a:pt x="942038" y="413621"/>
                  <a:pt x="942038" y="419872"/>
                  <a:pt x="946668" y="421657"/>
                </a:cubicBezTo>
                <a:cubicBezTo>
                  <a:pt x="946668" y="422550"/>
                  <a:pt x="948520" y="422550"/>
                  <a:pt x="948520" y="424336"/>
                </a:cubicBezTo>
                <a:cubicBezTo>
                  <a:pt x="946668" y="425229"/>
                  <a:pt x="943890" y="423443"/>
                  <a:pt x="942038" y="422550"/>
                </a:cubicBezTo>
                <a:cubicBezTo>
                  <a:pt x="940186" y="418979"/>
                  <a:pt x="937408" y="414514"/>
                  <a:pt x="938334" y="410942"/>
                </a:cubicBezTo>
                <a:close/>
                <a:moveTo>
                  <a:pt x="924870" y="406180"/>
                </a:moveTo>
                <a:cubicBezTo>
                  <a:pt x="927495" y="408812"/>
                  <a:pt x="931868" y="407057"/>
                  <a:pt x="933618" y="411444"/>
                </a:cubicBezTo>
                <a:cubicBezTo>
                  <a:pt x="934492" y="417585"/>
                  <a:pt x="937992" y="421971"/>
                  <a:pt x="941491" y="426358"/>
                </a:cubicBezTo>
                <a:cubicBezTo>
                  <a:pt x="944115" y="427235"/>
                  <a:pt x="947614" y="428990"/>
                  <a:pt x="950238" y="428112"/>
                </a:cubicBezTo>
                <a:cubicBezTo>
                  <a:pt x="951987" y="426358"/>
                  <a:pt x="950238" y="423726"/>
                  <a:pt x="951987" y="421094"/>
                </a:cubicBezTo>
                <a:cubicBezTo>
                  <a:pt x="954612" y="418462"/>
                  <a:pt x="958111" y="417585"/>
                  <a:pt x="961609" y="418462"/>
                </a:cubicBezTo>
                <a:cubicBezTo>
                  <a:pt x="965108" y="421094"/>
                  <a:pt x="965983" y="424603"/>
                  <a:pt x="965108" y="428112"/>
                </a:cubicBezTo>
                <a:cubicBezTo>
                  <a:pt x="965108" y="433376"/>
                  <a:pt x="959860" y="436885"/>
                  <a:pt x="955486" y="437763"/>
                </a:cubicBezTo>
                <a:cubicBezTo>
                  <a:pt x="948488" y="439517"/>
                  <a:pt x="939741" y="437763"/>
                  <a:pt x="934492" y="432499"/>
                </a:cubicBezTo>
                <a:cubicBezTo>
                  <a:pt x="927495" y="426358"/>
                  <a:pt x="924870" y="417585"/>
                  <a:pt x="923121" y="408812"/>
                </a:cubicBezTo>
                <a:cubicBezTo>
                  <a:pt x="923121" y="407934"/>
                  <a:pt x="923996" y="406180"/>
                  <a:pt x="924870" y="406180"/>
                </a:cubicBezTo>
                <a:close/>
                <a:moveTo>
                  <a:pt x="76983" y="390305"/>
                </a:moveTo>
                <a:cubicBezTo>
                  <a:pt x="76090" y="396288"/>
                  <a:pt x="70732" y="399707"/>
                  <a:pt x="65375" y="401417"/>
                </a:cubicBezTo>
                <a:cubicBezTo>
                  <a:pt x="62696" y="397143"/>
                  <a:pt x="71625" y="397143"/>
                  <a:pt x="72518" y="392014"/>
                </a:cubicBezTo>
                <a:cubicBezTo>
                  <a:pt x="73411" y="390305"/>
                  <a:pt x="75197" y="390305"/>
                  <a:pt x="76983" y="390305"/>
                </a:cubicBezTo>
                <a:close/>
                <a:moveTo>
                  <a:pt x="91809" y="383955"/>
                </a:moveTo>
                <a:cubicBezTo>
                  <a:pt x="94445" y="388302"/>
                  <a:pt x="90930" y="394387"/>
                  <a:pt x="88293" y="398734"/>
                </a:cubicBezTo>
                <a:cubicBezTo>
                  <a:pt x="84778" y="404819"/>
                  <a:pt x="81263" y="410904"/>
                  <a:pt x="75112" y="413512"/>
                </a:cubicBezTo>
                <a:cubicBezTo>
                  <a:pt x="69839" y="416990"/>
                  <a:pt x="62809" y="420467"/>
                  <a:pt x="55778" y="416990"/>
                </a:cubicBezTo>
                <a:cubicBezTo>
                  <a:pt x="51384" y="414382"/>
                  <a:pt x="45233" y="410904"/>
                  <a:pt x="45233" y="404819"/>
                </a:cubicBezTo>
                <a:cubicBezTo>
                  <a:pt x="45233" y="401342"/>
                  <a:pt x="46991" y="397864"/>
                  <a:pt x="50506" y="395256"/>
                </a:cubicBezTo>
                <a:cubicBezTo>
                  <a:pt x="53142" y="394387"/>
                  <a:pt x="56657" y="395256"/>
                  <a:pt x="58415" y="396995"/>
                </a:cubicBezTo>
                <a:cubicBezTo>
                  <a:pt x="63687" y="399603"/>
                  <a:pt x="55778" y="404819"/>
                  <a:pt x="61051" y="406558"/>
                </a:cubicBezTo>
                <a:cubicBezTo>
                  <a:pt x="68960" y="406558"/>
                  <a:pt x="75112" y="402211"/>
                  <a:pt x="78627" y="396126"/>
                </a:cubicBezTo>
                <a:cubicBezTo>
                  <a:pt x="79506" y="394387"/>
                  <a:pt x="80384" y="390910"/>
                  <a:pt x="81263" y="389171"/>
                </a:cubicBezTo>
                <a:cubicBezTo>
                  <a:pt x="84778" y="386563"/>
                  <a:pt x="88293" y="385694"/>
                  <a:pt x="91809" y="383955"/>
                </a:cubicBezTo>
                <a:close/>
                <a:moveTo>
                  <a:pt x="873197" y="382367"/>
                </a:moveTo>
                <a:cubicBezTo>
                  <a:pt x="875824" y="383249"/>
                  <a:pt x="875824" y="387659"/>
                  <a:pt x="879328" y="388540"/>
                </a:cubicBezTo>
                <a:cubicBezTo>
                  <a:pt x="882831" y="392950"/>
                  <a:pt x="886335" y="399124"/>
                  <a:pt x="888086" y="404415"/>
                </a:cubicBezTo>
                <a:cubicBezTo>
                  <a:pt x="895969" y="403533"/>
                  <a:pt x="902976" y="408825"/>
                  <a:pt x="907355" y="415881"/>
                </a:cubicBezTo>
                <a:cubicBezTo>
                  <a:pt x="908231" y="418527"/>
                  <a:pt x="906479" y="422054"/>
                  <a:pt x="909107" y="424700"/>
                </a:cubicBezTo>
                <a:cubicBezTo>
                  <a:pt x="913486" y="422936"/>
                  <a:pt x="917866" y="426464"/>
                  <a:pt x="920493" y="429992"/>
                </a:cubicBezTo>
                <a:cubicBezTo>
                  <a:pt x="923121" y="432638"/>
                  <a:pt x="923121" y="437047"/>
                  <a:pt x="922245" y="440575"/>
                </a:cubicBezTo>
                <a:cubicBezTo>
                  <a:pt x="922245" y="442339"/>
                  <a:pt x="919617" y="444103"/>
                  <a:pt x="917866" y="444985"/>
                </a:cubicBezTo>
                <a:cubicBezTo>
                  <a:pt x="916114" y="445867"/>
                  <a:pt x="913486" y="444985"/>
                  <a:pt x="912611" y="443221"/>
                </a:cubicBezTo>
                <a:cubicBezTo>
                  <a:pt x="912611" y="441457"/>
                  <a:pt x="911735" y="439693"/>
                  <a:pt x="912611" y="437929"/>
                </a:cubicBezTo>
                <a:cubicBezTo>
                  <a:pt x="913486" y="437047"/>
                  <a:pt x="914362" y="435283"/>
                  <a:pt x="913486" y="434402"/>
                </a:cubicBezTo>
                <a:cubicBezTo>
                  <a:pt x="911735" y="430874"/>
                  <a:pt x="908231" y="433520"/>
                  <a:pt x="905604" y="434402"/>
                </a:cubicBezTo>
                <a:cubicBezTo>
                  <a:pt x="902100" y="437047"/>
                  <a:pt x="900348" y="441457"/>
                  <a:pt x="900348" y="444985"/>
                </a:cubicBezTo>
                <a:cubicBezTo>
                  <a:pt x="901224" y="452922"/>
                  <a:pt x="905604" y="458214"/>
                  <a:pt x="909983" y="463506"/>
                </a:cubicBezTo>
                <a:cubicBezTo>
                  <a:pt x="909107" y="465269"/>
                  <a:pt x="909983" y="469679"/>
                  <a:pt x="907355" y="467915"/>
                </a:cubicBezTo>
                <a:cubicBezTo>
                  <a:pt x="902976" y="467033"/>
                  <a:pt x="901224" y="460860"/>
                  <a:pt x="897721" y="460860"/>
                </a:cubicBezTo>
                <a:cubicBezTo>
                  <a:pt x="898597" y="459978"/>
                  <a:pt x="897721" y="458214"/>
                  <a:pt x="896845" y="456450"/>
                </a:cubicBezTo>
                <a:cubicBezTo>
                  <a:pt x="895969" y="454686"/>
                  <a:pt x="892466" y="452040"/>
                  <a:pt x="890714" y="454686"/>
                </a:cubicBezTo>
                <a:cubicBezTo>
                  <a:pt x="889838" y="455568"/>
                  <a:pt x="889838" y="456450"/>
                  <a:pt x="889838" y="457332"/>
                </a:cubicBezTo>
                <a:cubicBezTo>
                  <a:pt x="894217" y="459096"/>
                  <a:pt x="892466" y="462624"/>
                  <a:pt x="892466" y="465269"/>
                </a:cubicBezTo>
                <a:cubicBezTo>
                  <a:pt x="889838" y="467033"/>
                  <a:pt x="886335" y="467915"/>
                  <a:pt x="884583" y="465269"/>
                </a:cubicBezTo>
                <a:cubicBezTo>
                  <a:pt x="881955" y="461742"/>
                  <a:pt x="881079" y="458214"/>
                  <a:pt x="881955" y="453804"/>
                </a:cubicBezTo>
                <a:cubicBezTo>
                  <a:pt x="883707" y="447631"/>
                  <a:pt x="889838" y="449395"/>
                  <a:pt x="893342" y="444985"/>
                </a:cubicBezTo>
                <a:cubicBezTo>
                  <a:pt x="893342" y="444985"/>
                  <a:pt x="893342" y="444985"/>
                  <a:pt x="894217" y="435283"/>
                </a:cubicBezTo>
                <a:cubicBezTo>
                  <a:pt x="898597" y="430874"/>
                  <a:pt x="902100" y="425582"/>
                  <a:pt x="901224" y="419409"/>
                </a:cubicBezTo>
                <a:cubicBezTo>
                  <a:pt x="900348" y="414999"/>
                  <a:pt x="897721" y="413235"/>
                  <a:pt x="894217" y="412353"/>
                </a:cubicBezTo>
                <a:cubicBezTo>
                  <a:pt x="890714" y="412353"/>
                  <a:pt x="886335" y="412353"/>
                  <a:pt x="885459" y="416763"/>
                </a:cubicBezTo>
                <a:cubicBezTo>
                  <a:pt x="885459" y="417645"/>
                  <a:pt x="884583" y="419409"/>
                  <a:pt x="886335" y="419409"/>
                </a:cubicBezTo>
                <a:cubicBezTo>
                  <a:pt x="888086" y="419409"/>
                  <a:pt x="889838" y="420291"/>
                  <a:pt x="889838" y="422054"/>
                </a:cubicBezTo>
                <a:cubicBezTo>
                  <a:pt x="888962" y="424700"/>
                  <a:pt x="887211" y="426464"/>
                  <a:pt x="885459" y="427346"/>
                </a:cubicBezTo>
                <a:cubicBezTo>
                  <a:pt x="882831" y="427346"/>
                  <a:pt x="880204" y="426464"/>
                  <a:pt x="879328" y="423818"/>
                </a:cubicBezTo>
                <a:cubicBezTo>
                  <a:pt x="874073" y="417645"/>
                  <a:pt x="880204" y="411471"/>
                  <a:pt x="881079" y="405297"/>
                </a:cubicBezTo>
                <a:cubicBezTo>
                  <a:pt x="877576" y="399124"/>
                  <a:pt x="873197" y="392950"/>
                  <a:pt x="872321" y="385013"/>
                </a:cubicBezTo>
                <a:cubicBezTo>
                  <a:pt x="872321" y="385013"/>
                  <a:pt x="872321" y="385013"/>
                  <a:pt x="873197" y="382367"/>
                </a:cubicBezTo>
                <a:close/>
                <a:moveTo>
                  <a:pt x="143658" y="372843"/>
                </a:moveTo>
                <a:cubicBezTo>
                  <a:pt x="141046" y="379016"/>
                  <a:pt x="134082" y="382544"/>
                  <a:pt x="132341" y="388718"/>
                </a:cubicBezTo>
                <a:cubicBezTo>
                  <a:pt x="133211" y="394891"/>
                  <a:pt x="136693" y="400183"/>
                  <a:pt x="134082" y="405475"/>
                </a:cubicBezTo>
                <a:cubicBezTo>
                  <a:pt x="131470" y="409003"/>
                  <a:pt x="128858" y="410766"/>
                  <a:pt x="125376" y="411649"/>
                </a:cubicBezTo>
                <a:cubicBezTo>
                  <a:pt x="123635" y="411649"/>
                  <a:pt x="121023" y="409885"/>
                  <a:pt x="121023" y="406357"/>
                </a:cubicBezTo>
                <a:cubicBezTo>
                  <a:pt x="121023" y="404593"/>
                  <a:pt x="122764" y="401947"/>
                  <a:pt x="124506" y="401065"/>
                </a:cubicBezTo>
                <a:cubicBezTo>
                  <a:pt x="125376" y="401065"/>
                  <a:pt x="127117" y="401065"/>
                  <a:pt x="127117" y="400183"/>
                </a:cubicBezTo>
                <a:cubicBezTo>
                  <a:pt x="127117" y="396655"/>
                  <a:pt x="125376" y="394891"/>
                  <a:pt x="122764" y="394010"/>
                </a:cubicBezTo>
                <a:cubicBezTo>
                  <a:pt x="121023" y="394010"/>
                  <a:pt x="117541" y="393128"/>
                  <a:pt x="115800" y="394891"/>
                </a:cubicBezTo>
                <a:cubicBezTo>
                  <a:pt x="112318" y="397537"/>
                  <a:pt x="110576" y="400183"/>
                  <a:pt x="110576" y="404593"/>
                </a:cubicBezTo>
                <a:cubicBezTo>
                  <a:pt x="109706" y="413413"/>
                  <a:pt x="121023" y="416940"/>
                  <a:pt x="121023" y="425760"/>
                </a:cubicBezTo>
                <a:cubicBezTo>
                  <a:pt x="121023" y="428406"/>
                  <a:pt x="119282" y="431051"/>
                  <a:pt x="121023" y="433697"/>
                </a:cubicBezTo>
                <a:cubicBezTo>
                  <a:pt x="124506" y="433697"/>
                  <a:pt x="127117" y="434579"/>
                  <a:pt x="129729" y="436343"/>
                </a:cubicBezTo>
                <a:cubicBezTo>
                  <a:pt x="132341" y="440753"/>
                  <a:pt x="133211" y="445163"/>
                  <a:pt x="131470" y="449572"/>
                </a:cubicBezTo>
                <a:cubicBezTo>
                  <a:pt x="129729" y="450454"/>
                  <a:pt x="127988" y="452218"/>
                  <a:pt x="126247" y="452218"/>
                </a:cubicBezTo>
                <a:cubicBezTo>
                  <a:pt x="124506" y="451336"/>
                  <a:pt x="122764" y="450454"/>
                  <a:pt x="121894" y="448690"/>
                </a:cubicBezTo>
                <a:cubicBezTo>
                  <a:pt x="121894" y="446045"/>
                  <a:pt x="125376" y="444281"/>
                  <a:pt x="123635" y="442517"/>
                </a:cubicBezTo>
                <a:cubicBezTo>
                  <a:pt x="114929" y="438107"/>
                  <a:pt x="113188" y="449572"/>
                  <a:pt x="106224" y="451336"/>
                </a:cubicBezTo>
                <a:cubicBezTo>
                  <a:pt x="104483" y="449572"/>
                  <a:pt x="104483" y="446926"/>
                  <a:pt x="104483" y="445163"/>
                </a:cubicBezTo>
                <a:cubicBezTo>
                  <a:pt x="106224" y="441635"/>
                  <a:pt x="110576" y="439871"/>
                  <a:pt x="111447" y="436343"/>
                </a:cubicBezTo>
                <a:cubicBezTo>
                  <a:pt x="114059" y="431051"/>
                  <a:pt x="112318" y="425760"/>
                  <a:pt x="110576" y="420468"/>
                </a:cubicBezTo>
                <a:cubicBezTo>
                  <a:pt x="107965" y="417822"/>
                  <a:pt x="105353" y="416940"/>
                  <a:pt x="101871" y="416940"/>
                </a:cubicBezTo>
                <a:cubicBezTo>
                  <a:pt x="100130" y="417822"/>
                  <a:pt x="98389" y="417822"/>
                  <a:pt x="97518" y="419586"/>
                </a:cubicBezTo>
                <a:cubicBezTo>
                  <a:pt x="97518" y="423114"/>
                  <a:pt x="103612" y="424878"/>
                  <a:pt x="101000" y="428406"/>
                </a:cubicBezTo>
                <a:cubicBezTo>
                  <a:pt x="99259" y="431051"/>
                  <a:pt x="95777" y="431933"/>
                  <a:pt x="94036" y="431051"/>
                </a:cubicBezTo>
                <a:cubicBezTo>
                  <a:pt x="89683" y="429288"/>
                  <a:pt x="90554" y="424878"/>
                  <a:pt x="89683" y="421350"/>
                </a:cubicBezTo>
                <a:cubicBezTo>
                  <a:pt x="89683" y="415176"/>
                  <a:pt x="94036" y="411649"/>
                  <a:pt x="98389" y="409885"/>
                </a:cubicBezTo>
                <a:cubicBezTo>
                  <a:pt x="100130" y="409003"/>
                  <a:pt x="101871" y="409885"/>
                  <a:pt x="103612" y="407239"/>
                </a:cubicBezTo>
                <a:cubicBezTo>
                  <a:pt x="103612" y="400183"/>
                  <a:pt x="104483" y="391364"/>
                  <a:pt x="111447" y="388718"/>
                </a:cubicBezTo>
                <a:cubicBezTo>
                  <a:pt x="114929" y="384308"/>
                  <a:pt x="121023" y="386954"/>
                  <a:pt x="125376" y="385190"/>
                </a:cubicBezTo>
                <a:cubicBezTo>
                  <a:pt x="128858" y="381662"/>
                  <a:pt x="129729" y="376371"/>
                  <a:pt x="134952" y="374607"/>
                </a:cubicBezTo>
                <a:cubicBezTo>
                  <a:pt x="137564" y="374607"/>
                  <a:pt x="140176" y="372843"/>
                  <a:pt x="143658" y="372843"/>
                </a:cubicBezTo>
                <a:close/>
                <a:moveTo>
                  <a:pt x="956855" y="368268"/>
                </a:moveTo>
                <a:cubicBezTo>
                  <a:pt x="965785" y="366492"/>
                  <a:pt x="971143" y="375370"/>
                  <a:pt x="979179" y="378034"/>
                </a:cubicBezTo>
                <a:cubicBezTo>
                  <a:pt x="989002" y="386024"/>
                  <a:pt x="996146" y="398454"/>
                  <a:pt x="998825" y="411772"/>
                </a:cubicBezTo>
                <a:cubicBezTo>
                  <a:pt x="1000610" y="421538"/>
                  <a:pt x="1002396" y="431305"/>
                  <a:pt x="1003289" y="441959"/>
                </a:cubicBezTo>
                <a:cubicBezTo>
                  <a:pt x="1005968" y="459716"/>
                  <a:pt x="1006861" y="480136"/>
                  <a:pt x="1006861" y="498781"/>
                </a:cubicBezTo>
                <a:cubicBezTo>
                  <a:pt x="1006861" y="498781"/>
                  <a:pt x="1006861" y="498781"/>
                  <a:pt x="1004182" y="506771"/>
                </a:cubicBezTo>
                <a:cubicBezTo>
                  <a:pt x="1005075" y="510323"/>
                  <a:pt x="1010433" y="504995"/>
                  <a:pt x="1007754" y="509435"/>
                </a:cubicBezTo>
                <a:cubicBezTo>
                  <a:pt x="1005075" y="509435"/>
                  <a:pt x="1004182" y="511210"/>
                  <a:pt x="1003289" y="512986"/>
                </a:cubicBezTo>
                <a:cubicBezTo>
                  <a:pt x="1004182" y="514762"/>
                  <a:pt x="1003289" y="515650"/>
                  <a:pt x="1004182" y="515650"/>
                </a:cubicBezTo>
                <a:cubicBezTo>
                  <a:pt x="1005075" y="516537"/>
                  <a:pt x="1005968" y="514762"/>
                  <a:pt x="1006861" y="515650"/>
                </a:cubicBezTo>
                <a:cubicBezTo>
                  <a:pt x="1009540" y="519201"/>
                  <a:pt x="1005075" y="521864"/>
                  <a:pt x="1006861" y="525416"/>
                </a:cubicBezTo>
                <a:cubicBezTo>
                  <a:pt x="1006861" y="525416"/>
                  <a:pt x="1006861" y="525416"/>
                  <a:pt x="1005968" y="540509"/>
                </a:cubicBezTo>
                <a:cubicBezTo>
                  <a:pt x="1005968" y="540509"/>
                  <a:pt x="1005968" y="540509"/>
                  <a:pt x="1002396" y="572471"/>
                </a:cubicBezTo>
                <a:cubicBezTo>
                  <a:pt x="1005075" y="576023"/>
                  <a:pt x="1001503" y="578686"/>
                  <a:pt x="1000610" y="581350"/>
                </a:cubicBezTo>
                <a:cubicBezTo>
                  <a:pt x="999718" y="591116"/>
                  <a:pt x="998825" y="602658"/>
                  <a:pt x="994360" y="612424"/>
                </a:cubicBezTo>
                <a:cubicBezTo>
                  <a:pt x="989002" y="632845"/>
                  <a:pt x="973821" y="654153"/>
                  <a:pt x="951497" y="657704"/>
                </a:cubicBezTo>
                <a:cubicBezTo>
                  <a:pt x="942568" y="658592"/>
                  <a:pt x="934531" y="654153"/>
                  <a:pt x="927387" y="648826"/>
                </a:cubicBezTo>
                <a:cubicBezTo>
                  <a:pt x="926494" y="647050"/>
                  <a:pt x="924708" y="644387"/>
                  <a:pt x="926494" y="643499"/>
                </a:cubicBezTo>
                <a:cubicBezTo>
                  <a:pt x="929173" y="640835"/>
                  <a:pt x="931852" y="639060"/>
                  <a:pt x="935423" y="639947"/>
                </a:cubicBezTo>
                <a:cubicBezTo>
                  <a:pt x="941675" y="645275"/>
                  <a:pt x="951497" y="647938"/>
                  <a:pt x="959534" y="644387"/>
                </a:cubicBezTo>
                <a:cubicBezTo>
                  <a:pt x="974714" y="635508"/>
                  <a:pt x="984537" y="618639"/>
                  <a:pt x="987216" y="601770"/>
                </a:cubicBezTo>
                <a:cubicBezTo>
                  <a:pt x="993467" y="572471"/>
                  <a:pt x="995253" y="544948"/>
                  <a:pt x="996146" y="515650"/>
                </a:cubicBezTo>
                <a:cubicBezTo>
                  <a:pt x="994360" y="514762"/>
                  <a:pt x="993467" y="512986"/>
                  <a:pt x="992574" y="513874"/>
                </a:cubicBezTo>
                <a:cubicBezTo>
                  <a:pt x="992574" y="525416"/>
                  <a:pt x="991681" y="536958"/>
                  <a:pt x="990788" y="548500"/>
                </a:cubicBezTo>
                <a:cubicBezTo>
                  <a:pt x="989895" y="549388"/>
                  <a:pt x="988109" y="549388"/>
                  <a:pt x="988109" y="550275"/>
                </a:cubicBezTo>
                <a:cubicBezTo>
                  <a:pt x="988109" y="550275"/>
                  <a:pt x="988109" y="550275"/>
                  <a:pt x="989895" y="553827"/>
                </a:cubicBezTo>
                <a:cubicBezTo>
                  <a:pt x="987216" y="576023"/>
                  <a:pt x="985430" y="599995"/>
                  <a:pt x="977393" y="619527"/>
                </a:cubicBezTo>
                <a:cubicBezTo>
                  <a:pt x="972035" y="631069"/>
                  <a:pt x="961320" y="643499"/>
                  <a:pt x="947925" y="642611"/>
                </a:cubicBezTo>
                <a:cubicBezTo>
                  <a:pt x="945246" y="642611"/>
                  <a:pt x="942568" y="639947"/>
                  <a:pt x="940782" y="638172"/>
                </a:cubicBezTo>
                <a:cubicBezTo>
                  <a:pt x="944353" y="635508"/>
                  <a:pt x="948818" y="640835"/>
                  <a:pt x="953283" y="638172"/>
                </a:cubicBezTo>
                <a:cubicBezTo>
                  <a:pt x="971143" y="631957"/>
                  <a:pt x="978286" y="611537"/>
                  <a:pt x="980072" y="594668"/>
                </a:cubicBezTo>
                <a:cubicBezTo>
                  <a:pt x="985430" y="568920"/>
                  <a:pt x="988109" y="539621"/>
                  <a:pt x="989002" y="512986"/>
                </a:cubicBezTo>
                <a:cubicBezTo>
                  <a:pt x="989895" y="512098"/>
                  <a:pt x="990788" y="512986"/>
                  <a:pt x="991681" y="512986"/>
                </a:cubicBezTo>
                <a:cubicBezTo>
                  <a:pt x="993467" y="512986"/>
                  <a:pt x="992574" y="511210"/>
                  <a:pt x="992574" y="510323"/>
                </a:cubicBezTo>
                <a:cubicBezTo>
                  <a:pt x="987216" y="509435"/>
                  <a:pt x="989895" y="504108"/>
                  <a:pt x="989002" y="499668"/>
                </a:cubicBezTo>
                <a:cubicBezTo>
                  <a:pt x="989002" y="499668"/>
                  <a:pt x="989002" y="499668"/>
                  <a:pt x="988109" y="497005"/>
                </a:cubicBezTo>
                <a:cubicBezTo>
                  <a:pt x="989002" y="468594"/>
                  <a:pt x="984537" y="441071"/>
                  <a:pt x="980965" y="415323"/>
                </a:cubicBezTo>
                <a:cubicBezTo>
                  <a:pt x="976500" y="404669"/>
                  <a:pt x="972035" y="388688"/>
                  <a:pt x="956855" y="386912"/>
                </a:cubicBezTo>
                <a:cubicBezTo>
                  <a:pt x="953283" y="386024"/>
                  <a:pt x="950604" y="388688"/>
                  <a:pt x="947032" y="386912"/>
                </a:cubicBezTo>
                <a:cubicBezTo>
                  <a:pt x="947032" y="386024"/>
                  <a:pt x="949711" y="384249"/>
                  <a:pt x="951497" y="384249"/>
                </a:cubicBezTo>
                <a:cubicBezTo>
                  <a:pt x="962213" y="382473"/>
                  <a:pt x="972035" y="388688"/>
                  <a:pt x="977393" y="397566"/>
                </a:cubicBezTo>
                <a:cubicBezTo>
                  <a:pt x="989002" y="420650"/>
                  <a:pt x="989895" y="449949"/>
                  <a:pt x="992574" y="474809"/>
                </a:cubicBezTo>
                <a:cubicBezTo>
                  <a:pt x="992574" y="474809"/>
                  <a:pt x="992574" y="474809"/>
                  <a:pt x="993467" y="494341"/>
                </a:cubicBezTo>
                <a:cubicBezTo>
                  <a:pt x="993467" y="496117"/>
                  <a:pt x="994360" y="495229"/>
                  <a:pt x="996146" y="495229"/>
                </a:cubicBezTo>
                <a:cubicBezTo>
                  <a:pt x="995253" y="490790"/>
                  <a:pt x="996146" y="486351"/>
                  <a:pt x="995253" y="481912"/>
                </a:cubicBezTo>
                <a:cubicBezTo>
                  <a:pt x="994360" y="457052"/>
                  <a:pt x="991681" y="430417"/>
                  <a:pt x="985430" y="406445"/>
                </a:cubicBezTo>
                <a:cubicBezTo>
                  <a:pt x="982751" y="400230"/>
                  <a:pt x="980072" y="392239"/>
                  <a:pt x="973821" y="387800"/>
                </a:cubicBezTo>
                <a:cubicBezTo>
                  <a:pt x="966678" y="382473"/>
                  <a:pt x="957748" y="377146"/>
                  <a:pt x="948818" y="380697"/>
                </a:cubicBezTo>
                <a:cubicBezTo>
                  <a:pt x="944353" y="381585"/>
                  <a:pt x="942568" y="388688"/>
                  <a:pt x="938103" y="384249"/>
                </a:cubicBezTo>
                <a:cubicBezTo>
                  <a:pt x="936316" y="384249"/>
                  <a:pt x="933638" y="384249"/>
                  <a:pt x="933638" y="381585"/>
                </a:cubicBezTo>
                <a:cubicBezTo>
                  <a:pt x="934531" y="378034"/>
                  <a:pt x="938103" y="375370"/>
                  <a:pt x="941675" y="372707"/>
                </a:cubicBezTo>
                <a:cubicBezTo>
                  <a:pt x="946139" y="370043"/>
                  <a:pt x="951497" y="370043"/>
                  <a:pt x="956855" y="368268"/>
                </a:cubicBezTo>
                <a:close/>
                <a:moveTo>
                  <a:pt x="55773" y="361730"/>
                </a:moveTo>
                <a:cubicBezTo>
                  <a:pt x="60198" y="361730"/>
                  <a:pt x="65507" y="363504"/>
                  <a:pt x="69046" y="367054"/>
                </a:cubicBezTo>
                <a:cubicBezTo>
                  <a:pt x="65507" y="367941"/>
                  <a:pt x="62852" y="366166"/>
                  <a:pt x="60198" y="364392"/>
                </a:cubicBezTo>
                <a:cubicBezTo>
                  <a:pt x="50464" y="363504"/>
                  <a:pt x="41616" y="370603"/>
                  <a:pt x="36307" y="378588"/>
                </a:cubicBezTo>
                <a:cubicBezTo>
                  <a:pt x="32768" y="390123"/>
                  <a:pt x="30113" y="402545"/>
                  <a:pt x="27459" y="414080"/>
                </a:cubicBezTo>
                <a:cubicBezTo>
                  <a:pt x="27459" y="414080"/>
                  <a:pt x="27459" y="414080"/>
                  <a:pt x="26574" y="421179"/>
                </a:cubicBezTo>
                <a:cubicBezTo>
                  <a:pt x="22150" y="448685"/>
                  <a:pt x="20380" y="477078"/>
                  <a:pt x="20380" y="505471"/>
                </a:cubicBezTo>
                <a:cubicBezTo>
                  <a:pt x="20380" y="533864"/>
                  <a:pt x="23034" y="558708"/>
                  <a:pt x="26574" y="584440"/>
                </a:cubicBezTo>
                <a:cubicBezTo>
                  <a:pt x="28343" y="595087"/>
                  <a:pt x="33652" y="604847"/>
                  <a:pt x="41616" y="611946"/>
                </a:cubicBezTo>
                <a:cubicBezTo>
                  <a:pt x="47810" y="616382"/>
                  <a:pt x="56658" y="619931"/>
                  <a:pt x="64622" y="618157"/>
                </a:cubicBezTo>
                <a:cubicBezTo>
                  <a:pt x="65507" y="619044"/>
                  <a:pt x="64622" y="619931"/>
                  <a:pt x="64622" y="619931"/>
                </a:cubicBezTo>
                <a:cubicBezTo>
                  <a:pt x="54889" y="625255"/>
                  <a:pt x="46040" y="619044"/>
                  <a:pt x="38962" y="614608"/>
                </a:cubicBezTo>
                <a:cubicBezTo>
                  <a:pt x="18610" y="595975"/>
                  <a:pt x="20380" y="565807"/>
                  <a:pt x="16841" y="539188"/>
                </a:cubicBezTo>
                <a:cubicBezTo>
                  <a:pt x="15071" y="515231"/>
                  <a:pt x="15956" y="491274"/>
                  <a:pt x="16841" y="467318"/>
                </a:cubicBezTo>
                <a:cubicBezTo>
                  <a:pt x="19495" y="450459"/>
                  <a:pt x="21265" y="432713"/>
                  <a:pt x="23919" y="416742"/>
                </a:cubicBezTo>
                <a:cubicBezTo>
                  <a:pt x="25689" y="402545"/>
                  <a:pt x="27459" y="389236"/>
                  <a:pt x="33652" y="375927"/>
                </a:cubicBezTo>
                <a:cubicBezTo>
                  <a:pt x="38962" y="369715"/>
                  <a:pt x="46040" y="362617"/>
                  <a:pt x="55773" y="361730"/>
                </a:cubicBezTo>
                <a:close/>
                <a:moveTo>
                  <a:pt x="65478" y="346745"/>
                </a:moveTo>
                <a:cubicBezTo>
                  <a:pt x="65478" y="346745"/>
                  <a:pt x="71664" y="347636"/>
                  <a:pt x="76967" y="351198"/>
                </a:cubicBezTo>
                <a:cubicBezTo>
                  <a:pt x="81386" y="353870"/>
                  <a:pt x="84921" y="357432"/>
                  <a:pt x="84921" y="359213"/>
                </a:cubicBezTo>
                <a:cubicBezTo>
                  <a:pt x="81386" y="361885"/>
                  <a:pt x="77851" y="366337"/>
                  <a:pt x="73432" y="364556"/>
                </a:cubicBezTo>
                <a:cubicBezTo>
                  <a:pt x="68129" y="358323"/>
                  <a:pt x="59292" y="356541"/>
                  <a:pt x="50454" y="357432"/>
                </a:cubicBezTo>
                <a:cubicBezTo>
                  <a:pt x="29244" y="362775"/>
                  <a:pt x="23941" y="385930"/>
                  <a:pt x="21290" y="404631"/>
                </a:cubicBezTo>
                <a:cubicBezTo>
                  <a:pt x="16871" y="426005"/>
                  <a:pt x="14220" y="448268"/>
                  <a:pt x="12452" y="470532"/>
                </a:cubicBezTo>
                <a:cubicBezTo>
                  <a:pt x="11569" y="491015"/>
                  <a:pt x="10685" y="508826"/>
                  <a:pt x="12452" y="529308"/>
                </a:cubicBezTo>
                <a:cubicBezTo>
                  <a:pt x="15104" y="556025"/>
                  <a:pt x="13336" y="585413"/>
                  <a:pt x="28360" y="608567"/>
                </a:cubicBezTo>
                <a:cubicBezTo>
                  <a:pt x="34546" y="618363"/>
                  <a:pt x="45152" y="624597"/>
                  <a:pt x="55757" y="626378"/>
                </a:cubicBezTo>
                <a:cubicBezTo>
                  <a:pt x="61943" y="626378"/>
                  <a:pt x="66362" y="623706"/>
                  <a:pt x="69897" y="620144"/>
                </a:cubicBezTo>
                <a:cubicBezTo>
                  <a:pt x="73432" y="620144"/>
                  <a:pt x="76083" y="622816"/>
                  <a:pt x="77851" y="625487"/>
                </a:cubicBezTo>
                <a:cubicBezTo>
                  <a:pt x="70781" y="637065"/>
                  <a:pt x="57524" y="637955"/>
                  <a:pt x="46919" y="637065"/>
                </a:cubicBezTo>
                <a:cubicBezTo>
                  <a:pt x="28360" y="631721"/>
                  <a:pt x="14220" y="615691"/>
                  <a:pt x="8917" y="596990"/>
                </a:cubicBezTo>
                <a:cubicBezTo>
                  <a:pt x="6266" y="589865"/>
                  <a:pt x="6266" y="581851"/>
                  <a:pt x="4499" y="573836"/>
                </a:cubicBezTo>
                <a:cubicBezTo>
                  <a:pt x="4499" y="560477"/>
                  <a:pt x="80" y="548010"/>
                  <a:pt x="1847" y="534651"/>
                </a:cubicBezTo>
                <a:cubicBezTo>
                  <a:pt x="80" y="532870"/>
                  <a:pt x="1847" y="531089"/>
                  <a:pt x="963" y="528418"/>
                </a:cubicBezTo>
                <a:cubicBezTo>
                  <a:pt x="-804" y="504373"/>
                  <a:pt x="80" y="477656"/>
                  <a:pt x="1847" y="453612"/>
                </a:cubicBezTo>
                <a:cubicBezTo>
                  <a:pt x="1847" y="453612"/>
                  <a:pt x="1847" y="453612"/>
                  <a:pt x="4499" y="442925"/>
                </a:cubicBezTo>
                <a:cubicBezTo>
                  <a:pt x="5382" y="425114"/>
                  <a:pt x="8917" y="408193"/>
                  <a:pt x="12452" y="391273"/>
                </a:cubicBezTo>
                <a:cubicBezTo>
                  <a:pt x="15987" y="374352"/>
                  <a:pt x="24825" y="356541"/>
                  <a:pt x="42500" y="349417"/>
                </a:cubicBezTo>
                <a:cubicBezTo>
                  <a:pt x="48687" y="345855"/>
                  <a:pt x="58408" y="345855"/>
                  <a:pt x="65478" y="346745"/>
                </a:cubicBezTo>
                <a:close/>
                <a:moveTo>
                  <a:pt x="956326" y="346178"/>
                </a:moveTo>
                <a:cubicBezTo>
                  <a:pt x="958090" y="346516"/>
                  <a:pt x="960074" y="347415"/>
                  <a:pt x="962279" y="347865"/>
                </a:cubicBezTo>
                <a:cubicBezTo>
                  <a:pt x="965807" y="348765"/>
                  <a:pt x="968453" y="351463"/>
                  <a:pt x="971098" y="354162"/>
                </a:cubicBezTo>
                <a:cubicBezTo>
                  <a:pt x="974626" y="358660"/>
                  <a:pt x="975508" y="364057"/>
                  <a:pt x="975508" y="370354"/>
                </a:cubicBezTo>
                <a:cubicBezTo>
                  <a:pt x="975508" y="371254"/>
                  <a:pt x="972862" y="370354"/>
                  <a:pt x="971980" y="370354"/>
                </a:cubicBezTo>
                <a:cubicBezTo>
                  <a:pt x="970217" y="363158"/>
                  <a:pt x="967571" y="353263"/>
                  <a:pt x="959633" y="352363"/>
                </a:cubicBezTo>
                <a:cubicBezTo>
                  <a:pt x="956988" y="349664"/>
                  <a:pt x="953460" y="351463"/>
                  <a:pt x="951696" y="347865"/>
                </a:cubicBezTo>
                <a:cubicBezTo>
                  <a:pt x="953019" y="346066"/>
                  <a:pt x="954562" y="345841"/>
                  <a:pt x="956326" y="346178"/>
                </a:cubicBezTo>
                <a:close/>
                <a:moveTo>
                  <a:pt x="929735" y="333155"/>
                </a:moveTo>
                <a:cubicBezTo>
                  <a:pt x="932513" y="333949"/>
                  <a:pt x="936217" y="333155"/>
                  <a:pt x="938995" y="334742"/>
                </a:cubicBezTo>
                <a:cubicBezTo>
                  <a:pt x="937143" y="336330"/>
                  <a:pt x="935291" y="339505"/>
                  <a:pt x="932513" y="339505"/>
                </a:cubicBezTo>
                <a:cubicBezTo>
                  <a:pt x="929735" y="339505"/>
                  <a:pt x="928809" y="337917"/>
                  <a:pt x="928809" y="336330"/>
                </a:cubicBezTo>
                <a:cubicBezTo>
                  <a:pt x="928809" y="335536"/>
                  <a:pt x="927883" y="333949"/>
                  <a:pt x="929735" y="333155"/>
                </a:cubicBezTo>
                <a:close/>
                <a:moveTo>
                  <a:pt x="922724" y="329980"/>
                </a:moveTo>
                <a:cubicBezTo>
                  <a:pt x="925502" y="333472"/>
                  <a:pt x="923650" y="341330"/>
                  <a:pt x="930132" y="343949"/>
                </a:cubicBezTo>
                <a:cubicBezTo>
                  <a:pt x="931058" y="344823"/>
                  <a:pt x="930132" y="347442"/>
                  <a:pt x="929206" y="347442"/>
                </a:cubicBezTo>
                <a:cubicBezTo>
                  <a:pt x="924576" y="347442"/>
                  <a:pt x="922724" y="343076"/>
                  <a:pt x="920872" y="340457"/>
                </a:cubicBezTo>
                <a:cubicBezTo>
                  <a:pt x="919946" y="336965"/>
                  <a:pt x="919946" y="332599"/>
                  <a:pt x="922724" y="329980"/>
                </a:cubicBezTo>
                <a:close/>
                <a:moveTo>
                  <a:pt x="61863" y="326045"/>
                </a:moveTo>
                <a:cubicBezTo>
                  <a:pt x="61863" y="326045"/>
                  <a:pt x="61863" y="326045"/>
                  <a:pt x="62695" y="326873"/>
                </a:cubicBezTo>
                <a:cubicBezTo>
                  <a:pt x="58537" y="331015"/>
                  <a:pt x="51885" y="332671"/>
                  <a:pt x="50222" y="338469"/>
                </a:cubicBezTo>
                <a:cubicBezTo>
                  <a:pt x="49391" y="340126"/>
                  <a:pt x="48559" y="344267"/>
                  <a:pt x="45233" y="342610"/>
                </a:cubicBezTo>
                <a:cubicBezTo>
                  <a:pt x="46064" y="337641"/>
                  <a:pt x="48559" y="331843"/>
                  <a:pt x="53548" y="328530"/>
                </a:cubicBezTo>
                <a:cubicBezTo>
                  <a:pt x="56043" y="326873"/>
                  <a:pt x="58537" y="325217"/>
                  <a:pt x="61863" y="326045"/>
                </a:cubicBezTo>
                <a:close/>
                <a:moveTo>
                  <a:pt x="913541" y="322042"/>
                </a:moveTo>
                <a:cubicBezTo>
                  <a:pt x="916168" y="322042"/>
                  <a:pt x="917044" y="324650"/>
                  <a:pt x="917920" y="326389"/>
                </a:cubicBezTo>
                <a:cubicBezTo>
                  <a:pt x="917920" y="331605"/>
                  <a:pt x="914416" y="335951"/>
                  <a:pt x="917044" y="340298"/>
                </a:cubicBezTo>
                <a:cubicBezTo>
                  <a:pt x="916168" y="349861"/>
                  <a:pt x="931058" y="348991"/>
                  <a:pt x="928430" y="357685"/>
                </a:cubicBezTo>
                <a:cubicBezTo>
                  <a:pt x="923175" y="358554"/>
                  <a:pt x="918796" y="355946"/>
                  <a:pt x="915292" y="353338"/>
                </a:cubicBezTo>
                <a:cubicBezTo>
                  <a:pt x="910037" y="348122"/>
                  <a:pt x="905658" y="340298"/>
                  <a:pt x="907410" y="333343"/>
                </a:cubicBezTo>
                <a:cubicBezTo>
                  <a:pt x="910037" y="328997"/>
                  <a:pt x="909161" y="324650"/>
                  <a:pt x="913541" y="322042"/>
                </a:cubicBezTo>
                <a:close/>
                <a:moveTo>
                  <a:pt x="959489" y="321381"/>
                </a:moveTo>
                <a:cubicBezTo>
                  <a:pt x="959489" y="321381"/>
                  <a:pt x="959489" y="321381"/>
                  <a:pt x="961221" y="326011"/>
                </a:cubicBezTo>
                <a:cubicBezTo>
                  <a:pt x="961221" y="331567"/>
                  <a:pt x="955160" y="326937"/>
                  <a:pt x="952562" y="328789"/>
                </a:cubicBezTo>
                <a:cubicBezTo>
                  <a:pt x="952562" y="328789"/>
                  <a:pt x="952562" y="328789"/>
                  <a:pt x="951696" y="327863"/>
                </a:cubicBezTo>
                <a:cubicBezTo>
                  <a:pt x="954294" y="325085"/>
                  <a:pt x="956026" y="320455"/>
                  <a:pt x="959489" y="321381"/>
                </a:cubicBezTo>
                <a:close/>
                <a:moveTo>
                  <a:pt x="962632" y="312726"/>
                </a:moveTo>
                <a:cubicBezTo>
                  <a:pt x="963514" y="310930"/>
                  <a:pt x="965278" y="311828"/>
                  <a:pt x="966160" y="312726"/>
                </a:cubicBezTo>
                <a:cubicBezTo>
                  <a:pt x="966160" y="312726"/>
                  <a:pt x="966160" y="312726"/>
                  <a:pt x="970569" y="319014"/>
                </a:cubicBezTo>
                <a:cubicBezTo>
                  <a:pt x="971451" y="322606"/>
                  <a:pt x="973215" y="327097"/>
                  <a:pt x="971451" y="331588"/>
                </a:cubicBezTo>
                <a:cubicBezTo>
                  <a:pt x="971451" y="333384"/>
                  <a:pt x="970569" y="332486"/>
                  <a:pt x="969687" y="333384"/>
                </a:cubicBezTo>
                <a:cubicBezTo>
                  <a:pt x="971451" y="336079"/>
                  <a:pt x="974979" y="336977"/>
                  <a:pt x="976743" y="339672"/>
                </a:cubicBezTo>
                <a:cubicBezTo>
                  <a:pt x="982917" y="346857"/>
                  <a:pt x="987326" y="354043"/>
                  <a:pt x="988208" y="363923"/>
                </a:cubicBezTo>
                <a:cubicBezTo>
                  <a:pt x="987326" y="369312"/>
                  <a:pt x="988208" y="374701"/>
                  <a:pt x="985562" y="379192"/>
                </a:cubicBezTo>
                <a:cubicBezTo>
                  <a:pt x="982917" y="378294"/>
                  <a:pt x="980271" y="375599"/>
                  <a:pt x="978507" y="372905"/>
                </a:cubicBezTo>
                <a:cubicBezTo>
                  <a:pt x="979389" y="363923"/>
                  <a:pt x="976743" y="353145"/>
                  <a:pt x="969687" y="347755"/>
                </a:cubicBezTo>
                <a:cubicBezTo>
                  <a:pt x="964396" y="343265"/>
                  <a:pt x="957340" y="340570"/>
                  <a:pt x="950285" y="343265"/>
                </a:cubicBezTo>
                <a:cubicBezTo>
                  <a:pt x="948521" y="344163"/>
                  <a:pt x="944993" y="345061"/>
                  <a:pt x="944111" y="347755"/>
                </a:cubicBezTo>
                <a:cubicBezTo>
                  <a:pt x="947639" y="352246"/>
                  <a:pt x="954695" y="354941"/>
                  <a:pt x="952049" y="361228"/>
                </a:cubicBezTo>
                <a:cubicBezTo>
                  <a:pt x="952049" y="365719"/>
                  <a:pt x="947639" y="366617"/>
                  <a:pt x="944111" y="366617"/>
                </a:cubicBezTo>
                <a:cubicBezTo>
                  <a:pt x="941465" y="365719"/>
                  <a:pt x="937938" y="365719"/>
                  <a:pt x="936174" y="363025"/>
                </a:cubicBezTo>
                <a:cubicBezTo>
                  <a:pt x="933528" y="359432"/>
                  <a:pt x="932646" y="353145"/>
                  <a:pt x="933528" y="347755"/>
                </a:cubicBezTo>
                <a:cubicBezTo>
                  <a:pt x="935292" y="343265"/>
                  <a:pt x="937938" y="337875"/>
                  <a:pt x="944111" y="336079"/>
                </a:cubicBezTo>
                <a:cubicBezTo>
                  <a:pt x="949403" y="331588"/>
                  <a:pt x="956458" y="332486"/>
                  <a:pt x="963514" y="331588"/>
                </a:cubicBezTo>
                <a:cubicBezTo>
                  <a:pt x="967924" y="329792"/>
                  <a:pt x="964396" y="325301"/>
                  <a:pt x="964396" y="322606"/>
                </a:cubicBezTo>
                <a:cubicBezTo>
                  <a:pt x="962632" y="319014"/>
                  <a:pt x="960868" y="315421"/>
                  <a:pt x="962632" y="312726"/>
                </a:cubicBezTo>
                <a:close/>
                <a:moveTo>
                  <a:pt x="92593" y="312517"/>
                </a:moveTo>
                <a:cubicBezTo>
                  <a:pt x="92593" y="312517"/>
                  <a:pt x="92593" y="312517"/>
                  <a:pt x="93519" y="315981"/>
                </a:cubicBezTo>
                <a:cubicBezTo>
                  <a:pt x="94445" y="319444"/>
                  <a:pt x="91667" y="321176"/>
                  <a:pt x="88889" y="322042"/>
                </a:cubicBezTo>
                <a:cubicBezTo>
                  <a:pt x="86111" y="321176"/>
                  <a:pt x="86111" y="317712"/>
                  <a:pt x="83333" y="315115"/>
                </a:cubicBezTo>
                <a:cubicBezTo>
                  <a:pt x="86111" y="313383"/>
                  <a:pt x="89815" y="313383"/>
                  <a:pt x="92593" y="312517"/>
                </a:cubicBezTo>
                <a:close/>
                <a:moveTo>
                  <a:pt x="56441" y="311808"/>
                </a:moveTo>
                <a:cubicBezTo>
                  <a:pt x="67121" y="310930"/>
                  <a:pt x="79580" y="312686"/>
                  <a:pt x="84030" y="323225"/>
                </a:cubicBezTo>
                <a:cubicBezTo>
                  <a:pt x="84920" y="327616"/>
                  <a:pt x="84920" y="332006"/>
                  <a:pt x="82250" y="336397"/>
                </a:cubicBezTo>
                <a:cubicBezTo>
                  <a:pt x="79580" y="339032"/>
                  <a:pt x="76020" y="340788"/>
                  <a:pt x="72461" y="340788"/>
                </a:cubicBezTo>
                <a:cubicBezTo>
                  <a:pt x="69791" y="340788"/>
                  <a:pt x="67121" y="339032"/>
                  <a:pt x="66231" y="336397"/>
                </a:cubicBezTo>
                <a:cubicBezTo>
                  <a:pt x="62671" y="331128"/>
                  <a:pt x="70681" y="328494"/>
                  <a:pt x="70681" y="323225"/>
                </a:cubicBezTo>
                <a:cubicBezTo>
                  <a:pt x="63561" y="320590"/>
                  <a:pt x="54661" y="322346"/>
                  <a:pt x="48432" y="327616"/>
                </a:cubicBezTo>
                <a:cubicBezTo>
                  <a:pt x="44872" y="332885"/>
                  <a:pt x="39532" y="339032"/>
                  <a:pt x="39532" y="346936"/>
                </a:cubicBezTo>
                <a:cubicBezTo>
                  <a:pt x="39532" y="346936"/>
                  <a:pt x="39532" y="346936"/>
                  <a:pt x="28853" y="352205"/>
                </a:cubicBezTo>
                <a:cubicBezTo>
                  <a:pt x="26183" y="347814"/>
                  <a:pt x="32413" y="331128"/>
                  <a:pt x="33303" y="328494"/>
                </a:cubicBezTo>
                <a:cubicBezTo>
                  <a:pt x="38642" y="319712"/>
                  <a:pt x="47542" y="313564"/>
                  <a:pt x="56441" y="311808"/>
                </a:cubicBezTo>
                <a:close/>
                <a:moveTo>
                  <a:pt x="97376" y="310930"/>
                </a:moveTo>
                <a:cubicBezTo>
                  <a:pt x="99940" y="311796"/>
                  <a:pt x="99940" y="315259"/>
                  <a:pt x="99940" y="317857"/>
                </a:cubicBezTo>
                <a:cubicBezTo>
                  <a:pt x="100795" y="323053"/>
                  <a:pt x="97376" y="325650"/>
                  <a:pt x="93957" y="328248"/>
                </a:cubicBezTo>
                <a:cubicBezTo>
                  <a:pt x="92247" y="328248"/>
                  <a:pt x="91392" y="329980"/>
                  <a:pt x="89683" y="329114"/>
                </a:cubicBezTo>
                <a:cubicBezTo>
                  <a:pt x="90538" y="325650"/>
                  <a:pt x="95666" y="323919"/>
                  <a:pt x="97376" y="320455"/>
                </a:cubicBezTo>
                <a:cubicBezTo>
                  <a:pt x="97376" y="317857"/>
                  <a:pt x="97376" y="313528"/>
                  <a:pt x="97376" y="310930"/>
                </a:cubicBezTo>
                <a:close/>
                <a:moveTo>
                  <a:pt x="59067" y="302992"/>
                </a:moveTo>
                <a:cubicBezTo>
                  <a:pt x="59975" y="303672"/>
                  <a:pt x="61789" y="304352"/>
                  <a:pt x="62696" y="305713"/>
                </a:cubicBezTo>
                <a:cubicBezTo>
                  <a:pt x="62696" y="305713"/>
                  <a:pt x="62696" y="305713"/>
                  <a:pt x="62696" y="306393"/>
                </a:cubicBezTo>
                <a:cubicBezTo>
                  <a:pt x="59975" y="305713"/>
                  <a:pt x="56346" y="307754"/>
                  <a:pt x="56346" y="305033"/>
                </a:cubicBezTo>
                <a:cubicBezTo>
                  <a:pt x="56346" y="304352"/>
                  <a:pt x="58160" y="303672"/>
                  <a:pt x="59067" y="302992"/>
                </a:cubicBezTo>
                <a:close/>
                <a:moveTo>
                  <a:pt x="103356" y="300740"/>
                </a:moveTo>
                <a:cubicBezTo>
                  <a:pt x="110731" y="307201"/>
                  <a:pt x="113496" y="318276"/>
                  <a:pt x="109809" y="327505"/>
                </a:cubicBezTo>
                <a:cubicBezTo>
                  <a:pt x="108887" y="331197"/>
                  <a:pt x="105200" y="333043"/>
                  <a:pt x="104278" y="335812"/>
                </a:cubicBezTo>
                <a:cubicBezTo>
                  <a:pt x="98748" y="338581"/>
                  <a:pt x="92295" y="339504"/>
                  <a:pt x="85843" y="339504"/>
                </a:cubicBezTo>
                <a:cubicBezTo>
                  <a:pt x="84921" y="338581"/>
                  <a:pt x="85843" y="336735"/>
                  <a:pt x="85843" y="336735"/>
                </a:cubicBezTo>
                <a:cubicBezTo>
                  <a:pt x="93217" y="333966"/>
                  <a:pt x="99669" y="330274"/>
                  <a:pt x="103356" y="323814"/>
                </a:cubicBezTo>
                <a:cubicBezTo>
                  <a:pt x="107044" y="315507"/>
                  <a:pt x="97826" y="309046"/>
                  <a:pt x="101513" y="301663"/>
                </a:cubicBezTo>
                <a:cubicBezTo>
                  <a:pt x="101513" y="300740"/>
                  <a:pt x="102435" y="299817"/>
                  <a:pt x="103356" y="300740"/>
                </a:cubicBezTo>
                <a:close/>
                <a:moveTo>
                  <a:pt x="53726" y="293261"/>
                </a:moveTo>
                <a:cubicBezTo>
                  <a:pt x="54916" y="294706"/>
                  <a:pt x="55869" y="297150"/>
                  <a:pt x="56345" y="298484"/>
                </a:cubicBezTo>
                <a:cubicBezTo>
                  <a:pt x="55392" y="301151"/>
                  <a:pt x="52535" y="304707"/>
                  <a:pt x="51583" y="308263"/>
                </a:cubicBezTo>
                <a:cubicBezTo>
                  <a:pt x="49678" y="309152"/>
                  <a:pt x="46820" y="310930"/>
                  <a:pt x="43963" y="310041"/>
                </a:cubicBezTo>
                <a:cubicBezTo>
                  <a:pt x="42058" y="304707"/>
                  <a:pt x="44915" y="298484"/>
                  <a:pt x="49678" y="294039"/>
                </a:cubicBezTo>
                <a:cubicBezTo>
                  <a:pt x="51106" y="291372"/>
                  <a:pt x="52535" y="291816"/>
                  <a:pt x="53726" y="293261"/>
                </a:cubicBezTo>
                <a:close/>
                <a:moveTo>
                  <a:pt x="901551" y="291880"/>
                </a:moveTo>
                <a:cubicBezTo>
                  <a:pt x="899791" y="299058"/>
                  <a:pt x="899791" y="307134"/>
                  <a:pt x="902431" y="314312"/>
                </a:cubicBezTo>
                <a:cubicBezTo>
                  <a:pt x="902431" y="316106"/>
                  <a:pt x="899791" y="315209"/>
                  <a:pt x="898911" y="317004"/>
                </a:cubicBezTo>
                <a:cubicBezTo>
                  <a:pt x="889231" y="323285"/>
                  <a:pt x="883951" y="331360"/>
                  <a:pt x="883951" y="343025"/>
                </a:cubicBezTo>
                <a:cubicBezTo>
                  <a:pt x="883951" y="352895"/>
                  <a:pt x="890991" y="360073"/>
                  <a:pt x="896271" y="367251"/>
                </a:cubicBezTo>
                <a:cubicBezTo>
                  <a:pt x="903311" y="371738"/>
                  <a:pt x="912112" y="374429"/>
                  <a:pt x="920032" y="374429"/>
                </a:cubicBezTo>
                <a:cubicBezTo>
                  <a:pt x="927952" y="388786"/>
                  <a:pt x="943793" y="394170"/>
                  <a:pt x="957873" y="391478"/>
                </a:cubicBezTo>
                <a:cubicBezTo>
                  <a:pt x="958753" y="392375"/>
                  <a:pt x="959633" y="392375"/>
                  <a:pt x="959633" y="393272"/>
                </a:cubicBezTo>
                <a:cubicBezTo>
                  <a:pt x="954353" y="395067"/>
                  <a:pt x="945553" y="395067"/>
                  <a:pt x="939393" y="393272"/>
                </a:cubicBezTo>
                <a:cubicBezTo>
                  <a:pt x="930592" y="392375"/>
                  <a:pt x="921792" y="386094"/>
                  <a:pt x="917392" y="377121"/>
                </a:cubicBezTo>
                <a:cubicBezTo>
                  <a:pt x="905952" y="379813"/>
                  <a:pt x="895391" y="372635"/>
                  <a:pt x="888351" y="363662"/>
                </a:cubicBezTo>
                <a:cubicBezTo>
                  <a:pt x="883071" y="354689"/>
                  <a:pt x="878671" y="343025"/>
                  <a:pt x="882191" y="333155"/>
                </a:cubicBezTo>
                <a:cubicBezTo>
                  <a:pt x="883951" y="324182"/>
                  <a:pt x="890111" y="316106"/>
                  <a:pt x="898911" y="313415"/>
                </a:cubicBezTo>
                <a:cubicBezTo>
                  <a:pt x="899791" y="309825"/>
                  <a:pt x="898031" y="306236"/>
                  <a:pt x="898031" y="302647"/>
                </a:cubicBezTo>
                <a:cubicBezTo>
                  <a:pt x="898031" y="299058"/>
                  <a:pt x="897151" y="292777"/>
                  <a:pt x="901551" y="291880"/>
                </a:cubicBezTo>
                <a:close/>
                <a:moveTo>
                  <a:pt x="939260" y="285530"/>
                </a:moveTo>
                <a:cubicBezTo>
                  <a:pt x="943890" y="286396"/>
                  <a:pt x="943890" y="291591"/>
                  <a:pt x="946668" y="295055"/>
                </a:cubicBezTo>
                <a:cubicBezTo>
                  <a:pt x="948520" y="299384"/>
                  <a:pt x="948520" y="306312"/>
                  <a:pt x="945742" y="310641"/>
                </a:cubicBezTo>
                <a:cubicBezTo>
                  <a:pt x="942964" y="311507"/>
                  <a:pt x="942038" y="314105"/>
                  <a:pt x="939260" y="313239"/>
                </a:cubicBezTo>
                <a:cubicBezTo>
                  <a:pt x="937408" y="309775"/>
                  <a:pt x="942964" y="308909"/>
                  <a:pt x="943890" y="306312"/>
                </a:cubicBezTo>
                <a:cubicBezTo>
                  <a:pt x="945742" y="299384"/>
                  <a:pt x="943890" y="293323"/>
                  <a:pt x="938334" y="288128"/>
                </a:cubicBezTo>
                <a:cubicBezTo>
                  <a:pt x="938334" y="287262"/>
                  <a:pt x="938334" y="286396"/>
                  <a:pt x="939260" y="285530"/>
                </a:cubicBezTo>
                <a:close/>
                <a:moveTo>
                  <a:pt x="909627" y="279180"/>
                </a:moveTo>
                <a:cubicBezTo>
                  <a:pt x="911215" y="279180"/>
                  <a:pt x="912008" y="279180"/>
                  <a:pt x="913596" y="279180"/>
                </a:cubicBezTo>
                <a:cubicBezTo>
                  <a:pt x="910421" y="282037"/>
                  <a:pt x="906452" y="284895"/>
                  <a:pt x="904071" y="288705"/>
                </a:cubicBezTo>
                <a:cubicBezTo>
                  <a:pt x="904071" y="284895"/>
                  <a:pt x="907246" y="282037"/>
                  <a:pt x="909627" y="279180"/>
                </a:cubicBezTo>
                <a:close/>
                <a:moveTo>
                  <a:pt x="944139" y="268067"/>
                </a:moveTo>
                <a:cubicBezTo>
                  <a:pt x="947695" y="269836"/>
                  <a:pt x="950362" y="274258"/>
                  <a:pt x="953029" y="277796"/>
                </a:cubicBezTo>
                <a:cubicBezTo>
                  <a:pt x="956585" y="285756"/>
                  <a:pt x="962808" y="292832"/>
                  <a:pt x="961919" y="302561"/>
                </a:cubicBezTo>
                <a:cubicBezTo>
                  <a:pt x="961030" y="314943"/>
                  <a:pt x="953029" y="324672"/>
                  <a:pt x="941472" y="329094"/>
                </a:cubicBezTo>
                <a:cubicBezTo>
                  <a:pt x="935249" y="329094"/>
                  <a:pt x="930804" y="329979"/>
                  <a:pt x="926359" y="327326"/>
                </a:cubicBezTo>
                <a:cubicBezTo>
                  <a:pt x="922803" y="324672"/>
                  <a:pt x="919247" y="320250"/>
                  <a:pt x="918358" y="314059"/>
                </a:cubicBezTo>
                <a:cubicBezTo>
                  <a:pt x="919247" y="311405"/>
                  <a:pt x="919247" y="306983"/>
                  <a:pt x="923692" y="305214"/>
                </a:cubicBezTo>
                <a:cubicBezTo>
                  <a:pt x="926359" y="303445"/>
                  <a:pt x="929915" y="304330"/>
                  <a:pt x="933471" y="305214"/>
                </a:cubicBezTo>
                <a:cubicBezTo>
                  <a:pt x="937027" y="307867"/>
                  <a:pt x="936138" y="313174"/>
                  <a:pt x="935249" y="316712"/>
                </a:cubicBezTo>
                <a:cubicBezTo>
                  <a:pt x="935249" y="318481"/>
                  <a:pt x="937027" y="319365"/>
                  <a:pt x="938805" y="318481"/>
                </a:cubicBezTo>
                <a:cubicBezTo>
                  <a:pt x="944139" y="319365"/>
                  <a:pt x="947695" y="314059"/>
                  <a:pt x="949473" y="310521"/>
                </a:cubicBezTo>
                <a:cubicBezTo>
                  <a:pt x="953918" y="299907"/>
                  <a:pt x="950362" y="288409"/>
                  <a:pt x="941472" y="280449"/>
                </a:cubicBezTo>
                <a:cubicBezTo>
                  <a:pt x="941472" y="280449"/>
                  <a:pt x="941472" y="280449"/>
                  <a:pt x="944139" y="268067"/>
                </a:cubicBezTo>
                <a:close/>
                <a:moveTo>
                  <a:pt x="914329" y="263305"/>
                </a:moveTo>
                <a:cubicBezTo>
                  <a:pt x="916120" y="263305"/>
                  <a:pt x="918806" y="263305"/>
                  <a:pt x="918806" y="265977"/>
                </a:cubicBezTo>
                <a:cubicBezTo>
                  <a:pt x="919702" y="267758"/>
                  <a:pt x="917911" y="270429"/>
                  <a:pt x="917911" y="272210"/>
                </a:cubicBezTo>
                <a:cubicBezTo>
                  <a:pt x="911642" y="274882"/>
                  <a:pt x="905373" y="277554"/>
                  <a:pt x="900000" y="282897"/>
                </a:cubicBezTo>
                <a:cubicBezTo>
                  <a:pt x="899105" y="289131"/>
                  <a:pt x="894627" y="293584"/>
                  <a:pt x="894627" y="300708"/>
                </a:cubicBezTo>
                <a:cubicBezTo>
                  <a:pt x="894627" y="304270"/>
                  <a:pt x="894627" y="306942"/>
                  <a:pt x="895523" y="310504"/>
                </a:cubicBezTo>
                <a:cubicBezTo>
                  <a:pt x="883881" y="315847"/>
                  <a:pt x="879404" y="329205"/>
                  <a:pt x="877613" y="340783"/>
                </a:cubicBezTo>
                <a:cubicBezTo>
                  <a:pt x="877613" y="355922"/>
                  <a:pt x="883881" y="370171"/>
                  <a:pt x="898209" y="376405"/>
                </a:cubicBezTo>
                <a:cubicBezTo>
                  <a:pt x="902687" y="381748"/>
                  <a:pt x="909851" y="381748"/>
                  <a:pt x="916120" y="382638"/>
                </a:cubicBezTo>
                <a:cubicBezTo>
                  <a:pt x="926866" y="395106"/>
                  <a:pt x="942090" y="402230"/>
                  <a:pt x="958209" y="397778"/>
                </a:cubicBezTo>
                <a:cubicBezTo>
                  <a:pt x="961791" y="397778"/>
                  <a:pt x="966269" y="393325"/>
                  <a:pt x="968955" y="397778"/>
                </a:cubicBezTo>
                <a:cubicBezTo>
                  <a:pt x="968955" y="397778"/>
                  <a:pt x="968955" y="397778"/>
                  <a:pt x="970746" y="401340"/>
                </a:cubicBezTo>
                <a:cubicBezTo>
                  <a:pt x="964478" y="408464"/>
                  <a:pt x="954627" y="407574"/>
                  <a:pt x="946567" y="408464"/>
                </a:cubicBezTo>
                <a:cubicBezTo>
                  <a:pt x="940299" y="409355"/>
                  <a:pt x="935821" y="404902"/>
                  <a:pt x="929552" y="404902"/>
                </a:cubicBezTo>
                <a:cubicBezTo>
                  <a:pt x="924179" y="402230"/>
                  <a:pt x="917911" y="398668"/>
                  <a:pt x="914329" y="393325"/>
                </a:cubicBezTo>
                <a:cubicBezTo>
                  <a:pt x="912538" y="389763"/>
                  <a:pt x="908955" y="391544"/>
                  <a:pt x="907164" y="391544"/>
                </a:cubicBezTo>
                <a:cubicBezTo>
                  <a:pt x="890150" y="387982"/>
                  <a:pt x="872239" y="372842"/>
                  <a:pt x="868657" y="355922"/>
                </a:cubicBezTo>
                <a:cubicBezTo>
                  <a:pt x="867762" y="348798"/>
                  <a:pt x="865971" y="342564"/>
                  <a:pt x="865971" y="335439"/>
                </a:cubicBezTo>
                <a:cubicBezTo>
                  <a:pt x="869553" y="323862"/>
                  <a:pt x="875822" y="313176"/>
                  <a:pt x="884777" y="306051"/>
                </a:cubicBezTo>
                <a:cubicBezTo>
                  <a:pt x="885672" y="302489"/>
                  <a:pt x="885672" y="298036"/>
                  <a:pt x="885672" y="293584"/>
                </a:cubicBezTo>
                <a:cubicBezTo>
                  <a:pt x="887463" y="288240"/>
                  <a:pt x="889254" y="282897"/>
                  <a:pt x="891941" y="277554"/>
                </a:cubicBezTo>
                <a:cubicBezTo>
                  <a:pt x="898209" y="270429"/>
                  <a:pt x="906269" y="265086"/>
                  <a:pt x="914329" y="263305"/>
                </a:cubicBezTo>
                <a:close/>
                <a:moveTo>
                  <a:pt x="78426" y="263305"/>
                </a:moveTo>
                <a:cubicBezTo>
                  <a:pt x="78426" y="263305"/>
                  <a:pt x="78426" y="263305"/>
                  <a:pt x="79292" y="265173"/>
                </a:cubicBezTo>
                <a:cubicBezTo>
                  <a:pt x="76694" y="271709"/>
                  <a:pt x="72365" y="281048"/>
                  <a:pt x="76694" y="287584"/>
                </a:cubicBezTo>
                <a:cubicBezTo>
                  <a:pt x="77560" y="289452"/>
                  <a:pt x="80158" y="290386"/>
                  <a:pt x="79292" y="293187"/>
                </a:cubicBezTo>
                <a:cubicBezTo>
                  <a:pt x="78426" y="295055"/>
                  <a:pt x="76694" y="292253"/>
                  <a:pt x="75828" y="292253"/>
                </a:cubicBezTo>
                <a:cubicBezTo>
                  <a:pt x="70633" y="285717"/>
                  <a:pt x="70633" y="277312"/>
                  <a:pt x="73231" y="269842"/>
                </a:cubicBezTo>
                <a:cubicBezTo>
                  <a:pt x="74097" y="267040"/>
                  <a:pt x="75828" y="264239"/>
                  <a:pt x="78426" y="263305"/>
                </a:cubicBezTo>
                <a:close/>
                <a:moveTo>
                  <a:pt x="885310" y="258543"/>
                </a:moveTo>
                <a:cubicBezTo>
                  <a:pt x="891371" y="261235"/>
                  <a:pt x="885310" y="265721"/>
                  <a:pt x="886175" y="270207"/>
                </a:cubicBezTo>
                <a:cubicBezTo>
                  <a:pt x="886175" y="273796"/>
                  <a:pt x="890505" y="277385"/>
                  <a:pt x="887041" y="279180"/>
                </a:cubicBezTo>
                <a:cubicBezTo>
                  <a:pt x="881846" y="275591"/>
                  <a:pt x="882712" y="270207"/>
                  <a:pt x="882712" y="263926"/>
                </a:cubicBezTo>
                <a:cubicBezTo>
                  <a:pt x="883578" y="262132"/>
                  <a:pt x="884444" y="260337"/>
                  <a:pt x="885310" y="258543"/>
                </a:cubicBezTo>
                <a:close/>
                <a:moveTo>
                  <a:pt x="824952" y="255367"/>
                </a:moveTo>
                <a:cubicBezTo>
                  <a:pt x="826744" y="255367"/>
                  <a:pt x="828536" y="255367"/>
                  <a:pt x="830329" y="256272"/>
                </a:cubicBezTo>
                <a:cubicBezTo>
                  <a:pt x="829433" y="258986"/>
                  <a:pt x="829433" y="261700"/>
                  <a:pt x="827640" y="262604"/>
                </a:cubicBezTo>
                <a:cubicBezTo>
                  <a:pt x="828536" y="270747"/>
                  <a:pt x="830329" y="278889"/>
                  <a:pt x="838394" y="283413"/>
                </a:cubicBezTo>
                <a:cubicBezTo>
                  <a:pt x="841083" y="285222"/>
                  <a:pt x="845563" y="285222"/>
                  <a:pt x="848252" y="283413"/>
                </a:cubicBezTo>
                <a:cubicBezTo>
                  <a:pt x="850044" y="280698"/>
                  <a:pt x="853629" y="277984"/>
                  <a:pt x="851837" y="274366"/>
                </a:cubicBezTo>
                <a:cubicBezTo>
                  <a:pt x="849148" y="273461"/>
                  <a:pt x="842875" y="277080"/>
                  <a:pt x="842875" y="271651"/>
                </a:cubicBezTo>
                <a:cubicBezTo>
                  <a:pt x="841083" y="267128"/>
                  <a:pt x="844667" y="265319"/>
                  <a:pt x="847356" y="263509"/>
                </a:cubicBezTo>
                <a:cubicBezTo>
                  <a:pt x="850940" y="264414"/>
                  <a:pt x="857214" y="265319"/>
                  <a:pt x="859006" y="269842"/>
                </a:cubicBezTo>
                <a:cubicBezTo>
                  <a:pt x="859902" y="276175"/>
                  <a:pt x="859902" y="281603"/>
                  <a:pt x="856317" y="286127"/>
                </a:cubicBezTo>
                <a:cubicBezTo>
                  <a:pt x="860798" y="290650"/>
                  <a:pt x="863487" y="295174"/>
                  <a:pt x="863487" y="301507"/>
                </a:cubicBezTo>
                <a:cubicBezTo>
                  <a:pt x="864383" y="308744"/>
                  <a:pt x="853629" y="313268"/>
                  <a:pt x="858110" y="320505"/>
                </a:cubicBezTo>
                <a:cubicBezTo>
                  <a:pt x="860798" y="327743"/>
                  <a:pt x="854525" y="332266"/>
                  <a:pt x="853629" y="338599"/>
                </a:cubicBezTo>
                <a:cubicBezTo>
                  <a:pt x="852733" y="339504"/>
                  <a:pt x="851837" y="338599"/>
                  <a:pt x="850940" y="338599"/>
                </a:cubicBezTo>
                <a:cubicBezTo>
                  <a:pt x="847356" y="331362"/>
                  <a:pt x="854525" y="317791"/>
                  <a:pt x="842875" y="315077"/>
                </a:cubicBezTo>
                <a:cubicBezTo>
                  <a:pt x="839290" y="314172"/>
                  <a:pt x="835706" y="311458"/>
                  <a:pt x="834810" y="306935"/>
                </a:cubicBezTo>
                <a:cubicBezTo>
                  <a:pt x="834810" y="306935"/>
                  <a:pt x="834810" y="306935"/>
                  <a:pt x="833913" y="301507"/>
                </a:cubicBezTo>
                <a:cubicBezTo>
                  <a:pt x="836602" y="301507"/>
                  <a:pt x="839290" y="299697"/>
                  <a:pt x="841979" y="300602"/>
                </a:cubicBezTo>
                <a:cubicBezTo>
                  <a:pt x="843771" y="304221"/>
                  <a:pt x="841979" y="309649"/>
                  <a:pt x="846460" y="311458"/>
                </a:cubicBezTo>
                <a:cubicBezTo>
                  <a:pt x="850044" y="311458"/>
                  <a:pt x="852733" y="307839"/>
                  <a:pt x="854525" y="305125"/>
                </a:cubicBezTo>
                <a:cubicBezTo>
                  <a:pt x="856317" y="303316"/>
                  <a:pt x="856317" y="300602"/>
                  <a:pt x="855421" y="297888"/>
                </a:cubicBezTo>
                <a:cubicBezTo>
                  <a:pt x="850940" y="288841"/>
                  <a:pt x="840187" y="294269"/>
                  <a:pt x="833017" y="287936"/>
                </a:cubicBezTo>
                <a:cubicBezTo>
                  <a:pt x="831225" y="287031"/>
                  <a:pt x="829433" y="283413"/>
                  <a:pt x="826744" y="283413"/>
                </a:cubicBezTo>
                <a:cubicBezTo>
                  <a:pt x="824056" y="288841"/>
                  <a:pt x="818679" y="287031"/>
                  <a:pt x="814198" y="286127"/>
                </a:cubicBezTo>
                <a:cubicBezTo>
                  <a:pt x="810613" y="283413"/>
                  <a:pt x="808821" y="279794"/>
                  <a:pt x="809717" y="276175"/>
                </a:cubicBezTo>
                <a:cubicBezTo>
                  <a:pt x="809717" y="274366"/>
                  <a:pt x="812406" y="274366"/>
                  <a:pt x="813302" y="273461"/>
                </a:cubicBezTo>
                <a:cubicBezTo>
                  <a:pt x="815094" y="273461"/>
                  <a:pt x="816886" y="275270"/>
                  <a:pt x="816886" y="277080"/>
                </a:cubicBezTo>
                <a:cubicBezTo>
                  <a:pt x="816886" y="277984"/>
                  <a:pt x="816886" y="278889"/>
                  <a:pt x="818679" y="279794"/>
                </a:cubicBezTo>
                <a:cubicBezTo>
                  <a:pt x="820471" y="279794"/>
                  <a:pt x="821367" y="278889"/>
                  <a:pt x="822263" y="277080"/>
                </a:cubicBezTo>
                <a:cubicBezTo>
                  <a:pt x="820471" y="272556"/>
                  <a:pt x="821367" y="267128"/>
                  <a:pt x="820471" y="262604"/>
                </a:cubicBezTo>
                <a:cubicBezTo>
                  <a:pt x="822263" y="259890"/>
                  <a:pt x="823159" y="257176"/>
                  <a:pt x="824952" y="255367"/>
                </a:cubicBezTo>
                <a:close/>
                <a:moveTo>
                  <a:pt x="75622" y="249914"/>
                </a:moveTo>
                <a:cubicBezTo>
                  <a:pt x="77437" y="252606"/>
                  <a:pt x="76529" y="254401"/>
                  <a:pt x="77437" y="257990"/>
                </a:cubicBezTo>
                <a:cubicBezTo>
                  <a:pt x="76529" y="261579"/>
                  <a:pt x="71994" y="263373"/>
                  <a:pt x="70179" y="266065"/>
                </a:cubicBezTo>
                <a:cubicBezTo>
                  <a:pt x="65644" y="275038"/>
                  <a:pt x="65644" y="286702"/>
                  <a:pt x="71994" y="294778"/>
                </a:cubicBezTo>
                <a:cubicBezTo>
                  <a:pt x="74715" y="296572"/>
                  <a:pt x="76529" y="300162"/>
                  <a:pt x="80158" y="299264"/>
                </a:cubicBezTo>
                <a:cubicBezTo>
                  <a:pt x="83787" y="296572"/>
                  <a:pt x="82879" y="290292"/>
                  <a:pt x="89229" y="288497"/>
                </a:cubicBezTo>
                <a:cubicBezTo>
                  <a:pt x="91044" y="287600"/>
                  <a:pt x="94672" y="288497"/>
                  <a:pt x="97394" y="290292"/>
                </a:cubicBezTo>
                <a:cubicBezTo>
                  <a:pt x="99208" y="292983"/>
                  <a:pt x="99208" y="297470"/>
                  <a:pt x="98301" y="300162"/>
                </a:cubicBezTo>
                <a:cubicBezTo>
                  <a:pt x="95579" y="307340"/>
                  <a:pt x="89229" y="310929"/>
                  <a:pt x="82879" y="310929"/>
                </a:cubicBezTo>
                <a:cubicBezTo>
                  <a:pt x="71087" y="310929"/>
                  <a:pt x="61108" y="300162"/>
                  <a:pt x="57479" y="290292"/>
                </a:cubicBezTo>
                <a:cubicBezTo>
                  <a:pt x="54758" y="284011"/>
                  <a:pt x="56572" y="277730"/>
                  <a:pt x="57479" y="270551"/>
                </a:cubicBezTo>
                <a:cubicBezTo>
                  <a:pt x="60201" y="264271"/>
                  <a:pt x="64737" y="258887"/>
                  <a:pt x="70179" y="252606"/>
                </a:cubicBezTo>
                <a:cubicBezTo>
                  <a:pt x="71994" y="251709"/>
                  <a:pt x="73808" y="249017"/>
                  <a:pt x="75622" y="249914"/>
                </a:cubicBezTo>
                <a:close/>
                <a:moveTo>
                  <a:pt x="104676" y="244255"/>
                </a:moveTo>
                <a:cubicBezTo>
                  <a:pt x="116141" y="246023"/>
                  <a:pt x="126725" y="253095"/>
                  <a:pt x="131134" y="263704"/>
                </a:cubicBezTo>
                <a:cubicBezTo>
                  <a:pt x="135544" y="271661"/>
                  <a:pt x="138190" y="281385"/>
                  <a:pt x="136426" y="291110"/>
                </a:cubicBezTo>
                <a:cubicBezTo>
                  <a:pt x="147009" y="297298"/>
                  <a:pt x="148773" y="309675"/>
                  <a:pt x="151419" y="320284"/>
                </a:cubicBezTo>
                <a:cubicBezTo>
                  <a:pt x="151419" y="320284"/>
                  <a:pt x="151419" y="320284"/>
                  <a:pt x="150537" y="322936"/>
                </a:cubicBezTo>
                <a:cubicBezTo>
                  <a:pt x="153183" y="337965"/>
                  <a:pt x="145245" y="351225"/>
                  <a:pt x="135544" y="361834"/>
                </a:cubicBezTo>
                <a:cubicBezTo>
                  <a:pt x="126725" y="368022"/>
                  <a:pt x="116141" y="373327"/>
                  <a:pt x="104676" y="372443"/>
                </a:cubicBezTo>
                <a:cubicBezTo>
                  <a:pt x="98502" y="368022"/>
                  <a:pt x="94975" y="376863"/>
                  <a:pt x="90565" y="378631"/>
                </a:cubicBezTo>
                <a:cubicBezTo>
                  <a:pt x="78218" y="386588"/>
                  <a:pt x="60579" y="391892"/>
                  <a:pt x="47350" y="382167"/>
                </a:cubicBezTo>
                <a:cubicBezTo>
                  <a:pt x="45586" y="380399"/>
                  <a:pt x="42940" y="379515"/>
                  <a:pt x="42940" y="375979"/>
                </a:cubicBezTo>
                <a:cubicBezTo>
                  <a:pt x="42058" y="373327"/>
                  <a:pt x="45586" y="372443"/>
                  <a:pt x="47350" y="370675"/>
                </a:cubicBezTo>
                <a:cubicBezTo>
                  <a:pt x="50877" y="370675"/>
                  <a:pt x="51759" y="375095"/>
                  <a:pt x="55287" y="375979"/>
                </a:cubicBezTo>
                <a:cubicBezTo>
                  <a:pt x="64988" y="378631"/>
                  <a:pt x="76454" y="379515"/>
                  <a:pt x="84391" y="372443"/>
                </a:cubicBezTo>
                <a:cubicBezTo>
                  <a:pt x="84391" y="372443"/>
                  <a:pt x="84391" y="372443"/>
                  <a:pt x="96738" y="364486"/>
                </a:cubicBezTo>
                <a:cubicBezTo>
                  <a:pt x="111732" y="365370"/>
                  <a:pt x="128488" y="360066"/>
                  <a:pt x="137308" y="345037"/>
                </a:cubicBezTo>
                <a:lnTo>
                  <a:pt x="138183" y="337580"/>
                </a:lnTo>
                <a:lnTo>
                  <a:pt x="125980" y="354280"/>
                </a:lnTo>
                <a:cubicBezTo>
                  <a:pt x="120017" y="358190"/>
                  <a:pt x="112816" y="360424"/>
                  <a:pt x="106065" y="361318"/>
                </a:cubicBezTo>
                <a:cubicBezTo>
                  <a:pt x="106065" y="361318"/>
                  <a:pt x="106065" y="361318"/>
                  <a:pt x="94363" y="360424"/>
                </a:cubicBezTo>
                <a:cubicBezTo>
                  <a:pt x="85362" y="369361"/>
                  <a:pt x="72760" y="379192"/>
                  <a:pt x="58358" y="372936"/>
                </a:cubicBezTo>
                <a:cubicBezTo>
                  <a:pt x="57458" y="371149"/>
                  <a:pt x="55658" y="371149"/>
                  <a:pt x="54758" y="370255"/>
                </a:cubicBezTo>
                <a:cubicBezTo>
                  <a:pt x="57458" y="366680"/>
                  <a:pt x="61959" y="370255"/>
                  <a:pt x="64659" y="371149"/>
                </a:cubicBezTo>
                <a:cubicBezTo>
                  <a:pt x="73661" y="371149"/>
                  <a:pt x="83562" y="368467"/>
                  <a:pt x="88963" y="361318"/>
                </a:cubicBezTo>
                <a:cubicBezTo>
                  <a:pt x="94363" y="353274"/>
                  <a:pt x="105165" y="358637"/>
                  <a:pt x="113266" y="354168"/>
                </a:cubicBezTo>
                <a:cubicBezTo>
                  <a:pt x="122267" y="352381"/>
                  <a:pt x="130368" y="343444"/>
                  <a:pt x="133969" y="334507"/>
                </a:cubicBezTo>
                <a:cubicBezTo>
                  <a:pt x="136669" y="320207"/>
                  <a:pt x="130368" y="305014"/>
                  <a:pt x="119567" y="296077"/>
                </a:cubicBezTo>
                <a:cubicBezTo>
                  <a:pt x="119567" y="296077"/>
                  <a:pt x="119567" y="296077"/>
                  <a:pt x="123167" y="286247"/>
                </a:cubicBezTo>
                <a:cubicBezTo>
                  <a:pt x="122267" y="276416"/>
                  <a:pt x="119567" y="265692"/>
                  <a:pt x="110566" y="262117"/>
                </a:cubicBezTo>
                <a:cubicBezTo>
                  <a:pt x="108765" y="261223"/>
                  <a:pt x="106065" y="261223"/>
                  <a:pt x="106065" y="259436"/>
                </a:cubicBezTo>
                <a:cubicBezTo>
                  <a:pt x="106065" y="259436"/>
                  <a:pt x="106065" y="259436"/>
                  <a:pt x="106065" y="258542"/>
                </a:cubicBezTo>
                <a:cubicBezTo>
                  <a:pt x="115066" y="259436"/>
                  <a:pt x="121367" y="266585"/>
                  <a:pt x="124067" y="274629"/>
                </a:cubicBezTo>
                <a:cubicBezTo>
                  <a:pt x="127668" y="280884"/>
                  <a:pt x="125868" y="288034"/>
                  <a:pt x="124067" y="295184"/>
                </a:cubicBezTo>
                <a:cubicBezTo>
                  <a:pt x="130368" y="300546"/>
                  <a:pt x="134869" y="307025"/>
                  <a:pt x="137344" y="314175"/>
                </a:cubicBezTo>
                <a:lnTo>
                  <a:pt x="138399" y="335743"/>
                </a:lnTo>
                <a:lnTo>
                  <a:pt x="140836" y="314979"/>
                </a:lnTo>
                <a:cubicBezTo>
                  <a:pt x="139072" y="307023"/>
                  <a:pt x="132898" y="300834"/>
                  <a:pt x="128488" y="294646"/>
                </a:cubicBezTo>
                <a:cubicBezTo>
                  <a:pt x="128488" y="287574"/>
                  <a:pt x="130252" y="282269"/>
                  <a:pt x="128488" y="276081"/>
                </a:cubicBezTo>
                <a:cubicBezTo>
                  <a:pt x="125843" y="269008"/>
                  <a:pt x="120551" y="261052"/>
                  <a:pt x="113495" y="257516"/>
                </a:cubicBezTo>
                <a:cubicBezTo>
                  <a:pt x="112613" y="257516"/>
                  <a:pt x="102030" y="254864"/>
                  <a:pt x="102030" y="251327"/>
                </a:cubicBezTo>
                <a:cubicBezTo>
                  <a:pt x="102030" y="248675"/>
                  <a:pt x="102030" y="245139"/>
                  <a:pt x="104676" y="244255"/>
                </a:cubicBezTo>
                <a:close/>
                <a:moveTo>
                  <a:pt x="891030" y="241080"/>
                </a:moveTo>
                <a:cubicBezTo>
                  <a:pt x="893638" y="241080"/>
                  <a:pt x="896246" y="242856"/>
                  <a:pt x="897115" y="245519"/>
                </a:cubicBezTo>
                <a:cubicBezTo>
                  <a:pt x="897115" y="246407"/>
                  <a:pt x="897985" y="249071"/>
                  <a:pt x="898854" y="248183"/>
                </a:cubicBezTo>
                <a:cubicBezTo>
                  <a:pt x="901462" y="248183"/>
                  <a:pt x="903201" y="249959"/>
                  <a:pt x="902331" y="252623"/>
                </a:cubicBezTo>
                <a:cubicBezTo>
                  <a:pt x="904070" y="257062"/>
                  <a:pt x="899723" y="258838"/>
                  <a:pt x="897115" y="259726"/>
                </a:cubicBezTo>
                <a:cubicBezTo>
                  <a:pt x="895377" y="260614"/>
                  <a:pt x="892769" y="260614"/>
                  <a:pt x="890161" y="259726"/>
                </a:cubicBezTo>
                <a:cubicBezTo>
                  <a:pt x="888422" y="257950"/>
                  <a:pt x="889291" y="254399"/>
                  <a:pt x="885814" y="253511"/>
                </a:cubicBezTo>
                <a:cubicBezTo>
                  <a:pt x="880598" y="256174"/>
                  <a:pt x="878859" y="263278"/>
                  <a:pt x="878859" y="269493"/>
                </a:cubicBezTo>
                <a:cubicBezTo>
                  <a:pt x="879729" y="275709"/>
                  <a:pt x="880598" y="281924"/>
                  <a:pt x="884945" y="286364"/>
                </a:cubicBezTo>
                <a:cubicBezTo>
                  <a:pt x="884945" y="286364"/>
                  <a:pt x="884945" y="286364"/>
                  <a:pt x="882337" y="293467"/>
                </a:cubicBezTo>
                <a:cubicBezTo>
                  <a:pt x="879729" y="292579"/>
                  <a:pt x="876251" y="289027"/>
                  <a:pt x="874513" y="286364"/>
                </a:cubicBezTo>
                <a:cubicBezTo>
                  <a:pt x="869297" y="277484"/>
                  <a:pt x="867558" y="265054"/>
                  <a:pt x="871035" y="254399"/>
                </a:cubicBezTo>
                <a:cubicBezTo>
                  <a:pt x="874513" y="246407"/>
                  <a:pt x="883206" y="241080"/>
                  <a:pt x="891030" y="241080"/>
                </a:cubicBezTo>
                <a:close/>
                <a:moveTo>
                  <a:pt x="830163" y="241080"/>
                </a:moveTo>
                <a:cubicBezTo>
                  <a:pt x="834573" y="242773"/>
                  <a:pt x="838101" y="246160"/>
                  <a:pt x="838983" y="251240"/>
                </a:cubicBezTo>
                <a:cubicBezTo>
                  <a:pt x="838983" y="252087"/>
                  <a:pt x="838101" y="252933"/>
                  <a:pt x="837219" y="253780"/>
                </a:cubicBezTo>
                <a:cubicBezTo>
                  <a:pt x="831927" y="252933"/>
                  <a:pt x="826636" y="251240"/>
                  <a:pt x="823108" y="247853"/>
                </a:cubicBezTo>
                <a:cubicBezTo>
                  <a:pt x="825754" y="245313"/>
                  <a:pt x="827518" y="243620"/>
                  <a:pt x="830163" y="241080"/>
                </a:cubicBezTo>
                <a:close/>
                <a:moveTo>
                  <a:pt x="137660" y="241080"/>
                </a:moveTo>
                <a:cubicBezTo>
                  <a:pt x="141188" y="245379"/>
                  <a:pt x="142070" y="249679"/>
                  <a:pt x="142070" y="253978"/>
                </a:cubicBezTo>
                <a:cubicBezTo>
                  <a:pt x="141188" y="257417"/>
                  <a:pt x="140306" y="260857"/>
                  <a:pt x="137660" y="261717"/>
                </a:cubicBezTo>
                <a:cubicBezTo>
                  <a:pt x="134133" y="258277"/>
                  <a:pt x="142070" y="255698"/>
                  <a:pt x="138542" y="251398"/>
                </a:cubicBezTo>
                <a:cubicBezTo>
                  <a:pt x="140306" y="247959"/>
                  <a:pt x="136779" y="245379"/>
                  <a:pt x="135897" y="242800"/>
                </a:cubicBezTo>
                <a:cubicBezTo>
                  <a:pt x="135015" y="241080"/>
                  <a:pt x="136779" y="241080"/>
                  <a:pt x="137660" y="241080"/>
                </a:cubicBezTo>
                <a:close/>
                <a:moveTo>
                  <a:pt x="200524" y="239665"/>
                </a:moveTo>
                <a:cubicBezTo>
                  <a:pt x="201540" y="238773"/>
                  <a:pt x="202444" y="238549"/>
                  <a:pt x="203348" y="240782"/>
                </a:cubicBezTo>
                <a:cubicBezTo>
                  <a:pt x="204251" y="247032"/>
                  <a:pt x="200637" y="251497"/>
                  <a:pt x="198829" y="257748"/>
                </a:cubicBezTo>
                <a:cubicBezTo>
                  <a:pt x="199733" y="259534"/>
                  <a:pt x="201540" y="260427"/>
                  <a:pt x="202444" y="261320"/>
                </a:cubicBezTo>
                <a:cubicBezTo>
                  <a:pt x="204251" y="261320"/>
                  <a:pt x="206058" y="261320"/>
                  <a:pt x="206962" y="259534"/>
                </a:cubicBezTo>
                <a:cubicBezTo>
                  <a:pt x="206058" y="257748"/>
                  <a:pt x="206058" y="256855"/>
                  <a:pt x="206962" y="255069"/>
                </a:cubicBezTo>
                <a:cubicBezTo>
                  <a:pt x="208769" y="254176"/>
                  <a:pt x="210577" y="254176"/>
                  <a:pt x="211480" y="255069"/>
                </a:cubicBezTo>
                <a:cubicBezTo>
                  <a:pt x="213288" y="256855"/>
                  <a:pt x="215095" y="260427"/>
                  <a:pt x="213288" y="263106"/>
                </a:cubicBezTo>
                <a:cubicBezTo>
                  <a:pt x="211480" y="265785"/>
                  <a:pt x="208769" y="268464"/>
                  <a:pt x="206058" y="269357"/>
                </a:cubicBezTo>
                <a:cubicBezTo>
                  <a:pt x="200637" y="270250"/>
                  <a:pt x="197022" y="267571"/>
                  <a:pt x="192504" y="265785"/>
                </a:cubicBezTo>
                <a:cubicBezTo>
                  <a:pt x="187986" y="264892"/>
                  <a:pt x="184371" y="267571"/>
                  <a:pt x="179853" y="268464"/>
                </a:cubicBezTo>
                <a:cubicBezTo>
                  <a:pt x="174431" y="271143"/>
                  <a:pt x="167202" y="277393"/>
                  <a:pt x="166298" y="283644"/>
                </a:cubicBezTo>
                <a:cubicBezTo>
                  <a:pt x="166298" y="287216"/>
                  <a:pt x="169009" y="290788"/>
                  <a:pt x="171720" y="291681"/>
                </a:cubicBezTo>
                <a:cubicBezTo>
                  <a:pt x="173527" y="292574"/>
                  <a:pt x="176238" y="291681"/>
                  <a:pt x="178045" y="290788"/>
                </a:cubicBezTo>
                <a:cubicBezTo>
                  <a:pt x="179853" y="288109"/>
                  <a:pt x="176238" y="284537"/>
                  <a:pt x="178949" y="281858"/>
                </a:cubicBezTo>
                <a:cubicBezTo>
                  <a:pt x="180756" y="279179"/>
                  <a:pt x="184371" y="280072"/>
                  <a:pt x="187082" y="280965"/>
                </a:cubicBezTo>
                <a:cubicBezTo>
                  <a:pt x="189793" y="281858"/>
                  <a:pt x="189793" y="284537"/>
                  <a:pt x="190696" y="286323"/>
                </a:cubicBezTo>
                <a:cubicBezTo>
                  <a:pt x="189793" y="290788"/>
                  <a:pt x="187986" y="295253"/>
                  <a:pt x="183467" y="297932"/>
                </a:cubicBezTo>
                <a:cubicBezTo>
                  <a:pt x="180756" y="298825"/>
                  <a:pt x="177142" y="300611"/>
                  <a:pt x="174431" y="300611"/>
                </a:cubicBezTo>
                <a:cubicBezTo>
                  <a:pt x="167202" y="306861"/>
                  <a:pt x="171720" y="317577"/>
                  <a:pt x="165394" y="322042"/>
                </a:cubicBezTo>
                <a:cubicBezTo>
                  <a:pt x="166298" y="314005"/>
                  <a:pt x="156358" y="304182"/>
                  <a:pt x="166298" y="298825"/>
                </a:cubicBezTo>
                <a:cubicBezTo>
                  <a:pt x="167202" y="297039"/>
                  <a:pt x="163587" y="297039"/>
                  <a:pt x="163587" y="295253"/>
                </a:cubicBezTo>
                <a:cubicBezTo>
                  <a:pt x="159973" y="290788"/>
                  <a:pt x="158165" y="284537"/>
                  <a:pt x="159973" y="279179"/>
                </a:cubicBezTo>
                <a:cubicBezTo>
                  <a:pt x="160876" y="273822"/>
                  <a:pt x="168105" y="271143"/>
                  <a:pt x="168105" y="265785"/>
                </a:cubicBezTo>
                <a:cubicBezTo>
                  <a:pt x="164491" y="263106"/>
                  <a:pt x="164491" y="258641"/>
                  <a:pt x="164491" y="255069"/>
                </a:cubicBezTo>
                <a:cubicBezTo>
                  <a:pt x="164491" y="250604"/>
                  <a:pt x="167202" y="247032"/>
                  <a:pt x="171720" y="246140"/>
                </a:cubicBezTo>
                <a:cubicBezTo>
                  <a:pt x="175335" y="245247"/>
                  <a:pt x="177142" y="247032"/>
                  <a:pt x="178949" y="249711"/>
                </a:cubicBezTo>
                <a:cubicBezTo>
                  <a:pt x="178949" y="251497"/>
                  <a:pt x="178045" y="253283"/>
                  <a:pt x="175335" y="254176"/>
                </a:cubicBezTo>
                <a:cubicBezTo>
                  <a:pt x="174431" y="253283"/>
                  <a:pt x="172624" y="254176"/>
                  <a:pt x="172624" y="255962"/>
                </a:cubicBezTo>
                <a:cubicBezTo>
                  <a:pt x="171720" y="259534"/>
                  <a:pt x="177142" y="260427"/>
                  <a:pt x="178949" y="261320"/>
                </a:cubicBezTo>
                <a:cubicBezTo>
                  <a:pt x="184371" y="263106"/>
                  <a:pt x="187986" y="258641"/>
                  <a:pt x="190696" y="255962"/>
                </a:cubicBezTo>
                <a:cubicBezTo>
                  <a:pt x="195215" y="252390"/>
                  <a:pt x="196118" y="247925"/>
                  <a:pt x="197022" y="242568"/>
                </a:cubicBezTo>
                <a:cubicBezTo>
                  <a:pt x="198378" y="242121"/>
                  <a:pt x="199507" y="240558"/>
                  <a:pt x="200524" y="239665"/>
                </a:cubicBezTo>
                <a:close/>
                <a:moveTo>
                  <a:pt x="196419" y="229471"/>
                </a:moveTo>
                <a:cubicBezTo>
                  <a:pt x="196419" y="229471"/>
                  <a:pt x="196419" y="229471"/>
                  <a:pt x="199221" y="233935"/>
                </a:cubicBezTo>
                <a:cubicBezTo>
                  <a:pt x="198287" y="239293"/>
                  <a:pt x="191750" y="240186"/>
                  <a:pt x="187081" y="241079"/>
                </a:cubicBezTo>
                <a:cubicBezTo>
                  <a:pt x="183346" y="239293"/>
                  <a:pt x="187081" y="236614"/>
                  <a:pt x="186147" y="233935"/>
                </a:cubicBezTo>
                <a:cubicBezTo>
                  <a:pt x="188949" y="232149"/>
                  <a:pt x="191750" y="226792"/>
                  <a:pt x="196419" y="229471"/>
                </a:cubicBezTo>
                <a:close/>
                <a:moveTo>
                  <a:pt x="774812" y="225205"/>
                </a:moveTo>
                <a:cubicBezTo>
                  <a:pt x="779391" y="229534"/>
                  <a:pt x="787634" y="226937"/>
                  <a:pt x="794044" y="226071"/>
                </a:cubicBezTo>
                <a:cubicBezTo>
                  <a:pt x="794044" y="228669"/>
                  <a:pt x="791297" y="231266"/>
                  <a:pt x="791297" y="233864"/>
                </a:cubicBezTo>
                <a:cubicBezTo>
                  <a:pt x="790381" y="238194"/>
                  <a:pt x="797708" y="242523"/>
                  <a:pt x="792213" y="244255"/>
                </a:cubicBezTo>
                <a:cubicBezTo>
                  <a:pt x="786718" y="244255"/>
                  <a:pt x="782138" y="242523"/>
                  <a:pt x="778475" y="239925"/>
                </a:cubicBezTo>
                <a:cubicBezTo>
                  <a:pt x="776643" y="235596"/>
                  <a:pt x="773896" y="231266"/>
                  <a:pt x="773896" y="226071"/>
                </a:cubicBezTo>
                <a:cubicBezTo>
                  <a:pt x="773896" y="226071"/>
                  <a:pt x="773896" y="226071"/>
                  <a:pt x="774812" y="225205"/>
                </a:cubicBezTo>
                <a:close/>
                <a:moveTo>
                  <a:pt x="130515" y="223617"/>
                </a:moveTo>
                <a:cubicBezTo>
                  <a:pt x="136053" y="223617"/>
                  <a:pt x="141591" y="225393"/>
                  <a:pt x="146205" y="228056"/>
                </a:cubicBezTo>
                <a:cubicBezTo>
                  <a:pt x="155435" y="236048"/>
                  <a:pt x="156358" y="247591"/>
                  <a:pt x="153589" y="258246"/>
                </a:cubicBezTo>
                <a:cubicBezTo>
                  <a:pt x="150820" y="265349"/>
                  <a:pt x="148974" y="273340"/>
                  <a:pt x="141591" y="276004"/>
                </a:cubicBezTo>
                <a:cubicBezTo>
                  <a:pt x="139745" y="273340"/>
                  <a:pt x="138822" y="270676"/>
                  <a:pt x="138822" y="267125"/>
                </a:cubicBezTo>
                <a:cubicBezTo>
                  <a:pt x="145282" y="263573"/>
                  <a:pt x="144360" y="255582"/>
                  <a:pt x="145282" y="249366"/>
                </a:cubicBezTo>
                <a:cubicBezTo>
                  <a:pt x="145282" y="244039"/>
                  <a:pt x="141591" y="238711"/>
                  <a:pt x="136053" y="234272"/>
                </a:cubicBezTo>
                <a:cubicBezTo>
                  <a:pt x="135130" y="234272"/>
                  <a:pt x="133284" y="234272"/>
                  <a:pt x="132361" y="235160"/>
                </a:cubicBezTo>
                <a:cubicBezTo>
                  <a:pt x="131438" y="237824"/>
                  <a:pt x="130515" y="240487"/>
                  <a:pt x="127746" y="242263"/>
                </a:cubicBezTo>
                <a:cubicBezTo>
                  <a:pt x="124978" y="242263"/>
                  <a:pt x="121286" y="243151"/>
                  <a:pt x="119440" y="240487"/>
                </a:cubicBezTo>
                <a:cubicBezTo>
                  <a:pt x="116671" y="237824"/>
                  <a:pt x="116671" y="234272"/>
                  <a:pt x="118517" y="230720"/>
                </a:cubicBezTo>
                <a:cubicBezTo>
                  <a:pt x="120363" y="226281"/>
                  <a:pt x="125900" y="224505"/>
                  <a:pt x="130515" y="223617"/>
                </a:cubicBezTo>
                <a:close/>
                <a:moveTo>
                  <a:pt x="863040" y="215680"/>
                </a:moveTo>
                <a:cubicBezTo>
                  <a:pt x="866459" y="215680"/>
                  <a:pt x="869878" y="220442"/>
                  <a:pt x="870733" y="224252"/>
                </a:cubicBezTo>
                <a:cubicBezTo>
                  <a:pt x="870733" y="227109"/>
                  <a:pt x="866459" y="229014"/>
                  <a:pt x="863895" y="229967"/>
                </a:cubicBezTo>
                <a:cubicBezTo>
                  <a:pt x="863040" y="226157"/>
                  <a:pt x="862185" y="221395"/>
                  <a:pt x="859621" y="218537"/>
                </a:cubicBezTo>
                <a:cubicBezTo>
                  <a:pt x="859621" y="217585"/>
                  <a:pt x="861330" y="216632"/>
                  <a:pt x="863040" y="215680"/>
                </a:cubicBezTo>
                <a:close/>
                <a:moveTo>
                  <a:pt x="828203" y="215680"/>
                </a:moveTo>
                <a:cubicBezTo>
                  <a:pt x="828203" y="215680"/>
                  <a:pt x="828203" y="215680"/>
                  <a:pt x="829975" y="215680"/>
                </a:cubicBezTo>
                <a:cubicBezTo>
                  <a:pt x="832633" y="221760"/>
                  <a:pt x="831747" y="231315"/>
                  <a:pt x="828203" y="236527"/>
                </a:cubicBezTo>
                <a:cubicBezTo>
                  <a:pt x="821114" y="246082"/>
                  <a:pt x="808710" y="249556"/>
                  <a:pt x="805165" y="260848"/>
                </a:cubicBezTo>
                <a:cubicBezTo>
                  <a:pt x="804279" y="261717"/>
                  <a:pt x="802507" y="260848"/>
                  <a:pt x="800735" y="260848"/>
                </a:cubicBezTo>
                <a:cubicBezTo>
                  <a:pt x="794533" y="256505"/>
                  <a:pt x="798077" y="247819"/>
                  <a:pt x="798963" y="242607"/>
                </a:cubicBezTo>
                <a:cubicBezTo>
                  <a:pt x="796305" y="238264"/>
                  <a:pt x="796305" y="233921"/>
                  <a:pt x="797191" y="229578"/>
                </a:cubicBezTo>
                <a:cubicBezTo>
                  <a:pt x="798077" y="227841"/>
                  <a:pt x="800735" y="226103"/>
                  <a:pt x="802507" y="225235"/>
                </a:cubicBezTo>
                <a:cubicBezTo>
                  <a:pt x="806051" y="225235"/>
                  <a:pt x="809596" y="225235"/>
                  <a:pt x="811368" y="228709"/>
                </a:cubicBezTo>
                <a:cubicBezTo>
                  <a:pt x="813140" y="231315"/>
                  <a:pt x="814026" y="233921"/>
                  <a:pt x="811368" y="236527"/>
                </a:cubicBezTo>
                <a:cubicBezTo>
                  <a:pt x="810482" y="237395"/>
                  <a:pt x="808710" y="236527"/>
                  <a:pt x="806938" y="236527"/>
                </a:cubicBezTo>
                <a:cubicBezTo>
                  <a:pt x="806051" y="236527"/>
                  <a:pt x="805165" y="233921"/>
                  <a:pt x="804279" y="234790"/>
                </a:cubicBezTo>
                <a:cubicBezTo>
                  <a:pt x="802507" y="236527"/>
                  <a:pt x="803393" y="237395"/>
                  <a:pt x="804279" y="238264"/>
                </a:cubicBezTo>
                <a:cubicBezTo>
                  <a:pt x="806051" y="240870"/>
                  <a:pt x="810482" y="240870"/>
                  <a:pt x="813140" y="240001"/>
                </a:cubicBezTo>
                <a:cubicBezTo>
                  <a:pt x="818456" y="237395"/>
                  <a:pt x="816684" y="232184"/>
                  <a:pt x="816684" y="227841"/>
                </a:cubicBezTo>
                <a:cubicBezTo>
                  <a:pt x="814912" y="226972"/>
                  <a:pt x="814912" y="226103"/>
                  <a:pt x="814912" y="224366"/>
                </a:cubicBezTo>
                <a:cubicBezTo>
                  <a:pt x="819342" y="221760"/>
                  <a:pt x="825545" y="220892"/>
                  <a:pt x="828203" y="215680"/>
                </a:cubicBezTo>
                <a:close/>
                <a:moveTo>
                  <a:pt x="834407" y="214093"/>
                </a:moveTo>
                <a:cubicBezTo>
                  <a:pt x="834407" y="214093"/>
                  <a:pt x="834407" y="214093"/>
                  <a:pt x="842391" y="217682"/>
                </a:cubicBezTo>
                <a:cubicBezTo>
                  <a:pt x="843278" y="220374"/>
                  <a:pt x="840617" y="219477"/>
                  <a:pt x="838843" y="220374"/>
                </a:cubicBezTo>
                <a:cubicBezTo>
                  <a:pt x="837956" y="224860"/>
                  <a:pt x="837956" y="230244"/>
                  <a:pt x="840617" y="233833"/>
                </a:cubicBezTo>
                <a:cubicBezTo>
                  <a:pt x="843278" y="236525"/>
                  <a:pt x="847714" y="234730"/>
                  <a:pt x="849488" y="237422"/>
                </a:cubicBezTo>
                <a:cubicBezTo>
                  <a:pt x="850375" y="237422"/>
                  <a:pt x="851262" y="236525"/>
                  <a:pt x="851262" y="236525"/>
                </a:cubicBezTo>
                <a:cubicBezTo>
                  <a:pt x="849488" y="234730"/>
                  <a:pt x="853924" y="231141"/>
                  <a:pt x="849488" y="231141"/>
                </a:cubicBezTo>
                <a:cubicBezTo>
                  <a:pt x="847714" y="232936"/>
                  <a:pt x="845053" y="232039"/>
                  <a:pt x="843278" y="231141"/>
                </a:cubicBezTo>
                <a:cubicBezTo>
                  <a:pt x="842391" y="229347"/>
                  <a:pt x="841504" y="225758"/>
                  <a:pt x="843278" y="223963"/>
                </a:cubicBezTo>
                <a:cubicBezTo>
                  <a:pt x="845053" y="221271"/>
                  <a:pt x="848601" y="218579"/>
                  <a:pt x="852149" y="220374"/>
                </a:cubicBezTo>
                <a:cubicBezTo>
                  <a:pt x="855698" y="221271"/>
                  <a:pt x="858359" y="223963"/>
                  <a:pt x="859246" y="226655"/>
                </a:cubicBezTo>
                <a:cubicBezTo>
                  <a:pt x="860134" y="231141"/>
                  <a:pt x="854811" y="234730"/>
                  <a:pt x="858359" y="238320"/>
                </a:cubicBezTo>
                <a:cubicBezTo>
                  <a:pt x="861908" y="240114"/>
                  <a:pt x="861021" y="242806"/>
                  <a:pt x="862795" y="246395"/>
                </a:cubicBezTo>
                <a:cubicBezTo>
                  <a:pt x="862795" y="249984"/>
                  <a:pt x="860134" y="251779"/>
                  <a:pt x="859246" y="254471"/>
                </a:cubicBezTo>
                <a:cubicBezTo>
                  <a:pt x="856585" y="255368"/>
                  <a:pt x="856585" y="251779"/>
                  <a:pt x="853924" y="250881"/>
                </a:cubicBezTo>
                <a:cubicBezTo>
                  <a:pt x="845940" y="247292"/>
                  <a:pt x="837956" y="243703"/>
                  <a:pt x="832633" y="236525"/>
                </a:cubicBezTo>
                <a:cubicBezTo>
                  <a:pt x="837068" y="229347"/>
                  <a:pt x="834407" y="221271"/>
                  <a:pt x="834407" y="214093"/>
                </a:cubicBezTo>
                <a:close/>
                <a:moveTo>
                  <a:pt x="878353" y="211356"/>
                </a:moveTo>
                <a:cubicBezTo>
                  <a:pt x="882401" y="212341"/>
                  <a:pt x="886449" y="214750"/>
                  <a:pt x="889147" y="217377"/>
                </a:cubicBezTo>
                <a:cubicBezTo>
                  <a:pt x="891846" y="220881"/>
                  <a:pt x="894545" y="225260"/>
                  <a:pt x="891846" y="229639"/>
                </a:cubicBezTo>
                <a:cubicBezTo>
                  <a:pt x="890947" y="230515"/>
                  <a:pt x="890047" y="233143"/>
                  <a:pt x="888248" y="232267"/>
                </a:cubicBezTo>
                <a:cubicBezTo>
                  <a:pt x="885549" y="230515"/>
                  <a:pt x="882851" y="230515"/>
                  <a:pt x="881951" y="227888"/>
                </a:cubicBezTo>
                <a:cubicBezTo>
                  <a:pt x="881951" y="226136"/>
                  <a:pt x="881951" y="226136"/>
                  <a:pt x="881951" y="225260"/>
                </a:cubicBezTo>
                <a:cubicBezTo>
                  <a:pt x="883750" y="224384"/>
                  <a:pt x="884650" y="223508"/>
                  <a:pt x="884650" y="221757"/>
                </a:cubicBezTo>
                <a:cubicBezTo>
                  <a:pt x="881051" y="215626"/>
                  <a:pt x="872056" y="219129"/>
                  <a:pt x="867558" y="213874"/>
                </a:cubicBezTo>
                <a:cubicBezTo>
                  <a:pt x="870257" y="210808"/>
                  <a:pt x="874305" y="210370"/>
                  <a:pt x="878353" y="211356"/>
                </a:cubicBezTo>
                <a:close/>
                <a:moveTo>
                  <a:pt x="227796" y="211050"/>
                </a:moveTo>
                <a:cubicBezTo>
                  <a:pt x="229516" y="209330"/>
                  <a:pt x="230376" y="212769"/>
                  <a:pt x="232095" y="212769"/>
                </a:cubicBezTo>
                <a:cubicBezTo>
                  <a:pt x="232095" y="212769"/>
                  <a:pt x="232095" y="212769"/>
                  <a:pt x="237255" y="212769"/>
                </a:cubicBezTo>
                <a:cubicBezTo>
                  <a:pt x="241554" y="210190"/>
                  <a:pt x="244134" y="212769"/>
                  <a:pt x="246713" y="215349"/>
                </a:cubicBezTo>
                <a:cubicBezTo>
                  <a:pt x="248433" y="219648"/>
                  <a:pt x="244993" y="222228"/>
                  <a:pt x="243274" y="225667"/>
                </a:cubicBezTo>
                <a:cubicBezTo>
                  <a:pt x="239834" y="228247"/>
                  <a:pt x="233815" y="229967"/>
                  <a:pt x="229516" y="229107"/>
                </a:cubicBezTo>
                <a:cubicBezTo>
                  <a:pt x="230376" y="223088"/>
                  <a:pt x="229516" y="216209"/>
                  <a:pt x="227796" y="211050"/>
                </a:cubicBezTo>
                <a:close/>
                <a:moveTo>
                  <a:pt x="178341" y="206694"/>
                </a:moveTo>
                <a:cubicBezTo>
                  <a:pt x="180932" y="206582"/>
                  <a:pt x="183409" y="207253"/>
                  <a:pt x="184761" y="209940"/>
                </a:cubicBezTo>
                <a:cubicBezTo>
                  <a:pt x="186563" y="213522"/>
                  <a:pt x="184761" y="217104"/>
                  <a:pt x="181157" y="218000"/>
                </a:cubicBezTo>
                <a:cubicBezTo>
                  <a:pt x="178454" y="219791"/>
                  <a:pt x="176652" y="213522"/>
                  <a:pt x="173949" y="217104"/>
                </a:cubicBezTo>
                <a:cubicBezTo>
                  <a:pt x="173949" y="219791"/>
                  <a:pt x="176652" y="221582"/>
                  <a:pt x="179355" y="221582"/>
                </a:cubicBezTo>
                <a:cubicBezTo>
                  <a:pt x="182959" y="223373"/>
                  <a:pt x="185662" y="219791"/>
                  <a:pt x="188365" y="217104"/>
                </a:cubicBezTo>
                <a:cubicBezTo>
                  <a:pt x="188365" y="217104"/>
                  <a:pt x="188365" y="217104"/>
                  <a:pt x="189266" y="210835"/>
                </a:cubicBezTo>
                <a:cubicBezTo>
                  <a:pt x="191068" y="215313"/>
                  <a:pt x="191068" y="219791"/>
                  <a:pt x="192870" y="224268"/>
                </a:cubicBezTo>
                <a:cubicBezTo>
                  <a:pt x="186563" y="229641"/>
                  <a:pt x="177553" y="232328"/>
                  <a:pt x="170345" y="235014"/>
                </a:cubicBezTo>
                <a:cubicBezTo>
                  <a:pt x="167642" y="235910"/>
                  <a:pt x="166741" y="239492"/>
                  <a:pt x="164038" y="239492"/>
                </a:cubicBezTo>
                <a:cubicBezTo>
                  <a:pt x="161335" y="236805"/>
                  <a:pt x="159533" y="232328"/>
                  <a:pt x="160434" y="227850"/>
                </a:cubicBezTo>
                <a:cubicBezTo>
                  <a:pt x="162236" y="225164"/>
                  <a:pt x="163137" y="220686"/>
                  <a:pt x="166741" y="218895"/>
                </a:cubicBezTo>
                <a:cubicBezTo>
                  <a:pt x="165840" y="214418"/>
                  <a:pt x="167642" y="210835"/>
                  <a:pt x="171246" y="208149"/>
                </a:cubicBezTo>
                <a:cubicBezTo>
                  <a:pt x="173048" y="207701"/>
                  <a:pt x="175751" y="206806"/>
                  <a:pt x="178341" y="206694"/>
                </a:cubicBezTo>
                <a:close/>
                <a:moveTo>
                  <a:pt x="188638" y="202980"/>
                </a:moveTo>
                <a:cubicBezTo>
                  <a:pt x="189696" y="203887"/>
                  <a:pt x="189696" y="207516"/>
                  <a:pt x="188638" y="209330"/>
                </a:cubicBezTo>
                <a:cubicBezTo>
                  <a:pt x="187579" y="208423"/>
                  <a:pt x="186521" y="205701"/>
                  <a:pt x="187579" y="203887"/>
                </a:cubicBezTo>
                <a:cubicBezTo>
                  <a:pt x="187579" y="203887"/>
                  <a:pt x="187579" y="203887"/>
                  <a:pt x="188638" y="202980"/>
                </a:cubicBezTo>
                <a:close/>
                <a:moveTo>
                  <a:pt x="194581" y="201392"/>
                </a:moveTo>
                <a:cubicBezTo>
                  <a:pt x="196290" y="201392"/>
                  <a:pt x="196290" y="204113"/>
                  <a:pt x="197145" y="204113"/>
                </a:cubicBezTo>
                <a:cubicBezTo>
                  <a:pt x="200564" y="212278"/>
                  <a:pt x="215096" y="205928"/>
                  <a:pt x="209967" y="216813"/>
                </a:cubicBezTo>
                <a:cubicBezTo>
                  <a:pt x="209967" y="220442"/>
                  <a:pt x="212531" y="222256"/>
                  <a:pt x="214241" y="224070"/>
                </a:cubicBezTo>
                <a:cubicBezTo>
                  <a:pt x="217660" y="224978"/>
                  <a:pt x="220224" y="224070"/>
                  <a:pt x="221934" y="221349"/>
                </a:cubicBezTo>
                <a:cubicBezTo>
                  <a:pt x="220224" y="218628"/>
                  <a:pt x="215950" y="222256"/>
                  <a:pt x="215096" y="218628"/>
                </a:cubicBezTo>
                <a:cubicBezTo>
                  <a:pt x="214241" y="215906"/>
                  <a:pt x="215096" y="213185"/>
                  <a:pt x="216805" y="212278"/>
                </a:cubicBezTo>
                <a:cubicBezTo>
                  <a:pt x="220224" y="211370"/>
                  <a:pt x="223644" y="214092"/>
                  <a:pt x="224498" y="216813"/>
                </a:cubicBezTo>
                <a:cubicBezTo>
                  <a:pt x="226208" y="221349"/>
                  <a:pt x="225353" y="226792"/>
                  <a:pt x="223644" y="230420"/>
                </a:cubicBezTo>
                <a:cubicBezTo>
                  <a:pt x="225353" y="234049"/>
                  <a:pt x="224498" y="239492"/>
                  <a:pt x="222789" y="243120"/>
                </a:cubicBezTo>
                <a:cubicBezTo>
                  <a:pt x="221934" y="245842"/>
                  <a:pt x="219370" y="245842"/>
                  <a:pt x="217660" y="244028"/>
                </a:cubicBezTo>
                <a:cubicBezTo>
                  <a:pt x="214241" y="239492"/>
                  <a:pt x="208257" y="237678"/>
                  <a:pt x="205693" y="232235"/>
                </a:cubicBezTo>
                <a:cubicBezTo>
                  <a:pt x="202274" y="231328"/>
                  <a:pt x="199709" y="227699"/>
                  <a:pt x="198000" y="224978"/>
                </a:cubicBezTo>
                <a:cubicBezTo>
                  <a:pt x="195435" y="220442"/>
                  <a:pt x="195435" y="215906"/>
                  <a:pt x="193726" y="211370"/>
                </a:cubicBezTo>
                <a:cubicBezTo>
                  <a:pt x="195435" y="207742"/>
                  <a:pt x="192871" y="204113"/>
                  <a:pt x="194581" y="201392"/>
                </a:cubicBezTo>
                <a:close/>
                <a:moveTo>
                  <a:pt x="161219" y="199805"/>
                </a:moveTo>
                <a:cubicBezTo>
                  <a:pt x="161219" y="199805"/>
                  <a:pt x="161219" y="199805"/>
                  <a:pt x="167470" y="203615"/>
                </a:cubicBezTo>
                <a:cubicBezTo>
                  <a:pt x="167470" y="207425"/>
                  <a:pt x="163898" y="209330"/>
                  <a:pt x="163005" y="213139"/>
                </a:cubicBezTo>
                <a:cubicBezTo>
                  <a:pt x="159433" y="214092"/>
                  <a:pt x="157648" y="209330"/>
                  <a:pt x="153183" y="210282"/>
                </a:cubicBezTo>
                <a:lnTo>
                  <a:pt x="153183" y="208377"/>
                </a:lnTo>
                <a:cubicBezTo>
                  <a:pt x="155862" y="205520"/>
                  <a:pt x="157648" y="199805"/>
                  <a:pt x="161219" y="199805"/>
                </a:cubicBezTo>
                <a:close/>
                <a:moveTo>
                  <a:pt x="145069" y="195219"/>
                </a:moveTo>
                <a:cubicBezTo>
                  <a:pt x="148832" y="194337"/>
                  <a:pt x="154476" y="193455"/>
                  <a:pt x="156358" y="196983"/>
                </a:cubicBezTo>
                <a:cubicBezTo>
                  <a:pt x="156358" y="196983"/>
                  <a:pt x="156358" y="196983"/>
                  <a:pt x="155417" y="198746"/>
                </a:cubicBezTo>
                <a:cubicBezTo>
                  <a:pt x="150713" y="202274"/>
                  <a:pt x="139425" y="201392"/>
                  <a:pt x="142247" y="209330"/>
                </a:cubicBezTo>
                <a:cubicBezTo>
                  <a:pt x="145069" y="211093"/>
                  <a:pt x="143188" y="212857"/>
                  <a:pt x="142247" y="214621"/>
                </a:cubicBezTo>
                <a:cubicBezTo>
                  <a:pt x="140365" y="217267"/>
                  <a:pt x="137543" y="216385"/>
                  <a:pt x="134721" y="217267"/>
                </a:cubicBezTo>
                <a:cubicBezTo>
                  <a:pt x="131899" y="215503"/>
                  <a:pt x="130958" y="212857"/>
                  <a:pt x="130958" y="210211"/>
                </a:cubicBezTo>
                <a:cubicBezTo>
                  <a:pt x="130958" y="201392"/>
                  <a:pt x="139425" y="197865"/>
                  <a:pt x="145069" y="195219"/>
                </a:cubicBezTo>
                <a:close/>
                <a:moveTo>
                  <a:pt x="817224" y="195187"/>
                </a:moveTo>
                <a:cubicBezTo>
                  <a:pt x="817224" y="195187"/>
                  <a:pt x="817224" y="195187"/>
                  <a:pt x="820773" y="203846"/>
                </a:cubicBezTo>
                <a:cubicBezTo>
                  <a:pt x="820773" y="206444"/>
                  <a:pt x="817224" y="208175"/>
                  <a:pt x="814563" y="209041"/>
                </a:cubicBezTo>
                <a:cubicBezTo>
                  <a:pt x="812789" y="209907"/>
                  <a:pt x="811015" y="209041"/>
                  <a:pt x="810128" y="207309"/>
                </a:cubicBezTo>
                <a:cubicBezTo>
                  <a:pt x="810128" y="203846"/>
                  <a:pt x="815450" y="204712"/>
                  <a:pt x="813676" y="202114"/>
                </a:cubicBezTo>
                <a:cubicBezTo>
                  <a:pt x="811902" y="202114"/>
                  <a:pt x="809240" y="201248"/>
                  <a:pt x="808353" y="202114"/>
                </a:cubicBezTo>
                <a:cubicBezTo>
                  <a:pt x="805692" y="204712"/>
                  <a:pt x="806579" y="208175"/>
                  <a:pt x="807466" y="209907"/>
                </a:cubicBezTo>
                <a:cubicBezTo>
                  <a:pt x="809240" y="211639"/>
                  <a:pt x="811015" y="213371"/>
                  <a:pt x="814563" y="213371"/>
                </a:cubicBezTo>
                <a:cubicBezTo>
                  <a:pt x="818999" y="213371"/>
                  <a:pt x="823434" y="209041"/>
                  <a:pt x="825209" y="205578"/>
                </a:cubicBezTo>
                <a:cubicBezTo>
                  <a:pt x="826983" y="205578"/>
                  <a:pt x="827870" y="207309"/>
                  <a:pt x="826983" y="208175"/>
                </a:cubicBezTo>
                <a:cubicBezTo>
                  <a:pt x="825209" y="214237"/>
                  <a:pt x="819886" y="218566"/>
                  <a:pt x="813676" y="220298"/>
                </a:cubicBezTo>
                <a:cubicBezTo>
                  <a:pt x="808353" y="220298"/>
                  <a:pt x="802143" y="222030"/>
                  <a:pt x="797708" y="219432"/>
                </a:cubicBezTo>
                <a:cubicBezTo>
                  <a:pt x="799482" y="212505"/>
                  <a:pt x="797708" y="203846"/>
                  <a:pt x="803031" y="197784"/>
                </a:cubicBezTo>
                <a:cubicBezTo>
                  <a:pt x="806579" y="195187"/>
                  <a:pt x="812789" y="193455"/>
                  <a:pt x="817224" y="195187"/>
                </a:cubicBezTo>
                <a:close/>
                <a:moveTo>
                  <a:pt x="852590" y="190280"/>
                </a:moveTo>
                <a:cubicBezTo>
                  <a:pt x="856964" y="190280"/>
                  <a:pt x="860463" y="192941"/>
                  <a:pt x="862212" y="196490"/>
                </a:cubicBezTo>
                <a:cubicBezTo>
                  <a:pt x="867461" y="193828"/>
                  <a:pt x="870960" y="198264"/>
                  <a:pt x="874459" y="201812"/>
                </a:cubicBezTo>
                <a:cubicBezTo>
                  <a:pt x="875333" y="202700"/>
                  <a:pt x="877083" y="204474"/>
                  <a:pt x="876208" y="206248"/>
                </a:cubicBezTo>
                <a:cubicBezTo>
                  <a:pt x="863962" y="210684"/>
                  <a:pt x="848217" y="220442"/>
                  <a:pt x="835970" y="210684"/>
                </a:cubicBezTo>
                <a:cubicBezTo>
                  <a:pt x="835096" y="208909"/>
                  <a:pt x="834221" y="208909"/>
                  <a:pt x="834221" y="207135"/>
                </a:cubicBezTo>
                <a:cubicBezTo>
                  <a:pt x="834221" y="207135"/>
                  <a:pt x="834221" y="207135"/>
                  <a:pt x="842968" y="203587"/>
                </a:cubicBezTo>
                <a:cubicBezTo>
                  <a:pt x="844718" y="207135"/>
                  <a:pt x="849091" y="208022"/>
                  <a:pt x="853465" y="207135"/>
                </a:cubicBezTo>
                <a:cubicBezTo>
                  <a:pt x="855215" y="206248"/>
                  <a:pt x="857839" y="203587"/>
                  <a:pt x="856964" y="200038"/>
                </a:cubicBezTo>
                <a:cubicBezTo>
                  <a:pt x="854340" y="198264"/>
                  <a:pt x="852590" y="205361"/>
                  <a:pt x="849091" y="203587"/>
                </a:cubicBezTo>
                <a:cubicBezTo>
                  <a:pt x="847342" y="201812"/>
                  <a:pt x="846467" y="200038"/>
                  <a:pt x="846467" y="197377"/>
                </a:cubicBezTo>
                <a:cubicBezTo>
                  <a:pt x="847342" y="194715"/>
                  <a:pt x="849091" y="191167"/>
                  <a:pt x="852590" y="190280"/>
                </a:cubicBezTo>
                <a:close/>
                <a:moveTo>
                  <a:pt x="794784" y="187989"/>
                </a:moveTo>
                <a:cubicBezTo>
                  <a:pt x="799463" y="186636"/>
                  <a:pt x="804365" y="186636"/>
                  <a:pt x="808821" y="189342"/>
                </a:cubicBezTo>
                <a:cubicBezTo>
                  <a:pt x="805256" y="192048"/>
                  <a:pt x="800800" y="192950"/>
                  <a:pt x="798126" y="197460"/>
                </a:cubicBezTo>
                <a:cubicBezTo>
                  <a:pt x="795452" y="199263"/>
                  <a:pt x="797235" y="207381"/>
                  <a:pt x="790996" y="202871"/>
                </a:cubicBezTo>
                <a:cubicBezTo>
                  <a:pt x="788323" y="200165"/>
                  <a:pt x="785649" y="202871"/>
                  <a:pt x="782975" y="203773"/>
                </a:cubicBezTo>
                <a:cubicBezTo>
                  <a:pt x="780302" y="206479"/>
                  <a:pt x="777628" y="210087"/>
                  <a:pt x="780302" y="213695"/>
                </a:cubicBezTo>
                <a:cubicBezTo>
                  <a:pt x="781193" y="216401"/>
                  <a:pt x="783866" y="217303"/>
                  <a:pt x="785649" y="216401"/>
                </a:cubicBezTo>
                <a:cubicBezTo>
                  <a:pt x="788323" y="212793"/>
                  <a:pt x="781193" y="212793"/>
                  <a:pt x="783866" y="208283"/>
                </a:cubicBezTo>
                <a:cubicBezTo>
                  <a:pt x="785649" y="205577"/>
                  <a:pt x="789214" y="206479"/>
                  <a:pt x="791888" y="207381"/>
                </a:cubicBezTo>
                <a:cubicBezTo>
                  <a:pt x="795452" y="210087"/>
                  <a:pt x="792779" y="215499"/>
                  <a:pt x="792779" y="218205"/>
                </a:cubicBezTo>
                <a:cubicBezTo>
                  <a:pt x="792779" y="222715"/>
                  <a:pt x="788323" y="222715"/>
                  <a:pt x="784758" y="223617"/>
                </a:cubicBezTo>
                <a:cubicBezTo>
                  <a:pt x="780302" y="223617"/>
                  <a:pt x="776737" y="221813"/>
                  <a:pt x="773172" y="220009"/>
                </a:cubicBezTo>
                <a:cubicBezTo>
                  <a:pt x="768716" y="220911"/>
                  <a:pt x="762477" y="220009"/>
                  <a:pt x="758912" y="216401"/>
                </a:cubicBezTo>
                <a:cubicBezTo>
                  <a:pt x="758021" y="211891"/>
                  <a:pt x="764259" y="213695"/>
                  <a:pt x="766933" y="210087"/>
                </a:cubicBezTo>
                <a:cubicBezTo>
                  <a:pt x="772281" y="204675"/>
                  <a:pt x="774954" y="197460"/>
                  <a:pt x="782084" y="194754"/>
                </a:cubicBezTo>
                <a:cubicBezTo>
                  <a:pt x="785649" y="192048"/>
                  <a:pt x="790105" y="189342"/>
                  <a:pt x="794784" y="187989"/>
                </a:cubicBezTo>
                <a:close/>
                <a:moveTo>
                  <a:pt x="772775" y="180755"/>
                </a:moveTo>
                <a:cubicBezTo>
                  <a:pt x="772775" y="180755"/>
                  <a:pt x="772775" y="180755"/>
                  <a:pt x="773615" y="180755"/>
                </a:cubicBezTo>
                <a:cubicBezTo>
                  <a:pt x="773615" y="180755"/>
                  <a:pt x="773615" y="180755"/>
                  <a:pt x="778658" y="191027"/>
                </a:cubicBezTo>
                <a:cubicBezTo>
                  <a:pt x="776977" y="192895"/>
                  <a:pt x="775296" y="195696"/>
                  <a:pt x="772775" y="196630"/>
                </a:cubicBezTo>
                <a:cubicBezTo>
                  <a:pt x="767733" y="195696"/>
                  <a:pt x="767733" y="189159"/>
                  <a:pt x="764371" y="186358"/>
                </a:cubicBezTo>
                <a:cubicBezTo>
                  <a:pt x="766052" y="182623"/>
                  <a:pt x="770254" y="182623"/>
                  <a:pt x="772775" y="180755"/>
                </a:cubicBezTo>
                <a:close/>
                <a:moveTo>
                  <a:pt x="211039" y="179167"/>
                </a:moveTo>
                <a:cubicBezTo>
                  <a:pt x="216331" y="179167"/>
                  <a:pt x="219858" y="180995"/>
                  <a:pt x="223386" y="184651"/>
                </a:cubicBezTo>
                <a:cubicBezTo>
                  <a:pt x="227796" y="191963"/>
                  <a:pt x="224268" y="199275"/>
                  <a:pt x="223386" y="206587"/>
                </a:cubicBezTo>
                <a:cubicBezTo>
                  <a:pt x="217213" y="209329"/>
                  <a:pt x="211039" y="207501"/>
                  <a:pt x="205747" y="206587"/>
                </a:cubicBezTo>
                <a:cubicBezTo>
                  <a:pt x="201338" y="204759"/>
                  <a:pt x="197810" y="200189"/>
                  <a:pt x="196928" y="195619"/>
                </a:cubicBezTo>
                <a:cubicBezTo>
                  <a:pt x="196046" y="191963"/>
                  <a:pt x="198692" y="190135"/>
                  <a:pt x="201338" y="187393"/>
                </a:cubicBezTo>
                <a:cubicBezTo>
                  <a:pt x="203983" y="187393"/>
                  <a:pt x="206629" y="184651"/>
                  <a:pt x="210157" y="187393"/>
                </a:cubicBezTo>
                <a:cubicBezTo>
                  <a:pt x="211921" y="189221"/>
                  <a:pt x="212803" y="191049"/>
                  <a:pt x="211921" y="193791"/>
                </a:cubicBezTo>
                <a:cubicBezTo>
                  <a:pt x="213685" y="196533"/>
                  <a:pt x="205747" y="198361"/>
                  <a:pt x="211039" y="199275"/>
                </a:cubicBezTo>
                <a:cubicBezTo>
                  <a:pt x="216331" y="198361"/>
                  <a:pt x="216331" y="191963"/>
                  <a:pt x="216331" y="189221"/>
                </a:cubicBezTo>
                <a:cubicBezTo>
                  <a:pt x="215449" y="185565"/>
                  <a:pt x="211921" y="182823"/>
                  <a:pt x="209275" y="181909"/>
                </a:cubicBezTo>
                <a:cubicBezTo>
                  <a:pt x="209275" y="180081"/>
                  <a:pt x="210157" y="180081"/>
                  <a:pt x="211039" y="179167"/>
                </a:cubicBezTo>
                <a:close/>
                <a:moveTo>
                  <a:pt x="229537" y="176322"/>
                </a:moveTo>
                <a:cubicBezTo>
                  <a:pt x="232293" y="176434"/>
                  <a:pt x="235380" y="177111"/>
                  <a:pt x="238026" y="177111"/>
                </a:cubicBezTo>
                <a:cubicBezTo>
                  <a:pt x="238026" y="177111"/>
                  <a:pt x="238026" y="177111"/>
                  <a:pt x="245081" y="180719"/>
                </a:cubicBezTo>
                <a:cubicBezTo>
                  <a:pt x="250373" y="186131"/>
                  <a:pt x="253019" y="193346"/>
                  <a:pt x="255664" y="199660"/>
                </a:cubicBezTo>
                <a:cubicBezTo>
                  <a:pt x="255664" y="199660"/>
                  <a:pt x="255664" y="199660"/>
                  <a:pt x="262720" y="208680"/>
                </a:cubicBezTo>
                <a:cubicBezTo>
                  <a:pt x="262720" y="211386"/>
                  <a:pt x="259192" y="212288"/>
                  <a:pt x="257428" y="213190"/>
                </a:cubicBezTo>
                <a:cubicBezTo>
                  <a:pt x="251255" y="214092"/>
                  <a:pt x="247727" y="211386"/>
                  <a:pt x="244199" y="207778"/>
                </a:cubicBezTo>
                <a:cubicBezTo>
                  <a:pt x="240672" y="206876"/>
                  <a:pt x="238026" y="210484"/>
                  <a:pt x="234498" y="209582"/>
                </a:cubicBezTo>
                <a:cubicBezTo>
                  <a:pt x="232734" y="205974"/>
                  <a:pt x="230088" y="203268"/>
                  <a:pt x="231852" y="199660"/>
                </a:cubicBezTo>
                <a:cubicBezTo>
                  <a:pt x="233616" y="197856"/>
                  <a:pt x="236262" y="196052"/>
                  <a:pt x="238908" y="197856"/>
                </a:cubicBezTo>
                <a:cubicBezTo>
                  <a:pt x="239790" y="199660"/>
                  <a:pt x="240672" y="200562"/>
                  <a:pt x="242435" y="201464"/>
                </a:cubicBezTo>
                <a:cubicBezTo>
                  <a:pt x="245081" y="199660"/>
                  <a:pt x="242435" y="196954"/>
                  <a:pt x="241554" y="195150"/>
                </a:cubicBezTo>
                <a:cubicBezTo>
                  <a:pt x="239790" y="192444"/>
                  <a:pt x="236262" y="193346"/>
                  <a:pt x="233616" y="193346"/>
                </a:cubicBezTo>
                <a:cubicBezTo>
                  <a:pt x="233616" y="194248"/>
                  <a:pt x="231852" y="194248"/>
                  <a:pt x="231852" y="193346"/>
                </a:cubicBezTo>
                <a:cubicBezTo>
                  <a:pt x="230088" y="188837"/>
                  <a:pt x="228325" y="181621"/>
                  <a:pt x="223033" y="178915"/>
                </a:cubicBezTo>
                <a:cubicBezTo>
                  <a:pt x="224356" y="176660"/>
                  <a:pt x="226781" y="176209"/>
                  <a:pt x="229537" y="176322"/>
                </a:cubicBezTo>
                <a:close/>
                <a:moveTo>
                  <a:pt x="843457" y="174592"/>
                </a:moveTo>
                <a:lnTo>
                  <a:pt x="846921" y="174592"/>
                </a:lnTo>
                <a:cubicBezTo>
                  <a:pt x="846921" y="182576"/>
                  <a:pt x="846921" y="191447"/>
                  <a:pt x="840860" y="196770"/>
                </a:cubicBezTo>
                <a:cubicBezTo>
                  <a:pt x="839128" y="200319"/>
                  <a:pt x="835664" y="201206"/>
                  <a:pt x="833066" y="202980"/>
                </a:cubicBezTo>
                <a:cubicBezTo>
                  <a:pt x="829603" y="202093"/>
                  <a:pt x="827005" y="201206"/>
                  <a:pt x="824407" y="198544"/>
                </a:cubicBezTo>
                <a:cubicBezTo>
                  <a:pt x="823541" y="195883"/>
                  <a:pt x="822675" y="194109"/>
                  <a:pt x="823541" y="190560"/>
                </a:cubicBezTo>
                <a:cubicBezTo>
                  <a:pt x="825273" y="187899"/>
                  <a:pt x="827871" y="187899"/>
                  <a:pt x="829603" y="187899"/>
                </a:cubicBezTo>
                <a:cubicBezTo>
                  <a:pt x="830469" y="187899"/>
                  <a:pt x="832200" y="188786"/>
                  <a:pt x="832200" y="190560"/>
                </a:cubicBezTo>
                <a:cubicBezTo>
                  <a:pt x="832200" y="191447"/>
                  <a:pt x="832200" y="192334"/>
                  <a:pt x="833066" y="193222"/>
                </a:cubicBezTo>
                <a:cubicBezTo>
                  <a:pt x="833932" y="193222"/>
                  <a:pt x="835664" y="191447"/>
                  <a:pt x="835664" y="190560"/>
                </a:cubicBezTo>
                <a:cubicBezTo>
                  <a:pt x="835664" y="187899"/>
                  <a:pt x="833932" y="185238"/>
                  <a:pt x="832200" y="183463"/>
                </a:cubicBezTo>
                <a:cubicBezTo>
                  <a:pt x="828737" y="182576"/>
                  <a:pt x="826139" y="184350"/>
                  <a:pt x="823541" y="185238"/>
                </a:cubicBezTo>
                <a:cubicBezTo>
                  <a:pt x="822675" y="185238"/>
                  <a:pt x="820944" y="189673"/>
                  <a:pt x="819212" y="187899"/>
                </a:cubicBezTo>
                <a:cubicBezTo>
                  <a:pt x="818346" y="185238"/>
                  <a:pt x="818346" y="182576"/>
                  <a:pt x="819212" y="179915"/>
                </a:cubicBezTo>
                <a:cubicBezTo>
                  <a:pt x="826139" y="174592"/>
                  <a:pt x="835664" y="172818"/>
                  <a:pt x="843457" y="174592"/>
                </a:cubicBezTo>
                <a:close/>
                <a:moveTo>
                  <a:pt x="170778" y="173699"/>
                </a:moveTo>
                <a:cubicBezTo>
                  <a:pt x="172498" y="174581"/>
                  <a:pt x="175078" y="172817"/>
                  <a:pt x="175078" y="176345"/>
                </a:cubicBezTo>
                <a:cubicBezTo>
                  <a:pt x="175078" y="180754"/>
                  <a:pt x="175078" y="184282"/>
                  <a:pt x="176797" y="187810"/>
                </a:cubicBezTo>
                <a:cubicBezTo>
                  <a:pt x="177657" y="189574"/>
                  <a:pt x="175078" y="189574"/>
                  <a:pt x="174218" y="188692"/>
                </a:cubicBezTo>
                <a:cubicBezTo>
                  <a:pt x="171638" y="188692"/>
                  <a:pt x="170778" y="184282"/>
                  <a:pt x="168199" y="186046"/>
                </a:cubicBezTo>
                <a:cubicBezTo>
                  <a:pt x="167339" y="188692"/>
                  <a:pt x="170778" y="191338"/>
                  <a:pt x="173358" y="193102"/>
                </a:cubicBezTo>
                <a:cubicBezTo>
                  <a:pt x="175938" y="194865"/>
                  <a:pt x="178517" y="192220"/>
                  <a:pt x="181097" y="191338"/>
                </a:cubicBezTo>
                <a:cubicBezTo>
                  <a:pt x="181097" y="191338"/>
                  <a:pt x="181097" y="191338"/>
                  <a:pt x="187976" y="195747"/>
                </a:cubicBezTo>
                <a:cubicBezTo>
                  <a:pt x="189696" y="197511"/>
                  <a:pt x="187116" y="198393"/>
                  <a:pt x="186256" y="199275"/>
                </a:cubicBezTo>
                <a:cubicBezTo>
                  <a:pt x="181957" y="201921"/>
                  <a:pt x="175078" y="204567"/>
                  <a:pt x="170778" y="201039"/>
                </a:cubicBezTo>
                <a:cubicBezTo>
                  <a:pt x="163039" y="198393"/>
                  <a:pt x="157020" y="191338"/>
                  <a:pt x="149281" y="190456"/>
                </a:cubicBezTo>
                <a:cubicBezTo>
                  <a:pt x="149281" y="190456"/>
                  <a:pt x="149281" y="190456"/>
                  <a:pt x="148421" y="190456"/>
                </a:cubicBezTo>
                <a:cubicBezTo>
                  <a:pt x="151001" y="183400"/>
                  <a:pt x="157880" y="179872"/>
                  <a:pt x="164759" y="178990"/>
                </a:cubicBezTo>
                <a:cubicBezTo>
                  <a:pt x="165619" y="175463"/>
                  <a:pt x="168199" y="175463"/>
                  <a:pt x="170778" y="173699"/>
                </a:cubicBezTo>
                <a:close/>
                <a:moveTo>
                  <a:pt x="253529" y="168055"/>
                </a:moveTo>
                <a:cubicBezTo>
                  <a:pt x="257206" y="168055"/>
                  <a:pt x="259963" y="168055"/>
                  <a:pt x="262720" y="168948"/>
                </a:cubicBezTo>
                <a:cubicBezTo>
                  <a:pt x="262720" y="172520"/>
                  <a:pt x="259963" y="175198"/>
                  <a:pt x="259044" y="178770"/>
                </a:cubicBezTo>
                <a:cubicBezTo>
                  <a:pt x="257206" y="180556"/>
                  <a:pt x="254448" y="181449"/>
                  <a:pt x="252610" y="182342"/>
                </a:cubicBezTo>
                <a:lnTo>
                  <a:pt x="245258" y="176091"/>
                </a:lnTo>
                <a:cubicBezTo>
                  <a:pt x="246177" y="172520"/>
                  <a:pt x="251691" y="170734"/>
                  <a:pt x="253529" y="168055"/>
                </a:cubicBezTo>
                <a:close/>
                <a:moveTo>
                  <a:pt x="181244" y="162619"/>
                </a:moveTo>
                <a:cubicBezTo>
                  <a:pt x="190115" y="163533"/>
                  <a:pt x="201648" y="161705"/>
                  <a:pt x="207858" y="169931"/>
                </a:cubicBezTo>
                <a:cubicBezTo>
                  <a:pt x="208745" y="172673"/>
                  <a:pt x="208745" y="176329"/>
                  <a:pt x="206971" y="178157"/>
                </a:cubicBezTo>
                <a:cubicBezTo>
                  <a:pt x="205196" y="180899"/>
                  <a:pt x="201648" y="183641"/>
                  <a:pt x="198100" y="182727"/>
                </a:cubicBezTo>
                <a:cubicBezTo>
                  <a:pt x="196325" y="183641"/>
                  <a:pt x="195438" y="180899"/>
                  <a:pt x="194551" y="179985"/>
                </a:cubicBezTo>
                <a:cubicBezTo>
                  <a:pt x="192777" y="176329"/>
                  <a:pt x="199874" y="175415"/>
                  <a:pt x="195438" y="172673"/>
                </a:cubicBezTo>
                <a:cubicBezTo>
                  <a:pt x="192777" y="172673"/>
                  <a:pt x="190115" y="173587"/>
                  <a:pt x="190115" y="176329"/>
                </a:cubicBezTo>
                <a:cubicBezTo>
                  <a:pt x="189228" y="180899"/>
                  <a:pt x="191890" y="184555"/>
                  <a:pt x="195438" y="186383"/>
                </a:cubicBezTo>
                <a:cubicBezTo>
                  <a:pt x="196325" y="186383"/>
                  <a:pt x="197212" y="186383"/>
                  <a:pt x="198100" y="187297"/>
                </a:cubicBezTo>
                <a:cubicBezTo>
                  <a:pt x="196325" y="190039"/>
                  <a:pt x="192777" y="191867"/>
                  <a:pt x="189228" y="191867"/>
                </a:cubicBezTo>
                <a:cubicBezTo>
                  <a:pt x="185680" y="190953"/>
                  <a:pt x="183019" y="188211"/>
                  <a:pt x="181244" y="184555"/>
                </a:cubicBezTo>
                <a:cubicBezTo>
                  <a:pt x="178583" y="178157"/>
                  <a:pt x="181244" y="169017"/>
                  <a:pt x="181244" y="162619"/>
                </a:cubicBezTo>
                <a:close/>
                <a:moveTo>
                  <a:pt x="714547" y="156943"/>
                </a:moveTo>
                <a:cubicBezTo>
                  <a:pt x="718996" y="157816"/>
                  <a:pt x="722554" y="156943"/>
                  <a:pt x="726113" y="156943"/>
                </a:cubicBezTo>
                <a:cubicBezTo>
                  <a:pt x="728782" y="160435"/>
                  <a:pt x="733231" y="159562"/>
                  <a:pt x="736789" y="163055"/>
                </a:cubicBezTo>
                <a:cubicBezTo>
                  <a:pt x="743017" y="161308"/>
                  <a:pt x="749245" y="158689"/>
                  <a:pt x="755473" y="162182"/>
                </a:cubicBezTo>
                <a:cubicBezTo>
                  <a:pt x="758142" y="165674"/>
                  <a:pt x="760811" y="169167"/>
                  <a:pt x="759032" y="172659"/>
                </a:cubicBezTo>
                <a:cubicBezTo>
                  <a:pt x="757252" y="175278"/>
                  <a:pt x="753694" y="177898"/>
                  <a:pt x="751024" y="176151"/>
                </a:cubicBezTo>
                <a:cubicBezTo>
                  <a:pt x="746576" y="174405"/>
                  <a:pt x="751024" y="169167"/>
                  <a:pt x="746576" y="168293"/>
                </a:cubicBezTo>
                <a:cubicBezTo>
                  <a:pt x="743017" y="168293"/>
                  <a:pt x="740348" y="170040"/>
                  <a:pt x="739458" y="173532"/>
                </a:cubicBezTo>
                <a:cubicBezTo>
                  <a:pt x="738569" y="177025"/>
                  <a:pt x="740348" y="181390"/>
                  <a:pt x="743017" y="184009"/>
                </a:cubicBezTo>
                <a:cubicBezTo>
                  <a:pt x="747466" y="188375"/>
                  <a:pt x="754583" y="191868"/>
                  <a:pt x="760811" y="188375"/>
                </a:cubicBezTo>
                <a:cubicBezTo>
                  <a:pt x="760811" y="188375"/>
                  <a:pt x="760811" y="188375"/>
                  <a:pt x="764370" y="195360"/>
                </a:cubicBezTo>
                <a:cubicBezTo>
                  <a:pt x="759032" y="197979"/>
                  <a:pt x="752804" y="195360"/>
                  <a:pt x="747466" y="195360"/>
                </a:cubicBezTo>
                <a:cubicBezTo>
                  <a:pt x="745686" y="196233"/>
                  <a:pt x="744797" y="198852"/>
                  <a:pt x="745686" y="199726"/>
                </a:cubicBezTo>
                <a:cubicBezTo>
                  <a:pt x="747466" y="201472"/>
                  <a:pt x="751024" y="200599"/>
                  <a:pt x="751914" y="204091"/>
                </a:cubicBezTo>
                <a:cubicBezTo>
                  <a:pt x="751914" y="205837"/>
                  <a:pt x="750135" y="207584"/>
                  <a:pt x="747466" y="208457"/>
                </a:cubicBezTo>
                <a:cubicBezTo>
                  <a:pt x="744797" y="209330"/>
                  <a:pt x="743017" y="207584"/>
                  <a:pt x="741238" y="206711"/>
                </a:cubicBezTo>
                <a:cubicBezTo>
                  <a:pt x="738569" y="204091"/>
                  <a:pt x="737679" y="200599"/>
                  <a:pt x="736789" y="197106"/>
                </a:cubicBezTo>
                <a:cubicBezTo>
                  <a:pt x="736789" y="197106"/>
                  <a:pt x="736789" y="197106"/>
                  <a:pt x="738569" y="190121"/>
                </a:cubicBezTo>
                <a:cubicBezTo>
                  <a:pt x="733231" y="184883"/>
                  <a:pt x="733231" y="177025"/>
                  <a:pt x="731451" y="170040"/>
                </a:cubicBezTo>
                <a:cubicBezTo>
                  <a:pt x="727892" y="164801"/>
                  <a:pt x="721665" y="163928"/>
                  <a:pt x="717216" y="164801"/>
                </a:cubicBezTo>
                <a:cubicBezTo>
                  <a:pt x="714547" y="165674"/>
                  <a:pt x="713657" y="167420"/>
                  <a:pt x="713657" y="169167"/>
                </a:cubicBezTo>
                <a:cubicBezTo>
                  <a:pt x="713657" y="171786"/>
                  <a:pt x="711878" y="176151"/>
                  <a:pt x="714547" y="177898"/>
                </a:cubicBezTo>
                <a:cubicBezTo>
                  <a:pt x="717216" y="177025"/>
                  <a:pt x="720775" y="174405"/>
                  <a:pt x="723444" y="177025"/>
                </a:cubicBezTo>
                <a:cubicBezTo>
                  <a:pt x="725223" y="178771"/>
                  <a:pt x="725223" y="181390"/>
                  <a:pt x="724334" y="183136"/>
                </a:cubicBezTo>
                <a:cubicBezTo>
                  <a:pt x="721665" y="187502"/>
                  <a:pt x="716326" y="186629"/>
                  <a:pt x="712768" y="184883"/>
                </a:cubicBezTo>
                <a:cubicBezTo>
                  <a:pt x="704760" y="180517"/>
                  <a:pt x="706540" y="168293"/>
                  <a:pt x="696753" y="165674"/>
                </a:cubicBezTo>
                <a:cubicBezTo>
                  <a:pt x="691415" y="165674"/>
                  <a:pt x="686077" y="167420"/>
                  <a:pt x="683408" y="163055"/>
                </a:cubicBezTo>
                <a:cubicBezTo>
                  <a:pt x="688746" y="161308"/>
                  <a:pt x="693194" y="160435"/>
                  <a:pt x="698533" y="159562"/>
                </a:cubicBezTo>
                <a:cubicBezTo>
                  <a:pt x="703871" y="163928"/>
                  <a:pt x="710099" y="159562"/>
                  <a:pt x="714547" y="156943"/>
                </a:cubicBezTo>
                <a:close/>
                <a:moveTo>
                  <a:pt x="778038" y="153768"/>
                </a:moveTo>
                <a:cubicBezTo>
                  <a:pt x="780710" y="153768"/>
                  <a:pt x="784272" y="154663"/>
                  <a:pt x="786053" y="157350"/>
                </a:cubicBezTo>
                <a:cubicBezTo>
                  <a:pt x="786053" y="161827"/>
                  <a:pt x="791396" y="158245"/>
                  <a:pt x="794958" y="160036"/>
                </a:cubicBezTo>
                <a:cubicBezTo>
                  <a:pt x="797630" y="160932"/>
                  <a:pt x="800302" y="163619"/>
                  <a:pt x="802083" y="166305"/>
                </a:cubicBezTo>
                <a:cubicBezTo>
                  <a:pt x="802083" y="169887"/>
                  <a:pt x="802083" y="173469"/>
                  <a:pt x="799411" y="176156"/>
                </a:cubicBezTo>
                <a:cubicBezTo>
                  <a:pt x="797630" y="177051"/>
                  <a:pt x="794068" y="178842"/>
                  <a:pt x="792287" y="177051"/>
                </a:cubicBezTo>
                <a:cubicBezTo>
                  <a:pt x="790506" y="175260"/>
                  <a:pt x="788725" y="172574"/>
                  <a:pt x="790506" y="170783"/>
                </a:cubicBezTo>
                <a:cubicBezTo>
                  <a:pt x="791396" y="169887"/>
                  <a:pt x="794068" y="170783"/>
                  <a:pt x="794068" y="168096"/>
                </a:cubicBezTo>
                <a:cubicBezTo>
                  <a:pt x="793177" y="166305"/>
                  <a:pt x="791396" y="166305"/>
                  <a:pt x="790506" y="168096"/>
                </a:cubicBezTo>
                <a:cubicBezTo>
                  <a:pt x="787834" y="168992"/>
                  <a:pt x="786053" y="171678"/>
                  <a:pt x="786944" y="173469"/>
                </a:cubicBezTo>
                <a:cubicBezTo>
                  <a:pt x="786944" y="177051"/>
                  <a:pt x="790506" y="181529"/>
                  <a:pt x="794068" y="181529"/>
                </a:cubicBezTo>
                <a:cubicBezTo>
                  <a:pt x="798521" y="184215"/>
                  <a:pt x="805645" y="172574"/>
                  <a:pt x="805645" y="182424"/>
                </a:cubicBezTo>
                <a:cubicBezTo>
                  <a:pt x="797630" y="183320"/>
                  <a:pt x="790506" y="185111"/>
                  <a:pt x="783381" y="188693"/>
                </a:cubicBezTo>
                <a:cubicBezTo>
                  <a:pt x="778038" y="184215"/>
                  <a:pt x="777148" y="177051"/>
                  <a:pt x="776257" y="170783"/>
                </a:cubicBezTo>
                <a:cubicBezTo>
                  <a:pt x="774476" y="166305"/>
                  <a:pt x="772695" y="161827"/>
                  <a:pt x="769133" y="158245"/>
                </a:cubicBezTo>
                <a:cubicBezTo>
                  <a:pt x="769133" y="154663"/>
                  <a:pt x="774476" y="154663"/>
                  <a:pt x="778038" y="153768"/>
                </a:cubicBezTo>
                <a:close/>
                <a:moveTo>
                  <a:pt x="799128" y="146964"/>
                </a:moveTo>
                <a:cubicBezTo>
                  <a:pt x="801885" y="144243"/>
                  <a:pt x="803723" y="149686"/>
                  <a:pt x="805562" y="150593"/>
                </a:cubicBezTo>
                <a:cubicBezTo>
                  <a:pt x="805562" y="150593"/>
                  <a:pt x="805562" y="150593"/>
                  <a:pt x="810157" y="155129"/>
                </a:cubicBezTo>
                <a:cubicBezTo>
                  <a:pt x="811995" y="158757"/>
                  <a:pt x="807400" y="160571"/>
                  <a:pt x="805562" y="163293"/>
                </a:cubicBezTo>
                <a:cubicBezTo>
                  <a:pt x="801885" y="162386"/>
                  <a:pt x="800966" y="156943"/>
                  <a:pt x="797290" y="156943"/>
                </a:cubicBezTo>
                <a:cubicBezTo>
                  <a:pt x="794533" y="153314"/>
                  <a:pt x="798209" y="149686"/>
                  <a:pt x="799128" y="146964"/>
                </a:cubicBezTo>
                <a:close/>
                <a:moveTo>
                  <a:pt x="818513" y="143530"/>
                </a:moveTo>
                <a:cubicBezTo>
                  <a:pt x="821270" y="142655"/>
                  <a:pt x="824027" y="145279"/>
                  <a:pt x="826785" y="147029"/>
                </a:cubicBezTo>
                <a:cubicBezTo>
                  <a:pt x="829542" y="149653"/>
                  <a:pt x="828623" y="155776"/>
                  <a:pt x="829542" y="158400"/>
                </a:cubicBezTo>
                <a:cubicBezTo>
                  <a:pt x="834137" y="157525"/>
                  <a:pt x="835975" y="161024"/>
                  <a:pt x="837814" y="164523"/>
                </a:cubicBezTo>
                <a:cubicBezTo>
                  <a:pt x="840571" y="175020"/>
                  <a:pt x="827704" y="168022"/>
                  <a:pt x="823108" y="172396"/>
                </a:cubicBezTo>
                <a:cubicBezTo>
                  <a:pt x="821270" y="172396"/>
                  <a:pt x="821270" y="170646"/>
                  <a:pt x="820351" y="168897"/>
                </a:cubicBezTo>
                <a:cubicBezTo>
                  <a:pt x="821270" y="168022"/>
                  <a:pt x="822189" y="165398"/>
                  <a:pt x="824027" y="166273"/>
                </a:cubicBezTo>
                <a:cubicBezTo>
                  <a:pt x="824947" y="166273"/>
                  <a:pt x="826785" y="168022"/>
                  <a:pt x="827704" y="166273"/>
                </a:cubicBezTo>
                <a:cubicBezTo>
                  <a:pt x="827704" y="165398"/>
                  <a:pt x="826785" y="163649"/>
                  <a:pt x="824947" y="162774"/>
                </a:cubicBezTo>
                <a:cubicBezTo>
                  <a:pt x="821270" y="162774"/>
                  <a:pt x="818513" y="164523"/>
                  <a:pt x="816675" y="167147"/>
                </a:cubicBezTo>
                <a:cubicBezTo>
                  <a:pt x="813918" y="171521"/>
                  <a:pt x="820351" y="175020"/>
                  <a:pt x="816675" y="177644"/>
                </a:cubicBezTo>
                <a:cubicBezTo>
                  <a:pt x="812999" y="180268"/>
                  <a:pt x="813918" y="183767"/>
                  <a:pt x="812999" y="185517"/>
                </a:cubicBezTo>
                <a:cubicBezTo>
                  <a:pt x="807484" y="181143"/>
                  <a:pt x="805646" y="175895"/>
                  <a:pt x="806565" y="169772"/>
                </a:cubicBezTo>
                <a:cubicBezTo>
                  <a:pt x="809322" y="161024"/>
                  <a:pt x="821270" y="154901"/>
                  <a:pt x="818513" y="143530"/>
                </a:cubicBezTo>
                <a:close/>
                <a:moveTo>
                  <a:pt x="305618" y="142655"/>
                </a:moveTo>
                <a:cubicBezTo>
                  <a:pt x="310956" y="142655"/>
                  <a:pt x="315404" y="146194"/>
                  <a:pt x="319853" y="149734"/>
                </a:cubicBezTo>
                <a:cubicBezTo>
                  <a:pt x="327860" y="146194"/>
                  <a:pt x="335867" y="150618"/>
                  <a:pt x="342095" y="155043"/>
                </a:cubicBezTo>
                <a:cubicBezTo>
                  <a:pt x="338536" y="158582"/>
                  <a:pt x="332308" y="155927"/>
                  <a:pt x="326080" y="156812"/>
                </a:cubicBezTo>
                <a:cubicBezTo>
                  <a:pt x="324301" y="158582"/>
                  <a:pt x="320742" y="157697"/>
                  <a:pt x="320742" y="160352"/>
                </a:cubicBezTo>
                <a:cubicBezTo>
                  <a:pt x="320742" y="165661"/>
                  <a:pt x="318073" y="170085"/>
                  <a:pt x="313625" y="171854"/>
                </a:cubicBezTo>
                <a:cubicBezTo>
                  <a:pt x="310956" y="171854"/>
                  <a:pt x="307397" y="172739"/>
                  <a:pt x="304728" y="170970"/>
                </a:cubicBezTo>
                <a:cubicBezTo>
                  <a:pt x="304728" y="169200"/>
                  <a:pt x="302948" y="167430"/>
                  <a:pt x="304728" y="164776"/>
                </a:cubicBezTo>
                <a:cubicBezTo>
                  <a:pt x="306507" y="160352"/>
                  <a:pt x="311845" y="164776"/>
                  <a:pt x="312735" y="159467"/>
                </a:cubicBezTo>
                <a:cubicBezTo>
                  <a:pt x="312735" y="156812"/>
                  <a:pt x="311845" y="152388"/>
                  <a:pt x="308287" y="151503"/>
                </a:cubicBezTo>
                <a:cubicBezTo>
                  <a:pt x="303838" y="150618"/>
                  <a:pt x="300279" y="154158"/>
                  <a:pt x="297610" y="155927"/>
                </a:cubicBezTo>
                <a:cubicBezTo>
                  <a:pt x="294052" y="163006"/>
                  <a:pt x="293162" y="170970"/>
                  <a:pt x="287824" y="177163"/>
                </a:cubicBezTo>
                <a:cubicBezTo>
                  <a:pt x="288713" y="180703"/>
                  <a:pt x="291382" y="185127"/>
                  <a:pt x="289603" y="188666"/>
                </a:cubicBezTo>
                <a:cubicBezTo>
                  <a:pt x="288713" y="192206"/>
                  <a:pt x="286044" y="193975"/>
                  <a:pt x="283375" y="194860"/>
                </a:cubicBezTo>
                <a:cubicBezTo>
                  <a:pt x="280706" y="195745"/>
                  <a:pt x="278037" y="196630"/>
                  <a:pt x="276258" y="194860"/>
                </a:cubicBezTo>
                <a:cubicBezTo>
                  <a:pt x="274478" y="193091"/>
                  <a:pt x="273589" y="190436"/>
                  <a:pt x="274478" y="187782"/>
                </a:cubicBezTo>
                <a:cubicBezTo>
                  <a:pt x="275368" y="185127"/>
                  <a:pt x="281596" y="187782"/>
                  <a:pt x="279816" y="183357"/>
                </a:cubicBezTo>
                <a:cubicBezTo>
                  <a:pt x="275368" y="180703"/>
                  <a:pt x="270030" y="183357"/>
                  <a:pt x="265581" y="182472"/>
                </a:cubicBezTo>
                <a:cubicBezTo>
                  <a:pt x="263802" y="182472"/>
                  <a:pt x="262912" y="181588"/>
                  <a:pt x="261133" y="180703"/>
                </a:cubicBezTo>
                <a:cubicBezTo>
                  <a:pt x="261133" y="178048"/>
                  <a:pt x="263802" y="176279"/>
                  <a:pt x="264692" y="174509"/>
                </a:cubicBezTo>
                <a:cubicBezTo>
                  <a:pt x="267361" y="174509"/>
                  <a:pt x="270030" y="174509"/>
                  <a:pt x="271809" y="176279"/>
                </a:cubicBezTo>
                <a:cubicBezTo>
                  <a:pt x="276258" y="174509"/>
                  <a:pt x="281596" y="174509"/>
                  <a:pt x="284265" y="170085"/>
                </a:cubicBezTo>
                <a:cubicBezTo>
                  <a:pt x="286044" y="167430"/>
                  <a:pt x="286934" y="163006"/>
                  <a:pt x="286044" y="159467"/>
                </a:cubicBezTo>
                <a:cubicBezTo>
                  <a:pt x="285155" y="158582"/>
                  <a:pt x="283375" y="156812"/>
                  <a:pt x="282486" y="155927"/>
                </a:cubicBezTo>
                <a:cubicBezTo>
                  <a:pt x="279816" y="156812"/>
                  <a:pt x="278037" y="161236"/>
                  <a:pt x="274478" y="159467"/>
                </a:cubicBezTo>
                <a:cubicBezTo>
                  <a:pt x="271809" y="157697"/>
                  <a:pt x="270030" y="155043"/>
                  <a:pt x="271809" y="151503"/>
                </a:cubicBezTo>
                <a:cubicBezTo>
                  <a:pt x="274478" y="149734"/>
                  <a:pt x="276258" y="146194"/>
                  <a:pt x="278927" y="146194"/>
                </a:cubicBezTo>
                <a:cubicBezTo>
                  <a:pt x="282486" y="147079"/>
                  <a:pt x="286934" y="147079"/>
                  <a:pt x="289603" y="150618"/>
                </a:cubicBezTo>
                <a:cubicBezTo>
                  <a:pt x="294941" y="147964"/>
                  <a:pt x="299390" y="143540"/>
                  <a:pt x="305618" y="142655"/>
                </a:cubicBezTo>
                <a:close/>
                <a:moveTo>
                  <a:pt x="250197" y="142655"/>
                </a:moveTo>
                <a:cubicBezTo>
                  <a:pt x="255489" y="142655"/>
                  <a:pt x="260780" y="144429"/>
                  <a:pt x="264308" y="149752"/>
                </a:cubicBezTo>
                <a:cubicBezTo>
                  <a:pt x="264308" y="152413"/>
                  <a:pt x="260780" y="150639"/>
                  <a:pt x="259898" y="151526"/>
                </a:cubicBezTo>
                <a:cubicBezTo>
                  <a:pt x="258134" y="153300"/>
                  <a:pt x="255489" y="154187"/>
                  <a:pt x="255489" y="155962"/>
                </a:cubicBezTo>
                <a:cubicBezTo>
                  <a:pt x="251079" y="161284"/>
                  <a:pt x="249315" y="170156"/>
                  <a:pt x="241378" y="171930"/>
                </a:cubicBezTo>
                <a:cubicBezTo>
                  <a:pt x="236086" y="172817"/>
                  <a:pt x="231676" y="170156"/>
                  <a:pt x="227267" y="171930"/>
                </a:cubicBezTo>
                <a:cubicBezTo>
                  <a:pt x="227267" y="171930"/>
                  <a:pt x="227267" y="171930"/>
                  <a:pt x="224621" y="171043"/>
                </a:cubicBezTo>
                <a:cubicBezTo>
                  <a:pt x="224621" y="169268"/>
                  <a:pt x="226385" y="166607"/>
                  <a:pt x="228149" y="164833"/>
                </a:cubicBezTo>
                <a:cubicBezTo>
                  <a:pt x="230794" y="165720"/>
                  <a:pt x="234322" y="165720"/>
                  <a:pt x="236968" y="163946"/>
                </a:cubicBezTo>
                <a:cubicBezTo>
                  <a:pt x="238732" y="163059"/>
                  <a:pt x="239614" y="160397"/>
                  <a:pt x="240496" y="157736"/>
                </a:cubicBezTo>
                <a:cubicBezTo>
                  <a:pt x="240496" y="155962"/>
                  <a:pt x="239614" y="155075"/>
                  <a:pt x="238732" y="154187"/>
                </a:cubicBezTo>
                <a:cubicBezTo>
                  <a:pt x="235204" y="155075"/>
                  <a:pt x="238732" y="158623"/>
                  <a:pt x="236086" y="159510"/>
                </a:cubicBezTo>
                <a:cubicBezTo>
                  <a:pt x="235204" y="161284"/>
                  <a:pt x="233440" y="162171"/>
                  <a:pt x="231676" y="161284"/>
                </a:cubicBezTo>
                <a:cubicBezTo>
                  <a:pt x="227267" y="160397"/>
                  <a:pt x="228149" y="155962"/>
                  <a:pt x="227267" y="153300"/>
                </a:cubicBezTo>
                <a:cubicBezTo>
                  <a:pt x="229913" y="147090"/>
                  <a:pt x="236968" y="147090"/>
                  <a:pt x="242260" y="147090"/>
                </a:cubicBezTo>
                <a:cubicBezTo>
                  <a:pt x="244023" y="143542"/>
                  <a:pt x="247551" y="143542"/>
                  <a:pt x="250197" y="142655"/>
                </a:cubicBezTo>
                <a:close/>
                <a:moveTo>
                  <a:pt x="230573" y="133130"/>
                </a:moveTo>
                <a:cubicBezTo>
                  <a:pt x="230573" y="133130"/>
                  <a:pt x="230573" y="133130"/>
                  <a:pt x="232359" y="133130"/>
                </a:cubicBezTo>
                <a:cubicBezTo>
                  <a:pt x="231466" y="136658"/>
                  <a:pt x="233252" y="140185"/>
                  <a:pt x="234145" y="143713"/>
                </a:cubicBezTo>
                <a:cubicBezTo>
                  <a:pt x="231466" y="146359"/>
                  <a:pt x="227001" y="145477"/>
                  <a:pt x="224323" y="149005"/>
                </a:cubicBezTo>
                <a:cubicBezTo>
                  <a:pt x="222537" y="148123"/>
                  <a:pt x="221644" y="145477"/>
                  <a:pt x="219858" y="142831"/>
                </a:cubicBezTo>
                <a:cubicBezTo>
                  <a:pt x="220751" y="137540"/>
                  <a:pt x="227894" y="136658"/>
                  <a:pt x="230573" y="133130"/>
                </a:cubicBezTo>
                <a:close/>
                <a:moveTo>
                  <a:pt x="747161" y="131398"/>
                </a:moveTo>
                <a:cubicBezTo>
                  <a:pt x="747919" y="132156"/>
                  <a:pt x="748785" y="133419"/>
                  <a:pt x="749650" y="133419"/>
                </a:cubicBezTo>
                <a:cubicBezTo>
                  <a:pt x="753980" y="136449"/>
                  <a:pt x="759175" y="134429"/>
                  <a:pt x="763505" y="134429"/>
                </a:cubicBezTo>
                <a:lnTo>
                  <a:pt x="764371" y="134429"/>
                </a:lnTo>
                <a:cubicBezTo>
                  <a:pt x="761773" y="138470"/>
                  <a:pt x="756578" y="139480"/>
                  <a:pt x="752248" y="138470"/>
                </a:cubicBezTo>
                <a:cubicBezTo>
                  <a:pt x="749650" y="137460"/>
                  <a:pt x="747053" y="135439"/>
                  <a:pt x="745321" y="132409"/>
                </a:cubicBezTo>
                <a:cubicBezTo>
                  <a:pt x="745754" y="130388"/>
                  <a:pt x="746403" y="130641"/>
                  <a:pt x="747161" y="131398"/>
                </a:cubicBezTo>
                <a:close/>
                <a:moveTo>
                  <a:pt x="209778" y="126780"/>
                </a:moveTo>
                <a:cubicBezTo>
                  <a:pt x="208865" y="140060"/>
                  <a:pt x="226208" y="148028"/>
                  <a:pt x="223470" y="162193"/>
                </a:cubicBezTo>
                <a:cubicBezTo>
                  <a:pt x="222557" y="166620"/>
                  <a:pt x="218906" y="171932"/>
                  <a:pt x="214342" y="172817"/>
                </a:cubicBezTo>
                <a:cubicBezTo>
                  <a:pt x="211603" y="171046"/>
                  <a:pt x="211603" y="166620"/>
                  <a:pt x="209778" y="163964"/>
                </a:cubicBezTo>
                <a:cubicBezTo>
                  <a:pt x="211603" y="160422"/>
                  <a:pt x="213429" y="155110"/>
                  <a:pt x="209778" y="151569"/>
                </a:cubicBezTo>
                <a:cubicBezTo>
                  <a:pt x="207039" y="149798"/>
                  <a:pt x="203388" y="149798"/>
                  <a:pt x="200650" y="149798"/>
                </a:cubicBezTo>
                <a:cubicBezTo>
                  <a:pt x="200650" y="149798"/>
                  <a:pt x="200650" y="149798"/>
                  <a:pt x="198824" y="150684"/>
                </a:cubicBezTo>
                <a:cubicBezTo>
                  <a:pt x="200650" y="152454"/>
                  <a:pt x="205214" y="152454"/>
                  <a:pt x="207039" y="155996"/>
                </a:cubicBezTo>
                <a:cubicBezTo>
                  <a:pt x="207952" y="157766"/>
                  <a:pt x="207039" y="159537"/>
                  <a:pt x="206126" y="161308"/>
                </a:cubicBezTo>
                <a:cubicBezTo>
                  <a:pt x="202475" y="162193"/>
                  <a:pt x="199737" y="158652"/>
                  <a:pt x="195173" y="159537"/>
                </a:cubicBezTo>
                <a:cubicBezTo>
                  <a:pt x="193347" y="158652"/>
                  <a:pt x="189696" y="159537"/>
                  <a:pt x="189696" y="155996"/>
                </a:cubicBezTo>
                <a:cubicBezTo>
                  <a:pt x="189696" y="151569"/>
                  <a:pt x="194260" y="145372"/>
                  <a:pt x="198824" y="143601"/>
                </a:cubicBezTo>
                <a:cubicBezTo>
                  <a:pt x="199737" y="140060"/>
                  <a:pt x="199737" y="136518"/>
                  <a:pt x="201562" y="133862"/>
                </a:cubicBezTo>
                <a:cubicBezTo>
                  <a:pt x="205214" y="132092"/>
                  <a:pt x="205214" y="126780"/>
                  <a:pt x="209778" y="126780"/>
                </a:cubicBezTo>
                <a:close/>
                <a:moveTo>
                  <a:pt x="801465" y="126063"/>
                </a:moveTo>
                <a:cubicBezTo>
                  <a:pt x="806863" y="129546"/>
                  <a:pt x="811360" y="134769"/>
                  <a:pt x="814059" y="140863"/>
                </a:cubicBezTo>
                <a:cubicBezTo>
                  <a:pt x="813160" y="145215"/>
                  <a:pt x="816758" y="147827"/>
                  <a:pt x="814059" y="152180"/>
                </a:cubicBezTo>
                <a:cubicBezTo>
                  <a:pt x="805064" y="150439"/>
                  <a:pt x="809561" y="140863"/>
                  <a:pt x="804164" y="136510"/>
                </a:cubicBezTo>
                <a:cubicBezTo>
                  <a:pt x="802365" y="136510"/>
                  <a:pt x="802365" y="133898"/>
                  <a:pt x="799666" y="134769"/>
                </a:cubicBezTo>
                <a:cubicBezTo>
                  <a:pt x="798767" y="136510"/>
                  <a:pt x="795168" y="137381"/>
                  <a:pt x="793369" y="136510"/>
                </a:cubicBezTo>
                <a:cubicBezTo>
                  <a:pt x="791570" y="134769"/>
                  <a:pt x="789771" y="132157"/>
                  <a:pt x="790670" y="129546"/>
                </a:cubicBezTo>
                <a:cubicBezTo>
                  <a:pt x="793369" y="126063"/>
                  <a:pt x="796967" y="125193"/>
                  <a:pt x="801465" y="126063"/>
                </a:cubicBezTo>
                <a:close/>
                <a:moveTo>
                  <a:pt x="279001" y="120203"/>
                </a:moveTo>
                <a:cubicBezTo>
                  <a:pt x="281132" y="119069"/>
                  <a:pt x="283150" y="118388"/>
                  <a:pt x="284945" y="121110"/>
                </a:cubicBezTo>
                <a:cubicBezTo>
                  <a:pt x="280459" y="125645"/>
                  <a:pt x="273281" y="128367"/>
                  <a:pt x="267000" y="125645"/>
                </a:cubicBezTo>
                <a:cubicBezTo>
                  <a:pt x="266102" y="124738"/>
                  <a:pt x="264308" y="124738"/>
                  <a:pt x="264308" y="122924"/>
                </a:cubicBezTo>
                <a:cubicBezTo>
                  <a:pt x="266102" y="118388"/>
                  <a:pt x="269692" y="122924"/>
                  <a:pt x="272383" y="122017"/>
                </a:cubicBezTo>
                <a:cubicBezTo>
                  <a:pt x="274626" y="122924"/>
                  <a:pt x="276870" y="121337"/>
                  <a:pt x="279001" y="120203"/>
                </a:cubicBezTo>
                <a:close/>
                <a:moveTo>
                  <a:pt x="768427" y="116714"/>
                </a:moveTo>
                <a:cubicBezTo>
                  <a:pt x="772837" y="114080"/>
                  <a:pt x="777246" y="118471"/>
                  <a:pt x="779892" y="121984"/>
                </a:cubicBezTo>
                <a:cubicBezTo>
                  <a:pt x="783420" y="130766"/>
                  <a:pt x="779892" y="138669"/>
                  <a:pt x="773719" y="145695"/>
                </a:cubicBezTo>
                <a:cubicBezTo>
                  <a:pt x="768427" y="150086"/>
                  <a:pt x="761371" y="151842"/>
                  <a:pt x="754316" y="151842"/>
                </a:cubicBezTo>
                <a:cubicBezTo>
                  <a:pt x="747260" y="155355"/>
                  <a:pt x="741969" y="148329"/>
                  <a:pt x="735795" y="149208"/>
                </a:cubicBezTo>
                <a:cubicBezTo>
                  <a:pt x="736677" y="151842"/>
                  <a:pt x="733149" y="152720"/>
                  <a:pt x="731386" y="154477"/>
                </a:cubicBezTo>
                <a:cubicBezTo>
                  <a:pt x="731386" y="154477"/>
                  <a:pt x="731386" y="154477"/>
                  <a:pt x="729622" y="154477"/>
                </a:cubicBezTo>
                <a:cubicBezTo>
                  <a:pt x="729622" y="154477"/>
                  <a:pt x="729622" y="154477"/>
                  <a:pt x="732268" y="150086"/>
                </a:cubicBezTo>
                <a:cubicBezTo>
                  <a:pt x="732268" y="147451"/>
                  <a:pt x="729622" y="148329"/>
                  <a:pt x="729622" y="146573"/>
                </a:cubicBezTo>
                <a:cubicBezTo>
                  <a:pt x="730504" y="144817"/>
                  <a:pt x="733149" y="142182"/>
                  <a:pt x="730504" y="140426"/>
                </a:cubicBezTo>
                <a:cubicBezTo>
                  <a:pt x="729622" y="139547"/>
                  <a:pt x="727858" y="137791"/>
                  <a:pt x="729622" y="136035"/>
                </a:cubicBezTo>
                <a:cubicBezTo>
                  <a:pt x="733149" y="136035"/>
                  <a:pt x="737559" y="132522"/>
                  <a:pt x="741087" y="135156"/>
                </a:cubicBezTo>
                <a:cubicBezTo>
                  <a:pt x="746379" y="140426"/>
                  <a:pt x="753434" y="143060"/>
                  <a:pt x="759608" y="140426"/>
                </a:cubicBezTo>
                <a:cubicBezTo>
                  <a:pt x="763135" y="138669"/>
                  <a:pt x="766663" y="137791"/>
                  <a:pt x="768427" y="134278"/>
                </a:cubicBezTo>
                <a:cubicBezTo>
                  <a:pt x="767545" y="130766"/>
                  <a:pt x="761371" y="129887"/>
                  <a:pt x="762253" y="124618"/>
                </a:cubicBezTo>
                <a:cubicBezTo>
                  <a:pt x="761371" y="121105"/>
                  <a:pt x="764899" y="118471"/>
                  <a:pt x="768427" y="116714"/>
                </a:cubicBezTo>
                <a:close/>
                <a:moveTo>
                  <a:pt x="226738" y="114080"/>
                </a:moveTo>
                <a:cubicBezTo>
                  <a:pt x="230442" y="114080"/>
                  <a:pt x="233220" y="115844"/>
                  <a:pt x="234146" y="120253"/>
                </a:cubicBezTo>
                <a:cubicBezTo>
                  <a:pt x="234146" y="122017"/>
                  <a:pt x="233220" y="123781"/>
                  <a:pt x="231368" y="124663"/>
                </a:cubicBezTo>
                <a:cubicBezTo>
                  <a:pt x="227664" y="124663"/>
                  <a:pt x="223033" y="124663"/>
                  <a:pt x="222107" y="128191"/>
                </a:cubicBezTo>
                <a:cubicBezTo>
                  <a:pt x="218403" y="131718"/>
                  <a:pt x="224886" y="137892"/>
                  <a:pt x="218403" y="137892"/>
                </a:cubicBezTo>
                <a:cubicBezTo>
                  <a:pt x="215625" y="137010"/>
                  <a:pt x="213773" y="134364"/>
                  <a:pt x="213773" y="131718"/>
                </a:cubicBezTo>
                <a:cubicBezTo>
                  <a:pt x="211921" y="127309"/>
                  <a:pt x="213773" y="122899"/>
                  <a:pt x="217477" y="119371"/>
                </a:cubicBezTo>
                <a:cubicBezTo>
                  <a:pt x="220255" y="117608"/>
                  <a:pt x="222107" y="114080"/>
                  <a:pt x="226738" y="114080"/>
                </a:cubicBezTo>
                <a:close/>
                <a:moveTo>
                  <a:pt x="257154" y="106010"/>
                </a:moveTo>
                <a:cubicBezTo>
                  <a:pt x="259446" y="106570"/>
                  <a:pt x="261411" y="108137"/>
                  <a:pt x="261847" y="110823"/>
                </a:cubicBezTo>
                <a:cubicBezTo>
                  <a:pt x="264467" y="113510"/>
                  <a:pt x="262720" y="117092"/>
                  <a:pt x="261847" y="119779"/>
                </a:cubicBezTo>
                <a:cubicBezTo>
                  <a:pt x="260101" y="120674"/>
                  <a:pt x="257482" y="123361"/>
                  <a:pt x="259228" y="125152"/>
                </a:cubicBezTo>
                <a:cubicBezTo>
                  <a:pt x="264467" y="129629"/>
                  <a:pt x="271451" y="132316"/>
                  <a:pt x="277563" y="129629"/>
                </a:cubicBezTo>
                <a:cubicBezTo>
                  <a:pt x="281929" y="129629"/>
                  <a:pt x="285421" y="125152"/>
                  <a:pt x="289787" y="123361"/>
                </a:cubicBezTo>
                <a:cubicBezTo>
                  <a:pt x="292406" y="125152"/>
                  <a:pt x="296772" y="123361"/>
                  <a:pt x="297645" y="126943"/>
                </a:cubicBezTo>
                <a:cubicBezTo>
                  <a:pt x="297645" y="126943"/>
                  <a:pt x="297645" y="126943"/>
                  <a:pt x="297645" y="127838"/>
                </a:cubicBezTo>
                <a:cubicBezTo>
                  <a:pt x="289787" y="135898"/>
                  <a:pt x="279309" y="139480"/>
                  <a:pt x="268832" y="139480"/>
                </a:cubicBezTo>
                <a:cubicBezTo>
                  <a:pt x="264467" y="138584"/>
                  <a:pt x="260974" y="137689"/>
                  <a:pt x="257482" y="135002"/>
                </a:cubicBezTo>
                <a:cubicBezTo>
                  <a:pt x="252243" y="132316"/>
                  <a:pt x="248750" y="126943"/>
                  <a:pt x="247004" y="120674"/>
                </a:cubicBezTo>
                <a:cubicBezTo>
                  <a:pt x="247004" y="115301"/>
                  <a:pt x="245258" y="110823"/>
                  <a:pt x="250497" y="107241"/>
                </a:cubicBezTo>
                <a:cubicBezTo>
                  <a:pt x="252243" y="105898"/>
                  <a:pt x="254862" y="105450"/>
                  <a:pt x="257154" y="106010"/>
                </a:cubicBezTo>
                <a:close/>
                <a:moveTo>
                  <a:pt x="298324" y="105414"/>
                </a:moveTo>
                <a:lnTo>
                  <a:pt x="300857" y="105720"/>
                </a:lnTo>
                <a:lnTo>
                  <a:pt x="299079" y="105820"/>
                </a:lnTo>
                <a:lnTo>
                  <a:pt x="298324" y="105414"/>
                </a:lnTo>
                <a:close/>
                <a:moveTo>
                  <a:pt x="511892" y="98205"/>
                </a:moveTo>
                <a:cubicBezTo>
                  <a:pt x="517911" y="99104"/>
                  <a:pt x="511032" y="103602"/>
                  <a:pt x="513611" y="107201"/>
                </a:cubicBezTo>
                <a:cubicBezTo>
                  <a:pt x="515331" y="111698"/>
                  <a:pt x="518771" y="115297"/>
                  <a:pt x="523070" y="117995"/>
                </a:cubicBezTo>
                <a:cubicBezTo>
                  <a:pt x="523070" y="121594"/>
                  <a:pt x="517911" y="121594"/>
                  <a:pt x="515331" y="123393"/>
                </a:cubicBezTo>
                <a:cubicBezTo>
                  <a:pt x="513611" y="125192"/>
                  <a:pt x="511032" y="125192"/>
                  <a:pt x="509312" y="123393"/>
                </a:cubicBezTo>
                <a:cubicBezTo>
                  <a:pt x="508452" y="120694"/>
                  <a:pt x="505013" y="122493"/>
                  <a:pt x="504153" y="119794"/>
                </a:cubicBezTo>
                <a:cubicBezTo>
                  <a:pt x="502433" y="120694"/>
                  <a:pt x="502433" y="117096"/>
                  <a:pt x="503293" y="116196"/>
                </a:cubicBezTo>
                <a:cubicBezTo>
                  <a:pt x="510172" y="113498"/>
                  <a:pt x="511892" y="105401"/>
                  <a:pt x="511892" y="98205"/>
                </a:cubicBezTo>
                <a:close/>
                <a:moveTo>
                  <a:pt x="759807" y="93442"/>
                </a:moveTo>
                <a:cubicBezTo>
                  <a:pt x="777593" y="93442"/>
                  <a:pt x="790043" y="105868"/>
                  <a:pt x="804271" y="115631"/>
                </a:cubicBezTo>
                <a:cubicBezTo>
                  <a:pt x="832729" y="136044"/>
                  <a:pt x="857629" y="162671"/>
                  <a:pt x="879861" y="189298"/>
                </a:cubicBezTo>
                <a:cubicBezTo>
                  <a:pt x="896758" y="207936"/>
                  <a:pt x="910986" y="229238"/>
                  <a:pt x="923436" y="251427"/>
                </a:cubicBezTo>
                <a:cubicBezTo>
                  <a:pt x="927883" y="260302"/>
                  <a:pt x="927883" y="272728"/>
                  <a:pt x="921658" y="281603"/>
                </a:cubicBezTo>
                <a:cubicBezTo>
                  <a:pt x="918101" y="285154"/>
                  <a:pt x="913654" y="287816"/>
                  <a:pt x="909208" y="288704"/>
                </a:cubicBezTo>
                <a:cubicBezTo>
                  <a:pt x="910097" y="284266"/>
                  <a:pt x="916322" y="283379"/>
                  <a:pt x="918990" y="279828"/>
                </a:cubicBezTo>
                <a:cubicBezTo>
                  <a:pt x="923436" y="273615"/>
                  <a:pt x="923436" y="266515"/>
                  <a:pt x="922547" y="259415"/>
                </a:cubicBezTo>
                <a:cubicBezTo>
                  <a:pt x="920769" y="254089"/>
                  <a:pt x="910986" y="238113"/>
                  <a:pt x="906540" y="231900"/>
                </a:cubicBezTo>
                <a:cubicBezTo>
                  <a:pt x="902983" y="225687"/>
                  <a:pt x="898536" y="220362"/>
                  <a:pt x="897647" y="218587"/>
                </a:cubicBezTo>
                <a:cubicBezTo>
                  <a:pt x="889643" y="206161"/>
                  <a:pt x="879861" y="195511"/>
                  <a:pt x="870968" y="183972"/>
                </a:cubicBezTo>
                <a:cubicBezTo>
                  <a:pt x="868300" y="182197"/>
                  <a:pt x="863854" y="176872"/>
                  <a:pt x="863854" y="176872"/>
                </a:cubicBezTo>
                <a:cubicBezTo>
                  <a:pt x="846957" y="159121"/>
                  <a:pt x="828282" y="140482"/>
                  <a:pt x="809607" y="125394"/>
                </a:cubicBezTo>
                <a:cubicBezTo>
                  <a:pt x="803382" y="122731"/>
                  <a:pt x="798936" y="115631"/>
                  <a:pt x="791821" y="112081"/>
                </a:cubicBezTo>
                <a:cubicBezTo>
                  <a:pt x="781150" y="103205"/>
                  <a:pt x="767810" y="96105"/>
                  <a:pt x="752692" y="99655"/>
                </a:cubicBezTo>
                <a:cubicBezTo>
                  <a:pt x="747357" y="101430"/>
                  <a:pt x="741132" y="103205"/>
                  <a:pt x="737574" y="108530"/>
                </a:cubicBezTo>
                <a:cubicBezTo>
                  <a:pt x="736685" y="108530"/>
                  <a:pt x="735796" y="106755"/>
                  <a:pt x="736685" y="105868"/>
                </a:cubicBezTo>
                <a:cubicBezTo>
                  <a:pt x="741132" y="96992"/>
                  <a:pt x="750914" y="94329"/>
                  <a:pt x="759807" y="93442"/>
                </a:cubicBezTo>
                <a:close/>
                <a:moveTo>
                  <a:pt x="281771" y="90985"/>
                </a:moveTo>
                <a:cubicBezTo>
                  <a:pt x="285299" y="92756"/>
                  <a:pt x="286181" y="97185"/>
                  <a:pt x="287945" y="99842"/>
                </a:cubicBezTo>
                <a:lnTo>
                  <a:pt x="298324" y="105414"/>
                </a:lnTo>
                <a:lnTo>
                  <a:pt x="288826" y="104270"/>
                </a:lnTo>
                <a:cubicBezTo>
                  <a:pt x="285299" y="100727"/>
                  <a:pt x="281771" y="96299"/>
                  <a:pt x="281771" y="91871"/>
                </a:cubicBezTo>
                <a:cubicBezTo>
                  <a:pt x="281771" y="91871"/>
                  <a:pt x="281771" y="91871"/>
                  <a:pt x="281771" y="90985"/>
                </a:cubicBezTo>
                <a:close/>
                <a:moveTo>
                  <a:pt x="583043" y="90267"/>
                </a:moveTo>
                <a:cubicBezTo>
                  <a:pt x="587453" y="91143"/>
                  <a:pt x="591863" y="92019"/>
                  <a:pt x="593626" y="96398"/>
                </a:cubicBezTo>
                <a:cubicBezTo>
                  <a:pt x="594508" y="98150"/>
                  <a:pt x="594508" y="99025"/>
                  <a:pt x="596272" y="99901"/>
                </a:cubicBezTo>
                <a:cubicBezTo>
                  <a:pt x="601564" y="98150"/>
                  <a:pt x="610383" y="96398"/>
                  <a:pt x="615675" y="101653"/>
                </a:cubicBezTo>
                <a:cubicBezTo>
                  <a:pt x="620085" y="106908"/>
                  <a:pt x="620085" y="113915"/>
                  <a:pt x="620085" y="120046"/>
                </a:cubicBezTo>
                <a:cubicBezTo>
                  <a:pt x="623613" y="124425"/>
                  <a:pt x="629786" y="127929"/>
                  <a:pt x="630668" y="134060"/>
                </a:cubicBezTo>
                <a:cubicBezTo>
                  <a:pt x="630668" y="136688"/>
                  <a:pt x="634196" y="138439"/>
                  <a:pt x="634196" y="141067"/>
                </a:cubicBezTo>
                <a:cubicBezTo>
                  <a:pt x="626258" y="141067"/>
                  <a:pt x="622731" y="132308"/>
                  <a:pt x="615675" y="130557"/>
                </a:cubicBezTo>
                <a:cubicBezTo>
                  <a:pt x="609501" y="133184"/>
                  <a:pt x="599800" y="135812"/>
                  <a:pt x="594508" y="130557"/>
                </a:cubicBezTo>
                <a:cubicBezTo>
                  <a:pt x="592744" y="128805"/>
                  <a:pt x="592744" y="126177"/>
                  <a:pt x="593626" y="123550"/>
                </a:cubicBezTo>
                <a:cubicBezTo>
                  <a:pt x="595390" y="121798"/>
                  <a:pt x="596272" y="120046"/>
                  <a:pt x="599800" y="120046"/>
                </a:cubicBezTo>
                <a:cubicBezTo>
                  <a:pt x="603328" y="119170"/>
                  <a:pt x="604210" y="127929"/>
                  <a:pt x="608619" y="122674"/>
                </a:cubicBezTo>
                <a:cubicBezTo>
                  <a:pt x="610383" y="120046"/>
                  <a:pt x="611265" y="114791"/>
                  <a:pt x="608619" y="111288"/>
                </a:cubicBezTo>
                <a:cubicBezTo>
                  <a:pt x="606856" y="108660"/>
                  <a:pt x="602446" y="108660"/>
                  <a:pt x="598918" y="108660"/>
                </a:cubicBezTo>
                <a:cubicBezTo>
                  <a:pt x="591863" y="109536"/>
                  <a:pt x="589217" y="118294"/>
                  <a:pt x="583043" y="120046"/>
                </a:cubicBezTo>
                <a:cubicBezTo>
                  <a:pt x="583043" y="120046"/>
                  <a:pt x="583043" y="120046"/>
                  <a:pt x="575988" y="120922"/>
                </a:cubicBezTo>
                <a:cubicBezTo>
                  <a:pt x="573342" y="124425"/>
                  <a:pt x="570696" y="128805"/>
                  <a:pt x="566286" y="129681"/>
                </a:cubicBezTo>
                <a:cubicBezTo>
                  <a:pt x="563640" y="129681"/>
                  <a:pt x="560994" y="128805"/>
                  <a:pt x="558349" y="127053"/>
                </a:cubicBezTo>
                <a:cubicBezTo>
                  <a:pt x="557467" y="124425"/>
                  <a:pt x="556585" y="120922"/>
                  <a:pt x="559231" y="120046"/>
                </a:cubicBezTo>
                <a:cubicBezTo>
                  <a:pt x="561876" y="118294"/>
                  <a:pt x="566286" y="122674"/>
                  <a:pt x="566286" y="118294"/>
                </a:cubicBezTo>
                <a:cubicBezTo>
                  <a:pt x="566286" y="113915"/>
                  <a:pt x="560113" y="113039"/>
                  <a:pt x="558349" y="110412"/>
                </a:cubicBezTo>
                <a:cubicBezTo>
                  <a:pt x="555703" y="108660"/>
                  <a:pt x="554821" y="105157"/>
                  <a:pt x="554821" y="102529"/>
                </a:cubicBezTo>
                <a:cubicBezTo>
                  <a:pt x="554821" y="102529"/>
                  <a:pt x="554821" y="102529"/>
                  <a:pt x="560113" y="102529"/>
                </a:cubicBezTo>
                <a:cubicBezTo>
                  <a:pt x="566286" y="106908"/>
                  <a:pt x="572460" y="113039"/>
                  <a:pt x="581279" y="110412"/>
                </a:cubicBezTo>
                <a:cubicBezTo>
                  <a:pt x="585689" y="110412"/>
                  <a:pt x="586571" y="106032"/>
                  <a:pt x="587453" y="103405"/>
                </a:cubicBezTo>
                <a:cubicBezTo>
                  <a:pt x="588335" y="100777"/>
                  <a:pt x="586571" y="99901"/>
                  <a:pt x="584807" y="98150"/>
                </a:cubicBezTo>
                <a:cubicBezTo>
                  <a:pt x="582161" y="99025"/>
                  <a:pt x="579515" y="102529"/>
                  <a:pt x="575988" y="99901"/>
                </a:cubicBezTo>
                <a:cubicBezTo>
                  <a:pt x="574224" y="99025"/>
                  <a:pt x="573342" y="96398"/>
                  <a:pt x="575106" y="94646"/>
                </a:cubicBezTo>
                <a:cubicBezTo>
                  <a:pt x="576869" y="92019"/>
                  <a:pt x="579515" y="90267"/>
                  <a:pt x="583043" y="90267"/>
                </a:cubicBezTo>
                <a:close/>
                <a:moveTo>
                  <a:pt x="557995" y="89535"/>
                </a:moveTo>
                <a:cubicBezTo>
                  <a:pt x="558789" y="92099"/>
                  <a:pt x="561170" y="93808"/>
                  <a:pt x="561170" y="97228"/>
                </a:cubicBezTo>
                <a:cubicBezTo>
                  <a:pt x="558789" y="99792"/>
                  <a:pt x="554820" y="98082"/>
                  <a:pt x="550852" y="98082"/>
                </a:cubicBezTo>
                <a:cubicBezTo>
                  <a:pt x="550058" y="95518"/>
                  <a:pt x="550852" y="92954"/>
                  <a:pt x="551645" y="90389"/>
                </a:cubicBezTo>
                <a:cubicBezTo>
                  <a:pt x="553233" y="89535"/>
                  <a:pt x="555614" y="88680"/>
                  <a:pt x="557995" y="89535"/>
                </a:cubicBezTo>
                <a:close/>
                <a:moveTo>
                  <a:pt x="467826" y="85505"/>
                </a:moveTo>
                <a:cubicBezTo>
                  <a:pt x="470366" y="85505"/>
                  <a:pt x="472906" y="86482"/>
                  <a:pt x="474599" y="87459"/>
                </a:cubicBezTo>
                <a:cubicBezTo>
                  <a:pt x="475446" y="90389"/>
                  <a:pt x="475446" y="93320"/>
                  <a:pt x="475446" y="96251"/>
                </a:cubicBezTo>
                <a:cubicBezTo>
                  <a:pt x="471213" y="98205"/>
                  <a:pt x="466979" y="93320"/>
                  <a:pt x="462746" y="92343"/>
                </a:cubicBezTo>
                <a:cubicBezTo>
                  <a:pt x="462746" y="88436"/>
                  <a:pt x="465286" y="86482"/>
                  <a:pt x="467826" y="85505"/>
                </a:cubicBezTo>
                <a:close/>
                <a:moveTo>
                  <a:pt x="438389" y="85277"/>
                </a:moveTo>
                <a:cubicBezTo>
                  <a:pt x="442129" y="84281"/>
                  <a:pt x="445869" y="85166"/>
                  <a:pt x="448509" y="89590"/>
                </a:cubicBezTo>
                <a:cubicBezTo>
                  <a:pt x="449389" y="92245"/>
                  <a:pt x="449389" y="94899"/>
                  <a:pt x="446749" y="96669"/>
                </a:cubicBezTo>
                <a:cubicBezTo>
                  <a:pt x="444989" y="98439"/>
                  <a:pt x="441469" y="97554"/>
                  <a:pt x="440589" y="96669"/>
                </a:cubicBezTo>
                <a:cubicBezTo>
                  <a:pt x="440589" y="96669"/>
                  <a:pt x="440589" y="96669"/>
                  <a:pt x="437949" y="94899"/>
                </a:cubicBezTo>
                <a:cubicBezTo>
                  <a:pt x="436189" y="95784"/>
                  <a:pt x="436189" y="98439"/>
                  <a:pt x="436189" y="99323"/>
                </a:cubicBezTo>
                <a:cubicBezTo>
                  <a:pt x="436189" y="102863"/>
                  <a:pt x="437949" y="105517"/>
                  <a:pt x="441469" y="107287"/>
                </a:cubicBezTo>
                <a:cubicBezTo>
                  <a:pt x="446749" y="109941"/>
                  <a:pt x="452029" y="109057"/>
                  <a:pt x="457310" y="107287"/>
                </a:cubicBezTo>
                <a:cubicBezTo>
                  <a:pt x="461710" y="104632"/>
                  <a:pt x="462590" y="96669"/>
                  <a:pt x="468750" y="98439"/>
                </a:cubicBezTo>
                <a:cubicBezTo>
                  <a:pt x="472270" y="100208"/>
                  <a:pt x="471390" y="103748"/>
                  <a:pt x="470510" y="105517"/>
                </a:cubicBezTo>
                <a:cubicBezTo>
                  <a:pt x="467870" y="110826"/>
                  <a:pt x="461710" y="112596"/>
                  <a:pt x="457310" y="117020"/>
                </a:cubicBezTo>
                <a:cubicBezTo>
                  <a:pt x="456430" y="117905"/>
                  <a:pt x="457310" y="119675"/>
                  <a:pt x="458190" y="120559"/>
                </a:cubicBezTo>
                <a:cubicBezTo>
                  <a:pt x="460830" y="120559"/>
                  <a:pt x="461710" y="116135"/>
                  <a:pt x="464350" y="118790"/>
                </a:cubicBezTo>
                <a:cubicBezTo>
                  <a:pt x="467870" y="119675"/>
                  <a:pt x="466990" y="123214"/>
                  <a:pt x="466990" y="125869"/>
                </a:cubicBezTo>
                <a:cubicBezTo>
                  <a:pt x="464350" y="131178"/>
                  <a:pt x="459070" y="127638"/>
                  <a:pt x="454670" y="127638"/>
                </a:cubicBezTo>
                <a:cubicBezTo>
                  <a:pt x="450269" y="124984"/>
                  <a:pt x="450269" y="119675"/>
                  <a:pt x="444989" y="118790"/>
                </a:cubicBezTo>
                <a:cubicBezTo>
                  <a:pt x="435309" y="118790"/>
                  <a:pt x="432669" y="107287"/>
                  <a:pt x="423869" y="107287"/>
                </a:cubicBezTo>
                <a:cubicBezTo>
                  <a:pt x="419469" y="107287"/>
                  <a:pt x="415069" y="109941"/>
                  <a:pt x="414189" y="114366"/>
                </a:cubicBezTo>
                <a:cubicBezTo>
                  <a:pt x="414189" y="116135"/>
                  <a:pt x="414189" y="120559"/>
                  <a:pt x="416829" y="122329"/>
                </a:cubicBezTo>
                <a:cubicBezTo>
                  <a:pt x="417709" y="123214"/>
                  <a:pt x="418589" y="124099"/>
                  <a:pt x="420349" y="123214"/>
                </a:cubicBezTo>
                <a:cubicBezTo>
                  <a:pt x="422109" y="119675"/>
                  <a:pt x="423869" y="117905"/>
                  <a:pt x="427389" y="116135"/>
                </a:cubicBezTo>
                <a:cubicBezTo>
                  <a:pt x="430029" y="119675"/>
                  <a:pt x="433549" y="123214"/>
                  <a:pt x="431789" y="127638"/>
                </a:cubicBezTo>
                <a:cubicBezTo>
                  <a:pt x="428269" y="132947"/>
                  <a:pt x="421229" y="132062"/>
                  <a:pt x="415069" y="132062"/>
                </a:cubicBezTo>
                <a:cubicBezTo>
                  <a:pt x="412428" y="129408"/>
                  <a:pt x="408028" y="125869"/>
                  <a:pt x="403628" y="127638"/>
                </a:cubicBezTo>
                <a:cubicBezTo>
                  <a:pt x="400988" y="132062"/>
                  <a:pt x="396588" y="134717"/>
                  <a:pt x="391308" y="134717"/>
                </a:cubicBezTo>
                <a:cubicBezTo>
                  <a:pt x="391308" y="132062"/>
                  <a:pt x="393948" y="131178"/>
                  <a:pt x="394828" y="128523"/>
                </a:cubicBezTo>
                <a:cubicBezTo>
                  <a:pt x="395708" y="123214"/>
                  <a:pt x="400988" y="121444"/>
                  <a:pt x="403628" y="117905"/>
                </a:cubicBezTo>
                <a:cubicBezTo>
                  <a:pt x="404508" y="111711"/>
                  <a:pt x="407148" y="104632"/>
                  <a:pt x="411548" y="100208"/>
                </a:cubicBezTo>
                <a:cubicBezTo>
                  <a:pt x="415069" y="96669"/>
                  <a:pt x="421229" y="97554"/>
                  <a:pt x="425629" y="98439"/>
                </a:cubicBezTo>
                <a:cubicBezTo>
                  <a:pt x="428269" y="97554"/>
                  <a:pt x="427389" y="94014"/>
                  <a:pt x="428269" y="92245"/>
                </a:cubicBezTo>
                <a:cubicBezTo>
                  <a:pt x="430909" y="89148"/>
                  <a:pt x="434649" y="86272"/>
                  <a:pt x="438389" y="85277"/>
                </a:cubicBezTo>
                <a:close/>
                <a:moveTo>
                  <a:pt x="678069" y="83917"/>
                </a:moveTo>
                <a:cubicBezTo>
                  <a:pt x="680666" y="83917"/>
                  <a:pt x="680666" y="88191"/>
                  <a:pt x="683264" y="89900"/>
                </a:cubicBezTo>
                <a:cubicBezTo>
                  <a:pt x="686728" y="92465"/>
                  <a:pt x="691057" y="89900"/>
                  <a:pt x="694521" y="91610"/>
                </a:cubicBezTo>
                <a:cubicBezTo>
                  <a:pt x="693655" y="94174"/>
                  <a:pt x="691057" y="94174"/>
                  <a:pt x="688460" y="95029"/>
                </a:cubicBezTo>
                <a:cubicBezTo>
                  <a:pt x="684130" y="95029"/>
                  <a:pt x="681532" y="93319"/>
                  <a:pt x="678935" y="89900"/>
                </a:cubicBezTo>
                <a:cubicBezTo>
                  <a:pt x="678069" y="88191"/>
                  <a:pt x="675471" y="84772"/>
                  <a:pt x="678069" y="83917"/>
                </a:cubicBezTo>
                <a:close/>
                <a:moveTo>
                  <a:pt x="260236" y="82131"/>
                </a:moveTo>
                <a:cubicBezTo>
                  <a:pt x="265923" y="80823"/>
                  <a:pt x="271945" y="80656"/>
                  <a:pt x="278412" y="82215"/>
                </a:cubicBezTo>
                <a:cubicBezTo>
                  <a:pt x="283765" y="83106"/>
                  <a:pt x="290009" y="87559"/>
                  <a:pt x="292686" y="93794"/>
                </a:cubicBezTo>
                <a:cubicBezTo>
                  <a:pt x="292686" y="94685"/>
                  <a:pt x="294470" y="96467"/>
                  <a:pt x="292686" y="98248"/>
                </a:cubicBezTo>
                <a:cubicBezTo>
                  <a:pt x="289117" y="93794"/>
                  <a:pt x="284657" y="86669"/>
                  <a:pt x="277520" y="83996"/>
                </a:cubicBezTo>
                <a:cubicBezTo>
                  <a:pt x="271276" y="83106"/>
                  <a:pt x="264139" y="83996"/>
                  <a:pt x="257894" y="85778"/>
                </a:cubicBezTo>
                <a:cubicBezTo>
                  <a:pt x="238268" y="96467"/>
                  <a:pt x="219534" y="110718"/>
                  <a:pt x="200801" y="124079"/>
                </a:cubicBezTo>
                <a:cubicBezTo>
                  <a:pt x="177606" y="145456"/>
                  <a:pt x="152628" y="167724"/>
                  <a:pt x="132110" y="191774"/>
                </a:cubicBezTo>
                <a:cubicBezTo>
                  <a:pt x="122297" y="205135"/>
                  <a:pt x="111592" y="218496"/>
                  <a:pt x="101779" y="232747"/>
                </a:cubicBezTo>
                <a:cubicBezTo>
                  <a:pt x="100887" y="234529"/>
                  <a:pt x="92858" y="255015"/>
                  <a:pt x="105347" y="266595"/>
                </a:cubicBezTo>
                <a:cubicBezTo>
                  <a:pt x="108023" y="268376"/>
                  <a:pt x="112484" y="267486"/>
                  <a:pt x="114268" y="271048"/>
                </a:cubicBezTo>
                <a:cubicBezTo>
                  <a:pt x="114268" y="272830"/>
                  <a:pt x="112484" y="272830"/>
                  <a:pt x="111592" y="272830"/>
                </a:cubicBezTo>
                <a:cubicBezTo>
                  <a:pt x="104455" y="271939"/>
                  <a:pt x="99995" y="266595"/>
                  <a:pt x="97318" y="261250"/>
                </a:cubicBezTo>
                <a:cubicBezTo>
                  <a:pt x="92858" y="246999"/>
                  <a:pt x="96426" y="238092"/>
                  <a:pt x="99995" y="229184"/>
                </a:cubicBezTo>
                <a:cubicBezTo>
                  <a:pt x="103563" y="222059"/>
                  <a:pt x="108916" y="215824"/>
                  <a:pt x="113376" y="209588"/>
                </a:cubicBezTo>
                <a:cubicBezTo>
                  <a:pt x="122297" y="198900"/>
                  <a:pt x="129434" y="188211"/>
                  <a:pt x="138354" y="177522"/>
                </a:cubicBezTo>
                <a:cubicBezTo>
                  <a:pt x="162441" y="152582"/>
                  <a:pt x="187419" y="128533"/>
                  <a:pt x="215074" y="108937"/>
                </a:cubicBezTo>
                <a:cubicBezTo>
                  <a:pt x="229124" y="100252"/>
                  <a:pt x="243175" y="86056"/>
                  <a:pt x="260236" y="82131"/>
                </a:cubicBezTo>
                <a:close/>
                <a:moveTo>
                  <a:pt x="767447" y="80937"/>
                </a:moveTo>
                <a:cubicBezTo>
                  <a:pt x="778121" y="81828"/>
                  <a:pt x="786126" y="88956"/>
                  <a:pt x="795021" y="91629"/>
                </a:cubicBezTo>
                <a:cubicBezTo>
                  <a:pt x="819038" y="109449"/>
                  <a:pt x="839496" y="128160"/>
                  <a:pt x="860844" y="148653"/>
                </a:cubicBezTo>
                <a:cubicBezTo>
                  <a:pt x="885750" y="174493"/>
                  <a:pt x="907098" y="200332"/>
                  <a:pt x="926666" y="230626"/>
                </a:cubicBezTo>
                <a:cubicBezTo>
                  <a:pt x="934672" y="245773"/>
                  <a:pt x="945346" y="264485"/>
                  <a:pt x="937340" y="282305"/>
                </a:cubicBezTo>
                <a:cubicBezTo>
                  <a:pt x="933782" y="291215"/>
                  <a:pt x="925777" y="300125"/>
                  <a:pt x="915993" y="302798"/>
                </a:cubicBezTo>
                <a:cubicBezTo>
                  <a:pt x="912435" y="302798"/>
                  <a:pt x="907987" y="304580"/>
                  <a:pt x="904429" y="302798"/>
                </a:cubicBezTo>
                <a:cubicBezTo>
                  <a:pt x="903540" y="300125"/>
                  <a:pt x="903540" y="296561"/>
                  <a:pt x="905319" y="293888"/>
                </a:cubicBezTo>
                <a:cubicBezTo>
                  <a:pt x="912435" y="292997"/>
                  <a:pt x="920440" y="288542"/>
                  <a:pt x="923998" y="282305"/>
                </a:cubicBezTo>
                <a:cubicBezTo>
                  <a:pt x="935561" y="262702"/>
                  <a:pt x="921330" y="243100"/>
                  <a:pt x="911545" y="227062"/>
                </a:cubicBezTo>
                <a:cubicBezTo>
                  <a:pt x="902650" y="214588"/>
                  <a:pt x="894645" y="203005"/>
                  <a:pt x="884860" y="191422"/>
                </a:cubicBezTo>
                <a:cubicBezTo>
                  <a:pt x="883081" y="189640"/>
                  <a:pt x="867070" y="170929"/>
                  <a:pt x="866181" y="169147"/>
                </a:cubicBezTo>
                <a:cubicBezTo>
                  <a:pt x="859065" y="160237"/>
                  <a:pt x="850170" y="153109"/>
                  <a:pt x="843054" y="145980"/>
                </a:cubicBezTo>
                <a:cubicBezTo>
                  <a:pt x="827043" y="130833"/>
                  <a:pt x="810143" y="115686"/>
                  <a:pt x="792353" y="103212"/>
                </a:cubicBezTo>
                <a:cubicBezTo>
                  <a:pt x="779010" y="94302"/>
                  <a:pt x="763000" y="85392"/>
                  <a:pt x="746989" y="91629"/>
                </a:cubicBezTo>
                <a:cubicBezTo>
                  <a:pt x="740762" y="94302"/>
                  <a:pt x="733646" y="98757"/>
                  <a:pt x="731867" y="106776"/>
                </a:cubicBezTo>
                <a:cubicBezTo>
                  <a:pt x="731867" y="106776"/>
                  <a:pt x="731867" y="106776"/>
                  <a:pt x="730978" y="113013"/>
                </a:cubicBezTo>
                <a:cubicBezTo>
                  <a:pt x="727420" y="113904"/>
                  <a:pt x="722972" y="115686"/>
                  <a:pt x="718525" y="113013"/>
                </a:cubicBezTo>
                <a:cubicBezTo>
                  <a:pt x="716746" y="103212"/>
                  <a:pt x="724751" y="93411"/>
                  <a:pt x="732757" y="88065"/>
                </a:cubicBezTo>
                <a:cubicBezTo>
                  <a:pt x="743431" y="81828"/>
                  <a:pt x="754994" y="79155"/>
                  <a:pt x="767447" y="80937"/>
                </a:cubicBezTo>
                <a:close/>
                <a:moveTo>
                  <a:pt x="689912" y="80583"/>
                </a:moveTo>
                <a:cubicBezTo>
                  <a:pt x="690683" y="82488"/>
                  <a:pt x="690904" y="85822"/>
                  <a:pt x="691345" y="87726"/>
                </a:cubicBezTo>
                <a:cubicBezTo>
                  <a:pt x="688699" y="88679"/>
                  <a:pt x="686054" y="87726"/>
                  <a:pt x="684290" y="84869"/>
                </a:cubicBezTo>
                <a:cubicBezTo>
                  <a:pt x="683408" y="83917"/>
                  <a:pt x="683408" y="82012"/>
                  <a:pt x="685172" y="82012"/>
                </a:cubicBezTo>
                <a:cubicBezTo>
                  <a:pt x="687817" y="78202"/>
                  <a:pt x="689140" y="78678"/>
                  <a:pt x="689912" y="80583"/>
                </a:cubicBezTo>
                <a:close/>
                <a:moveTo>
                  <a:pt x="665260" y="79155"/>
                </a:moveTo>
                <a:cubicBezTo>
                  <a:pt x="674280" y="80954"/>
                  <a:pt x="670672" y="91749"/>
                  <a:pt x="677888" y="95347"/>
                </a:cubicBezTo>
                <a:cubicBezTo>
                  <a:pt x="684201" y="100744"/>
                  <a:pt x="693221" y="98046"/>
                  <a:pt x="699535" y="95347"/>
                </a:cubicBezTo>
                <a:cubicBezTo>
                  <a:pt x="701339" y="96247"/>
                  <a:pt x="702241" y="98046"/>
                  <a:pt x="704045" y="98945"/>
                </a:cubicBezTo>
                <a:cubicBezTo>
                  <a:pt x="698633" y="104343"/>
                  <a:pt x="690515" y="106142"/>
                  <a:pt x="682397" y="106142"/>
                </a:cubicBezTo>
                <a:cubicBezTo>
                  <a:pt x="677888" y="104343"/>
                  <a:pt x="674280" y="100744"/>
                  <a:pt x="669770" y="97146"/>
                </a:cubicBezTo>
                <a:cubicBezTo>
                  <a:pt x="667966" y="92648"/>
                  <a:pt x="666162" y="88151"/>
                  <a:pt x="664358" y="82753"/>
                </a:cubicBezTo>
                <a:cubicBezTo>
                  <a:pt x="664358" y="81854"/>
                  <a:pt x="664358" y="80054"/>
                  <a:pt x="665260" y="79155"/>
                </a:cubicBezTo>
                <a:close/>
                <a:moveTo>
                  <a:pt x="350766" y="75980"/>
                </a:moveTo>
                <a:cubicBezTo>
                  <a:pt x="350766" y="75980"/>
                  <a:pt x="350766" y="75980"/>
                  <a:pt x="351621" y="77766"/>
                </a:cubicBezTo>
                <a:cubicBezTo>
                  <a:pt x="349911" y="81337"/>
                  <a:pt x="348202" y="85802"/>
                  <a:pt x="343073" y="86695"/>
                </a:cubicBezTo>
                <a:cubicBezTo>
                  <a:pt x="339654" y="87588"/>
                  <a:pt x="332815" y="90267"/>
                  <a:pt x="330251" y="84909"/>
                </a:cubicBezTo>
                <a:cubicBezTo>
                  <a:pt x="329396" y="84016"/>
                  <a:pt x="329396" y="83123"/>
                  <a:pt x="330251" y="83123"/>
                </a:cubicBezTo>
                <a:cubicBezTo>
                  <a:pt x="332815" y="81337"/>
                  <a:pt x="333670" y="85802"/>
                  <a:pt x="336234" y="84909"/>
                </a:cubicBezTo>
                <a:cubicBezTo>
                  <a:pt x="343073" y="86695"/>
                  <a:pt x="347347" y="79552"/>
                  <a:pt x="350766" y="75980"/>
                </a:cubicBezTo>
                <a:close/>
                <a:moveTo>
                  <a:pt x="364137" y="72805"/>
                </a:moveTo>
                <a:cubicBezTo>
                  <a:pt x="365908" y="78289"/>
                  <a:pt x="363252" y="83773"/>
                  <a:pt x="360596" y="89257"/>
                </a:cubicBezTo>
                <a:cubicBezTo>
                  <a:pt x="355284" y="97483"/>
                  <a:pt x="346431" y="102967"/>
                  <a:pt x="337577" y="100225"/>
                </a:cubicBezTo>
                <a:cubicBezTo>
                  <a:pt x="330495" y="99311"/>
                  <a:pt x="325183" y="95655"/>
                  <a:pt x="319871" y="91085"/>
                </a:cubicBezTo>
                <a:cubicBezTo>
                  <a:pt x="319871" y="89257"/>
                  <a:pt x="320756" y="88343"/>
                  <a:pt x="321642" y="88343"/>
                </a:cubicBezTo>
                <a:cubicBezTo>
                  <a:pt x="328724" y="86515"/>
                  <a:pt x="333151" y="95655"/>
                  <a:pt x="340233" y="92913"/>
                </a:cubicBezTo>
                <a:cubicBezTo>
                  <a:pt x="348201" y="91999"/>
                  <a:pt x="353513" y="84687"/>
                  <a:pt x="356169" y="78289"/>
                </a:cubicBezTo>
                <a:cubicBezTo>
                  <a:pt x="357055" y="73719"/>
                  <a:pt x="361481" y="74633"/>
                  <a:pt x="364137" y="72805"/>
                </a:cubicBezTo>
                <a:close/>
                <a:moveTo>
                  <a:pt x="533389" y="69630"/>
                </a:moveTo>
                <a:cubicBezTo>
                  <a:pt x="538946" y="71429"/>
                  <a:pt x="543576" y="77726"/>
                  <a:pt x="545428" y="83124"/>
                </a:cubicBezTo>
                <a:cubicBezTo>
                  <a:pt x="550058" y="93919"/>
                  <a:pt x="542650" y="102015"/>
                  <a:pt x="543576" y="112810"/>
                </a:cubicBezTo>
                <a:cubicBezTo>
                  <a:pt x="543576" y="112810"/>
                  <a:pt x="543576" y="112810"/>
                  <a:pt x="544502" y="122705"/>
                </a:cubicBezTo>
                <a:cubicBezTo>
                  <a:pt x="540798" y="123605"/>
                  <a:pt x="538020" y="121806"/>
                  <a:pt x="534315" y="120906"/>
                </a:cubicBezTo>
                <a:cubicBezTo>
                  <a:pt x="530611" y="111910"/>
                  <a:pt x="516721" y="113709"/>
                  <a:pt x="516721" y="102015"/>
                </a:cubicBezTo>
                <a:cubicBezTo>
                  <a:pt x="516721" y="98417"/>
                  <a:pt x="520425" y="94818"/>
                  <a:pt x="524129" y="94818"/>
                </a:cubicBezTo>
                <a:cubicBezTo>
                  <a:pt x="526907" y="94818"/>
                  <a:pt x="529685" y="94818"/>
                  <a:pt x="529685" y="98417"/>
                </a:cubicBezTo>
                <a:cubicBezTo>
                  <a:pt x="531537" y="102015"/>
                  <a:pt x="524129" y="101115"/>
                  <a:pt x="526907" y="104714"/>
                </a:cubicBezTo>
                <a:cubicBezTo>
                  <a:pt x="529685" y="102914"/>
                  <a:pt x="533389" y="102914"/>
                  <a:pt x="533389" y="99316"/>
                </a:cubicBezTo>
                <a:cubicBezTo>
                  <a:pt x="534315" y="96617"/>
                  <a:pt x="533389" y="93919"/>
                  <a:pt x="531537" y="93019"/>
                </a:cubicBezTo>
                <a:cubicBezTo>
                  <a:pt x="529685" y="91220"/>
                  <a:pt x="526907" y="91220"/>
                  <a:pt x="525981" y="90320"/>
                </a:cubicBezTo>
                <a:cubicBezTo>
                  <a:pt x="529685" y="84023"/>
                  <a:pt x="533389" y="77726"/>
                  <a:pt x="533389" y="69630"/>
                </a:cubicBezTo>
                <a:close/>
                <a:moveTo>
                  <a:pt x="494269" y="69630"/>
                </a:moveTo>
                <a:cubicBezTo>
                  <a:pt x="498804" y="69630"/>
                  <a:pt x="495176" y="75824"/>
                  <a:pt x="496990" y="78478"/>
                </a:cubicBezTo>
                <a:lnTo>
                  <a:pt x="503340" y="89096"/>
                </a:lnTo>
                <a:cubicBezTo>
                  <a:pt x="501526" y="89096"/>
                  <a:pt x="498804" y="89096"/>
                  <a:pt x="496990" y="89981"/>
                </a:cubicBezTo>
                <a:cubicBezTo>
                  <a:pt x="494269" y="90866"/>
                  <a:pt x="492454" y="92636"/>
                  <a:pt x="491547" y="95290"/>
                </a:cubicBezTo>
                <a:cubicBezTo>
                  <a:pt x="492454" y="98829"/>
                  <a:pt x="492454" y="103254"/>
                  <a:pt x="496990" y="104138"/>
                </a:cubicBezTo>
                <a:cubicBezTo>
                  <a:pt x="498804" y="104138"/>
                  <a:pt x="499712" y="103254"/>
                  <a:pt x="500619" y="102369"/>
                </a:cubicBezTo>
                <a:cubicBezTo>
                  <a:pt x="500619" y="101484"/>
                  <a:pt x="498804" y="101484"/>
                  <a:pt x="497897" y="100599"/>
                </a:cubicBezTo>
                <a:cubicBezTo>
                  <a:pt x="496990" y="98829"/>
                  <a:pt x="494269" y="97060"/>
                  <a:pt x="496990" y="94405"/>
                </a:cubicBezTo>
                <a:cubicBezTo>
                  <a:pt x="497897" y="93520"/>
                  <a:pt x="500619" y="92636"/>
                  <a:pt x="503340" y="93520"/>
                </a:cubicBezTo>
                <a:cubicBezTo>
                  <a:pt x="506062" y="96175"/>
                  <a:pt x="508783" y="98829"/>
                  <a:pt x="508783" y="103254"/>
                </a:cubicBezTo>
                <a:cubicBezTo>
                  <a:pt x="507876" y="107678"/>
                  <a:pt x="504247" y="111217"/>
                  <a:pt x="499712" y="113872"/>
                </a:cubicBezTo>
                <a:cubicBezTo>
                  <a:pt x="496083" y="112987"/>
                  <a:pt x="494269" y="116526"/>
                  <a:pt x="492454" y="119181"/>
                </a:cubicBezTo>
                <a:cubicBezTo>
                  <a:pt x="488826" y="120950"/>
                  <a:pt x="486104" y="123605"/>
                  <a:pt x="481569" y="122720"/>
                </a:cubicBezTo>
                <a:cubicBezTo>
                  <a:pt x="477940" y="119181"/>
                  <a:pt x="483383" y="115641"/>
                  <a:pt x="482476" y="111217"/>
                </a:cubicBezTo>
                <a:cubicBezTo>
                  <a:pt x="483383" y="103254"/>
                  <a:pt x="477033" y="96175"/>
                  <a:pt x="478847" y="88211"/>
                </a:cubicBezTo>
                <a:cubicBezTo>
                  <a:pt x="480662" y="80248"/>
                  <a:pt x="487012" y="72284"/>
                  <a:pt x="494269" y="69630"/>
                </a:cubicBezTo>
                <a:close/>
                <a:moveTo>
                  <a:pt x="722500" y="68042"/>
                </a:moveTo>
                <a:cubicBezTo>
                  <a:pt x="730715" y="68042"/>
                  <a:pt x="739843" y="70763"/>
                  <a:pt x="745320" y="77113"/>
                </a:cubicBezTo>
                <a:cubicBezTo>
                  <a:pt x="745320" y="78928"/>
                  <a:pt x="743494" y="78928"/>
                  <a:pt x="742581" y="78928"/>
                </a:cubicBezTo>
                <a:cubicBezTo>
                  <a:pt x="739843" y="78020"/>
                  <a:pt x="738930" y="75299"/>
                  <a:pt x="736192" y="74392"/>
                </a:cubicBezTo>
                <a:cubicBezTo>
                  <a:pt x="729802" y="71670"/>
                  <a:pt x="723413" y="70763"/>
                  <a:pt x="717023" y="73485"/>
                </a:cubicBezTo>
                <a:cubicBezTo>
                  <a:pt x="714285" y="74392"/>
                  <a:pt x="712459" y="80742"/>
                  <a:pt x="708808" y="78020"/>
                </a:cubicBezTo>
                <a:cubicBezTo>
                  <a:pt x="709721" y="70763"/>
                  <a:pt x="717023" y="68949"/>
                  <a:pt x="722500" y="68042"/>
                </a:cubicBezTo>
                <a:close/>
                <a:moveTo>
                  <a:pt x="337333" y="68042"/>
                </a:moveTo>
                <a:cubicBezTo>
                  <a:pt x="339714" y="70721"/>
                  <a:pt x="342889" y="73399"/>
                  <a:pt x="345270" y="75185"/>
                </a:cubicBezTo>
                <a:cubicBezTo>
                  <a:pt x="344476" y="78757"/>
                  <a:pt x="341301" y="81436"/>
                  <a:pt x="338920" y="82329"/>
                </a:cubicBezTo>
                <a:cubicBezTo>
                  <a:pt x="337333" y="81436"/>
                  <a:pt x="334952" y="81436"/>
                  <a:pt x="334158" y="79650"/>
                </a:cubicBezTo>
                <a:cubicBezTo>
                  <a:pt x="335745" y="76078"/>
                  <a:pt x="336539" y="71614"/>
                  <a:pt x="337333" y="68042"/>
                </a:cubicBezTo>
                <a:close/>
                <a:moveTo>
                  <a:pt x="275985" y="65063"/>
                </a:moveTo>
                <a:cubicBezTo>
                  <a:pt x="282984" y="65732"/>
                  <a:pt x="289650" y="68185"/>
                  <a:pt x="294538" y="73089"/>
                </a:cubicBezTo>
                <a:cubicBezTo>
                  <a:pt x="302537" y="78440"/>
                  <a:pt x="305203" y="86466"/>
                  <a:pt x="308758" y="94492"/>
                </a:cubicBezTo>
                <a:cubicBezTo>
                  <a:pt x="308758" y="97168"/>
                  <a:pt x="308758" y="98951"/>
                  <a:pt x="306980" y="100735"/>
                </a:cubicBezTo>
                <a:cubicBezTo>
                  <a:pt x="305203" y="101626"/>
                  <a:pt x="300759" y="101626"/>
                  <a:pt x="298093" y="100735"/>
                </a:cubicBezTo>
                <a:cubicBezTo>
                  <a:pt x="296315" y="96276"/>
                  <a:pt x="296315" y="91817"/>
                  <a:pt x="293649" y="87358"/>
                </a:cubicBezTo>
                <a:cubicBezTo>
                  <a:pt x="286539" y="79332"/>
                  <a:pt x="275874" y="73089"/>
                  <a:pt x="265209" y="75765"/>
                </a:cubicBezTo>
                <a:cubicBezTo>
                  <a:pt x="247434" y="77548"/>
                  <a:pt x="234991" y="90925"/>
                  <a:pt x="219883" y="98951"/>
                </a:cubicBezTo>
                <a:cubicBezTo>
                  <a:pt x="178111" y="129272"/>
                  <a:pt x="138117" y="167618"/>
                  <a:pt x="107900" y="209532"/>
                </a:cubicBezTo>
                <a:cubicBezTo>
                  <a:pt x="104345" y="216666"/>
                  <a:pt x="96346" y="222017"/>
                  <a:pt x="95457" y="230043"/>
                </a:cubicBezTo>
                <a:cubicBezTo>
                  <a:pt x="90125" y="242528"/>
                  <a:pt x="88347" y="259472"/>
                  <a:pt x="99012" y="270173"/>
                </a:cubicBezTo>
                <a:cubicBezTo>
                  <a:pt x="103456" y="274632"/>
                  <a:pt x="110566" y="276415"/>
                  <a:pt x="116787" y="276415"/>
                </a:cubicBezTo>
                <a:cubicBezTo>
                  <a:pt x="116787" y="279091"/>
                  <a:pt x="120342" y="281766"/>
                  <a:pt x="117676" y="284442"/>
                </a:cubicBezTo>
                <a:cubicBezTo>
                  <a:pt x="109677" y="287117"/>
                  <a:pt x="99012" y="286225"/>
                  <a:pt x="92791" y="279983"/>
                </a:cubicBezTo>
                <a:cubicBezTo>
                  <a:pt x="84792" y="271065"/>
                  <a:pt x="78571" y="259472"/>
                  <a:pt x="79460" y="246987"/>
                </a:cubicBezTo>
                <a:cubicBezTo>
                  <a:pt x="81237" y="237177"/>
                  <a:pt x="86570" y="225584"/>
                  <a:pt x="87458" y="223800"/>
                </a:cubicBezTo>
                <a:cubicBezTo>
                  <a:pt x="100790" y="195263"/>
                  <a:pt x="124786" y="169402"/>
                  <a:pt x="147005" y="146215"/>
                </a:cubicBezTo>
                <a:cubicBezTo>
                  <a:pt x="165669" y="129272"/>
                  <a:pt x="182555" y="112328"/>
                  <a:pt x="202996" y="97168"/>
                </a:cubicBezTo>
                <a:cubicBezTo>
                  <a:pt x="219883" y="85574"/>
                  <a:pt x="234991" y="71306"/>
                  <a:pt x="255433" y="67739"/>
                </a:cubicBezTo>
                <a:cubicBezTo>
                  <a:pt x="261654" y="65509"/>
                  <a:pt x="268986" y="64395"/>
                  <a:pt x="275985" y="65063"/>
                </a:cubicBezTo>
                <a:close/>
                <a:moveTo>
                  <a:pt x="522494" y="64867"/>
                </a:moveTo>
                <a:cubicBezTo>
                  <a:pt x="525091" y="67609"/>
                  <a:pt x="526823" y="69437"/>
                  <a:pt x="527689" y="73093"/>
                </a:cubicBezTo>
                <a:cubicBezTo>
                  <a:pt x="529421" y="82233"/>
                  <a:pt x="521628" y="89545"/>
                  <a:pt x="515566" y="95029"/>
                </a:cubicBezTo>
                <a:cubicBezTo>
                  <a:pt x="507773" y="90459"/>
                  <a:pt x="502578" y="82233"/>
                  <a:pt x="500846" y="73093"/>
                </a:cubicBezTo>
                <a:cubicBezTo>
                  <a:pt x="501712" y="70351"/>
                  <a:pt x="502578" y="68523"/>
                  <a:pt x="505175" y="66695"/>
                </a:cubicBezTo>
                <a:cubicBezTo>
                  <a:pt x="506041" y="66695"/>
                  <a:pt x="507773" y="65781"/>
                  <a:pt x="509505" y="66695"/>
                </a:cubicBezTo>
                <a:cubicBezTo>
                  <a:pt x="507773" y="70351"/>
                  <a:pt x="507773" y="75835"/>
                  <a:pt x="509505" y="79491"/>
                </a:cubicBezTo>
                <a:cubicBezTo>
                  <a:pt x="511237" y="83147"/>
                  <a:pt x="515566" y="83147"/>
                  <a:pt x="519030" y="81319"/>
                </a:cubicBezTo>
                <a:cubicBezTo>
                  <a:pt x="519896" y="79491"/>
                  <a:pt x="522494" y="78577"/>
                  <a:pt x="521628" y="75835"/>
                </a:cubicBezTo>
                <a:cubicBezTo>
                  <a:pt x="519030" y="74921"/>
                  <a:pt x="516432" y="80405"/>
                  <a:pt x="513835" y="77663"/>
                </a:cubicBezTo>
                <a:cubicBezTo>
                  <a:pt x="511237" y="75835"/>
                  <a:pt x="510371" y="72179"/>
                  <a:pt x="512103" y="69437"/>
                </a:cubicBezTo>
                <a:cubicBezTo>
                  <a:pt x="514700" y="65781"/>
                  <a:pt x="518164" y="65781"/>
                  <a:pt x="522494" y="64867"/>
                </a:cubicBezTo>
                <a:close/>
                <a:moveTo>
                  <a:pt x="602072" y="63280"/>
                </a:moveTo>
                <a:cubicBezTo>
                  <a:pt x="603940" y="63280"/>
                  <a:pt x="603006" y="65959"/>
                  <a:pt x="604874" y="67745"/>
                </a:cubicBezTo>
                <a:cubicBezTo>
                  <a:pt x="607675" y="72209"/>
                  <a:pt x="614212" y="71316"/>
                  <a:pt x="615146" y="76674"/>
                </a:cubicBezTo>
                <a:cubicBezTo>
                  <a:pt x="609543" y="77567"/>
                  <a:pt x="604874" y="71316"/>
                  <a:pt x="601139" y="67745"/>
                </a:cubicBezTo>
                <a:cubicBezTo>
                  <a:pt x="602072" y="65959"/>
                  <a:pt x="599271" y="64173"/>
                  <a:pt x="602072" y="63280"/>
                </a:cubicBezTo>
                <a:close/>
                <a:moveTo>
                  <a:pt x="427821" y="61057"/>
                </a:moveTo>
                <a:cubicBezTo>
                  <a:pt x="426974" y="65290"/>
                  <a:pt x="423588" y="68677"/>
                  <a:pt x="420201" y="70370"/>
                </a:cubicBezTo>
                <a:cubicBezTo>
                  <a:pt x="418508" y="71217"/>
                  <a:pt x="416814" y="71217"/>
                  <a:pt x="415121" y="71217"/>
                </a:cubicBezTo>
                <a:cubicBezTo>
                  <a:pt x="415121" y="66137"/>
                  <a:pt x="420201" y="67830"/>
                  <a:pt x="422741" y="64444"/>
                </a:cubicBezTo>
                <a:cubicBezTo>
                  <a:pt x="423588" y="62750"/>
                  <a:pt x="425281" y="58517"/>
                  <a:pt x="427821" y="61057"/>
                </a:cubicBezTo>
                <a:close/>
                <a:moveTo>
                  <a:pt x="556222" y="60204"/>
                </a:moveTo>
                <a:cubicBezTo>
                  <a:pt x="558566" y="60414"/>
                  <a:pt x="561021" y="61047"/>
                  <a:pt x="563254" y="61047"/>
                </a:cubicBezTo>
                <a:cubicBezTo>
                  <a:pt x="563254" y="61047"/>
                  <a:pt x="563254" y="61047"/>
                  <a:pt x="567718" y="64420"/>
                </a:cubicBezTo>
                <a:cubicBezTo>
                  <a:pt x="573076" y="65264"/>
                  <a:pt x="577541" y="67794"/>
                  <a:pt x="580220" y="72010"/>
                </a:cubicBezTo>
                <a:cubicBezTo>
                  <a:pt x="580220" y="72010"/>
                  <a:pt x="580220" y="72010"/>
                  <a:pt x="580220" y="74540"/>
                </a:cubicBezTo>
                <a:cubicBezTo>
                  <a:pt x="568611" y="74540"/>
                  <a:pt x="562361" y="85504"/>
                  <a:pt x="550752" y="84661"/>
                </a:cubicBezTo>
                <a:cubicBezTo>
                  <a:pt x="548073" y="77070"/>
                  <a:pt x="542716" y="72010"/>
                  <a:pt x="537358" y="66950"/>
                </a:cubicBezTo>
                <a:cubicBezTo>
                  <a:pt x="539144" y="66107"/>
                  <a:pt x="540930" y="63577"/>
                  <a:pt x="544502" y="64420"/>
                </a:cubicBezTo>
                <a:cubicBezTo>
                  <a:pt x="542716" y="68637"/>
                  <a:pt x="545394" y="72010"/>
                  <a:pt x="548073" y="74540"/>
                </a:cubicBezTo>
                <a:cubicBezTo>
                  <a:pt x="549859" y="76227"/>
                  <a:pt x="553431" y="77070"/>
                  <a:pt x="556110" y="76227"/>
                </a:cubicBezTo>
                <a:cubicBezTo>
                  <a:pt x="557896" y="74540"/>
                  <a:pt x="559682" y="72854"/>
                  <a:pt x="559682" y="70324"/>
                </a:cubicBezTo>
                <a:cubicBezTo>
                  <a:pt x="558789" y="68637"/>
                  <a:pt x="557896" y="67794"/>
                  <a:pt x="556110" y="66107"/>
                </a:cubicBezTo>
                <a:cubicBezTo>
                  <a:pt x="553431" y="66950"/>
                  <a:pt x="557896" y="72854"/>
                  <a:pt x="553431" y="72854"/>
                </a:cubicBezTo>
                <a:cubicBezTo>
                  <a:pt x="550752" y="73697"/>
                  <a:pt x="548966" y="72010"/>
                  <a:pt x="548073" y="69480"/>
                </a:cubicBezTo>
                <a:cubicBezTo>
                  <a:pt x="547180" y="66950"/>
                  <a:pt x="548073" y="64420"/>
                  <a:pt x="549859" y="61890"/>
                </a:cubicBezTo>
                <a:cubicBezTo>
                  <a:pt x="551645" y="60204"/>
                  <a:pt x="553878" y="59993"/>
                  <a:pt x="556222" y="60204"/>
                </a:cubicBezTo>
                <a:close/>
                <a:moveTo>
                  <a:pt x="303201" y="57327"/>
                </a:moveTo>
                <a:cubicBezTo>
                  <a:pt x="307989" y="56850"/>
                  <a:pt x="312778" y="58517"/>
                  <a:pt x="315824" y="63280"/>
                </a:cubicBezTo>
                <a:cubicBezTo>
                  <a:pt x="316695" y="64232"/>
                  <a:pt x="316695" y="65184"/>
                  <a:pt x="316695" y="66137"/>
                </a:cubicBezTo>
                <a:cubicBezTo>
                  <a:pt x="313213" y="68042"/>
                  <a:pt x="311472" y="63280"/>
                  <a:pt x="308860" y="62327"/>
                </a:cubicBezTo>
                <a:cubicBezTo>
                  <a:pt x="302766" y="61375"/>
                  <a:pt x="297543" y="63280"/>
                  <a:pt x="292320" y="67089"/>
                </a:cubicBezTo>
                <a:cubicBezTo>
                  <a:pt x="291449" y="67089"/>
                  <a:pt x="289708" y="66137"/>
                  <a:pt x="290578" y="64232"/>
                </a:cubicBezTo>
                <a:cubicBezTo>
                  <a:pt x="293625" y="60422"/>
                  <a:pt x="298413" y="57803"/>
                  <a:pt x="303201" y="57327"/>
                </a:cubicBezTo>
                <a:close/>
                <a:moveTo>
                  <a:pt x="719414" y="55056"/>
                </a:moveTo>
                <a:cubicBezTo>
                  <a:pt x="726824" y="54167"/>
                  <a:pt x="734459" y="55278"/>
                  <a:pt x="740746" y="58390"/>
                </a:cubicBezTo>
                <a:cubicBezTo>
                  <a:pt x="748830" y="61946"/>
                  <a:pt x="755117" y="69058"/>
                  <a:pt x="759608" y="75281"/>
                </a:cubicBezTo>
                <a:cubicBezTo>
                  <a:pt x="759608" y="75281"/>
                  <a:pt x="759608" y="75281"/>
                  <a:pt x="758710" y="77059"/>
                </a:cubicBezTo>
                <a:cubicBezTo>
                  <a:pt x="754219" y="75281"/>
                  <a:pt x="749728" y="79726"/>
                  <a:pt x="747931" y="75281"/>
                </a:cubicBezTo>
                <a:cubicBezTo>
                  <a:pt x="739848" y="65502"/>
                  <a:pt x="725477" y="62835"/>
                  <a:pt x="713800" y="66391"/>
                </a:cubicBezTo>
                <a:cubicBezTo>
                  <a:pt x="710208" y="68169"/>
                  <a:pt x="708411" y="70836"/>
                  <a:pt x="705717" y="74392"/>
                </a:cubicBezTo>
                <a:cubicBezTo>
                  <a:pt x="704819" y="77059"/>
                  <a:pt x="704819" y="81504"/>
                  <a:pt x="706615" y="84171"/>
                </a:cubicBezTo>
                <a:cubicBezTo>
                  <a:pt x="711106" y="85949"/>
                  <a:pt x="717393" y="79726"/>
                  <a:pt x="720088" y="86838"/>
                </a:cubicBezTo>
                <a:cubicBezTo>
                  <a:pt x="720986" y="89505"/>
                  <a:pt x="720088" y="92172"/>
                  <a:pt x="718291" y="93061"/>
                </a:cubicBezTo>
                <a:cubicBezTo>
                  <a:pt x="716495" y="96617"/>
                  <a:pt x="712004" y="95728"/>
                  <a:pt x="709310" y="95728"/>
                </a:cubicBezTo>
                <a:cubicBezTo>
                  <a:pt x="703920" y="95728"/>
                  <a:pt x="698531" y="91283"/>
                  <a:pt x="694939" y="85949"/>
                </a:cubicBezTo>
                <a:cubicBezTo>
                  <a:pt x="691346" y="77948"/>
                  <a:pt x="694040" y="69947"/>
                  <a:pt x="699430" y="63724"/>
                </a:cubicBezTo>
                <a:cubicBezTo>
                  <a:pt x="704819" y="58834"/>
                  <a:pt x="712004" y="55945"/>
                  <a:pt x="719414" y="55056"/>
                </a:cubicBezTo>
                <a:close/>
                <a:moveTo>
                  <a:pt x="635778" y="54659"/>
                </a:moveTo>
                <a:cubicBezTo>
                  <a:pt x="636783" y="53667"/>
                  <a:pt x="637677" y="53667"/>
                  <a:pt x="637677" y="56753"/>
                </a:cubicBezTo>
                <a:cubicBezTo>
                  <a:pt x="634996" y="63809"/>
                  <a:pt x="632314" y="72628"/>
                  <a:pt x="637677" y="79684"/>
                </a:cubicBezTo>
                <a:cubicBezTo>
                  <a:pt x="640358" y="84094"/>
                  <a:pt x="644826" y="89385"/>
                  <a:pt x="650188" y="92031"/>
                </a:cubicBezTo>
                <a:cubicBezTo>
                  <a:pt x="650188" y="95559"/>
                  <a:pt x="649295" y="99087"/>
                  <a:pt x="650188" y="102614"/>
                </a:cubicBezTo>
                <a:cubicBezTo>
                  <a:pt x="652870" y="111434"/>
                  <a:pt x="659126" y="119371"/>
                  <a:pt x="667169" y="125545"/>
                </a:cubicBezTo>
                <a:cubicBezTo>
                  <a:pt x="677000" y="132600"/>
                  <a:pt x="692193" y="131718"/>
                  <a:pt x="702023" y="125545"/>
                </a:cubicBezTo>
                <a:cubicBezTo>
                  <a:pt x="702023" y="125545"/>
                  <a:pt x="702023" y="125545"/>
                  <a:pt x="714535" y="115843"/>
                </a:cubicBezTo>
                <a:cubicBezTo>
                  <a:pt x="722578" y="120253"/>
                  <a:pt x="732409" y="117607"/>
                  <a:pt x="738665" y="113198"/>
                </a:cubicBezTo>
                <a:cubicBezTo>
                  <a:pt x="741346" y="109670"/>
                  <a:pt x="744027" y="105260"/>
                  <a:pt x="748496" y="105260"/>
                </a:cubicBezTo>
                <a:cubicBezTo>
                  <a:pt x="745815" y="114080"/>
                  <a:pt x="736878" y="117607"/>
                  <a:pt x="728834" y="120253"/>
                </a:cubicBezTo>
                <a:cubicBezTo>
                  <a:pt x="724366" y="120253"/>
                  <a:pt x="720791" y="122017"/>
                  <a:pt x="716323" y="120253"/>
                </a:cubicBezTo>
                <a:cubicBezTo>
                  <a:pt x="706492" y="128191"/>
                  <a:pt x="695767" y="137892"/>
                  <a:pt x="682362" y="135246"/>
                </a:cubicBezTo>
                <a:cubicBezTo>
                  <a:pt x="667169" y="134364"/>
                  <a:pt x="653763" y="124663"/>
                  <a:pt x="647507" y="111434"/>
                </a:cubicBezTo>
                <a:cubicBezTo>
                  <a:pt x="645720" y="105260"/>
                  <a:pt x="644826" y="99968"/>
                  <a:pt x="644826" y="93795"/>
                </a:cubicBezTo>
                <a:cubicBezTo>
                  <a:pt x="642145" y="90267"/>
                  <a:pt x="637677" y="88503"/>
                  <a:pt x="635889" y="84094"/>
                </a:cubicBezTo>
                <a:cubicBezTo>
                  <a:pt x="631421" y="77038"/>
                  <a:pt x="627846" y="66455"/>
                  <a:pt x="633208" y="58517"/>
                </a:cubicBezTo>
                <a:cubicBezTo>
                  <a:pt x="633655" y="57635"/>
                  <a:pt x="634772" y="55651"/>
                  <a:pt x="635778" y="54659"/>
                </a:cubicBezTo>
                <a:close/>
                <a:moveTo>
                  <a:pt x="700190" y="53074"/>
                </a:moveTo>
                <a:cubicBezTo>
                  <a:pt x="702004" y="52167"/>
                  <a:pt x="704726" y="53074"/>
                  <a:pt x="705633" y="54888"/>
                </a:cubicBezTo>
                <a:cubicBezTo>
                  <a:pt x="704726" y="56703"/>
                  <a:pt x="702911" y="57610"/>
                  <a:pt x="701097" y="58517"/>
                </a:cubicBezTo>
                <a:cubicBezTo>
                  <a:pt x="700190" y="57610"/>
                  <a:pt x="699283" y="54888"/>
                  <a:pt x="700190" y="53074"/>
                </a:cubicBezTo>
                <a:close/>
                <a:moveTo>
                  <a:pt x="559116" y="46951"/>
                </a:moveTo>
                <a:cubicBezTo>
                  <a:pt x="560984" y="46044"/>
                  <a:pt x="565653" y="44230"/>
                  <a:pt x="567521" y="46951"/>
                </a:cubicBezTo>
                <a:cubicBezTo>
                  <a:pt x="565653" y="49673"/>
                  <a:pt x="564719" y="53301"/>
                  <a:pt x="562852" y="56023"/>
                </a:cubicBezTo>
                <a:lnTo>
                  <a:pt x="552580" y="56930"/>
                </a:lnTo>
                <a:cubicBezTo>
                  <a:pt x="551646" y="53301"/>
                  <a:pt x="555381" y="48766"/>
                  <a:pt x="559116" y="46951"/>
                </a:cubicBezTo>
                <a:close/>
                <a:moveTo>
                  <a:pt x="394659" y="46703"/>
                </a:moveTo>
                <a:cubicBezTo>
                  <a:pt x="395541" y="45817"/>
                  <a:pt x="396423" y="45817"/>
                  <a:pt x="396423" y="46703"/>
                </a:cubicBezTo>
                <a:cubicBezTo>
                  <a:pt x="400833" y="52902"/>
                  <a:pt x="399951" y="59987"/>
                  <a:pt x="399951" y="67073"/>
                </a:cubicBezTo>
                <a:cubicBezTo>
                  <a:pt x="398187" y="76815"/>
                  <a:pt x="390250" y="83014"/>
                  <a:pt x="382312" y="86557"/>
                </a:cubicBezTo>
                <a:cubicBezTo>
                  <a:pt x="381430" y="89214"/>
                  <a:pt x="382312" y="90985"/>
                  <a:pt x="382312" y="93642"/>
                </a:cubicBezTo>
                <a:cubicBezTo>
                  <a:pt x="379666" y="106041"/>
                  <a:pt x="371729" y="117555"/>
                  <a:pt x="360264" y="123754"/>
                </a:cubicBezTo>
                <a:cubicBezTo>
                  <a:pt x="346153" y="129954"/>
                  <a:pt x="331160" y="125526"/>
                  <a:pt x="319694" y="117555"/>
                </a:cubicBezTo>
                <a:cubicBezTo>
                  <a:pt x="319694" y="117555"/>
                  <a:pt x="319694" y="117555"/>
                  <a:pt x="310875" y="106927"/>
                </a:cubicBezTo>
                <a:lnTo>
                  <a:pt x="300857" y="105720"/>
                </a:lnTo>
                <a:lnTo>
                  <a:pt x="310875" y="105156"/>
                </a:lnTo>
                <a:cubicBezTo>
                  <a:pt x="311757" y="104270"/>
                  <a:pt x="314403" y="102499"/>
                  <a:pt x="315285" y="104270"/>
                </a:cubicBezTo>
                <a:cubicBezTo>
                  <a:pt x="319694" y="113126"/>
                  <a:pt x="328514" y="120212"/>
                  <a:pt x="338215" y="121983"/>
                </a:cubicBezTo>
                <a:cubicBezTo>
                  <a:pt x="353208" y="124640"/>
                  <a:pt x="365555" y="117555"/>
                  <a:pt x="373493" y="105156"/>
                </a:cubicBezTo>
                <a:cubicBezTo>
                  <a:pt x="374375" y="98956"/>
                  <a:pt x="377021" y="92756"/>
                  <a:pt x="377021" y="86557"/>
                </a:cubicBezTo>
                <a:cubicBezTo>
                  <a:pt x="378784" y="83900"/>
                  <a:pt x="382312" y="83014"/>
                  <a:pt x="385840" y="81243"/>
                </a:cubicBezTo>
                <a:cubicBezTo>
                  <a:pt x="390250" y="77700"/>
                  <a:pt x="393777" y="73272"/>
                  <a:pt x="395541" y="67958"/>
                </a:cubicBezTo>
                <a:cubicBezTo>
                  <a:pt x="395541" y="62644"/>
                  <a:pt x="399951" y="57330"/>
                  <a:pt x="395541" y="52016"/>
                </a:cubicBezTo>
                <a:cubicBezTo>
                  <a:pt x="394659" y="50245"/>
                  <a:pt x="393777" y="48474"/>
                  <a:pt x="394659" y="46703"/>
                </a:cubicBezTo>
                <a:close/>
                <a:moveTo>
                  <a:pt x="462137" y="45112"/>
                </a:moveTo>
                <a:cubicBezTo>
                  <a:pt x="466697" y="44230"/>
                  <a:pt x="470345" y="45112"/>
                  <a:pt x="473993" y="46876"/>
                </a:cubicBezTo>
                <a:cubicBezTo>
                  <a:pt x="473993" y="49521"/>
                  <a:pt x="476729" y="51285"/>
                  <a:pt x="474905" y="53049"/>
                </a:cubicBezTo>
                <a:cubicBezTo>
                  <a:pt x="473081" y="53049"/>
                  <a:pt x="469433" y="53049"/>
                  <a:pt x="468521" y="54813"/>
                </a:cubicBezTo>
                <a:cubicBezTo>
                  <a:pt x="470345" y="57459"/>
                  <a:pt x="474905" y="54813"/>
                  <a:pt x="477641" y="56577"/>
                </a:cubicBezTo>
                <a:cubicBezTo>
                  <a:pt x="479464" y="58341"/>
                  <a:pt x="481288" y="60105"/>
                  <a:pt x="482200" y="62750"/>
                </a:cubicBezTo>
                <a:cubicBezTo>
                  <a:pt x="481288" y="65396"/>
                  <a:pt x="479464" y="68924"/>
                  <a:pt x="476729" y="69806"/>
                </a:cubicBezTo>
                <a:cubicBezTo>
                  <a:pt x="474905" y="69806"/>
                  <a:pt x="473081" y="69806"/>
                  <a:pt x="471257" y="68924"/>
                </a:cubicBezTo>
                <a:cubicBezTo>
                  <a:pt x="469433" y="67160"/>
                  <a:pt x="473081" y="63632"/>
                  <a:pt x="470345" y="62750"/>
                </a:cubicBezTo>
                <a:cubicBezTo>
                  <a:pt x="468521" y="63632"/>
                  <a:pt x="467609" y="64514"/>
                  <a:pt x="467609" y="66278"/>
                </a:cubicBezTo>
                <a:cubicBezTo>
                  <a:pt x="466697" y="69806"/>
                  <a:pt x="469433" y="70688"/>
                  <a:pt x="471257" y="73334"/>
                </a:cubicBezTo>
                <a:cubicBezTo>
                  <a:pt x="475817" y="74216"/>
                  <a:pt x="480376" y="72452"/>
                  <a:pt x="483112" y="68924"/>
                </a:cubicBezTo>
                <a:cubicBezTo>
                  <a:pt x="484024" y="67160"/>
                  <a:pt x="484936" y="64514"/>
                  <a:pt x="486760" y="63632"/>
                </a:cubicBezTo>
                <a:cubicBezTo>
                  <a:pt x="488584" y="63632"/>
                  <a:pt x="490408" y="65396"/>
                  <a:pt x="491320" y="66278"/>
                </a:cubicBezTo>
                <a:cubicBezTo>
                  <a:pt x="486760" y="70688"/>
                  <a:pt x="478553" y="75098"/>
                  <a:pt x="477641" y="83035"/>
                </a:cubicBezTo>
                <a:cubicBezTo>
                  <a:pt x="475817" y="83917"/>
                  <a:pt x="473081" y="83035"/>
                  <a:pt x="471257" y="83035"/>
                </a:cubicBezTo>
                <a:cubicBezTo>
                  <a:pt x="463049" y="81271"/>
                  <a:pt x="457578" y="75098"/>
                  <a:pt x="449370" y="74216"/>
                </a:cubicBezTo>
                <a:cubicBezTo>
                  <a:pt x="448458" y="70688"/>
                  <a:pt x="450282" y="68042"/>
                  <a:pt x="452106" y="66278"/>
                </a:cubicBezTo>
                <a:cubicBezTo>
                  <a:pt x="456666" y="61869"/>
                  <a:pt x="463961" y="62750"/>
                  <a:pt x="466697" y="56577"/>
                </a:cubicBezTo>
                <a:cubicBezTo>
                  <a:pt x="463049" y="53931"/>
                  <a:pt x="460313" y="50403"/>
                  <a:pt x="460313" y="46876"/>
                </a:cubicBezTo>
                <a:cubicBezTo>
                  <a:pt x="460313" y="45994"/>
                  <a:pt x="461225" y="45112"/>
                  <a:pt x="462137" y="45112"/>
                </a:cubicBezTo>
                <a:close/>
                <a:moveTo>
                  <a:pt x="329509" y="43172"/>
                </a:moveTo>
                <a:cubicBezTo>
                  <a:pt x="330757" y="42907"/>
                  <a:pt x="331664" y="43701"/>
                  <a:pt x="330757" y="46347"/>
                </a:cubicBezTo>
                <a:cubicBezTo>
                  <a:pt x="330757" y="48463"/>
                  <a:pt x="330757" y="49522"/>
                  <a:pt x="330757" y="50580"/>
                </a:cubicBezTo>
                <a:cubicBezTo>
                  <a:pt x="328035" y="49522"/>
                  <a:pt x="327128" y="48463"/>
                  <a:pt x="326221" y="46347"/>
                </a:cubicBezTo>
                <a:cubicBezTo>
                  <a:pt x="326675" y="44759"/>
                  <a:pt x="328262" y="43436"/>
                  <a:pt x="329509" y="43172"/>
                </a:cubicBezTo>
                <a:close/>
                <a:moveTo>
                  <a:pt x="600899" y="41576"/>
                </a:moveTo>
                <a:cubicBezTo>
                  <a:pt x="602466" y="41021"/>
                  <a:pt x="604033" y="40799"/>
                  <a:pt x="605377" y="42131"/>
                </a:cubicBezTo>
                <a:cubicBezTo>
                  <a:pt x="608959" y="43906"/>
                  <a:pt x="610750" y="46570"/>
                  <a:pt x="611645" y="49234"/>
                </a:cubicBezTo>
                <a:cubicBezTo>
                  <a:pt x="613436" y="53674"/>
                  <a:pt x="610750" y="56337"/>
                  <a:pt x="607168" y="58113"/>
                </a:cubicBezTo>
                <a:cubicBezTo>
                  <a:pt x="603586" y="59889"/>
                  <a:pt x="600899" y="53674"/>
                  <a:pt x="598213" y="58113"/>
                </a:cubicBezTo>
                <a:cubicBezTo>
                  <a:pt x="597317" y="60777"/>
                  <a:pt x="598213" y="64329"/>
                  <a:pt x="599108" y="67880"/>
                </a:cubicBezTo>
                <a:cubicBezTo>
                  <a:pt x="603586" y="74096"/>
                  <a:pt x="608959" y="78535"/>
                  <a:pt x="616123" y="81199"/>
                </a:cubicBezTo>
                <a:cubicBezTo>
                  <a:pt x="618809" y="82975"/>
                  <a:pt x="619705" y="87414"/>
                  <a:pt x="621496" y="90078"/>
                </a:cubicBezTo>
                <a:cubicBezTo>
                  <a:pt x="617914" y="91854"/>
                  <a:pt x="613436" y="88302"/>
                  <a:pt x="609854" y="88302"/>
                </a:cubicBezTo>
                <a:cubicBezTo>
                  <a:pt x="598213" y="82087"/>
                  <a:pt x="588362" y="72320"/>
                  <a:pt x="586571" y="59001"/>
                </a:cubicBezTo>
                <a:cubicBezTo>
                  <a:pt x="586571" y="52786"/>
                  <a:pt x="590153" y="46570"/>
                  <a:pt x="596422" y="43019"/>
                </a:cubicBezTo>
                <a:cubicBezTo>
                  <a:pt x="597765" y="43019"/>
                  <a:pt x="599332" y="42131"/>
                  <a:pt x="600899" y="41576"/>
                </a:cubicBezTo>
                <a:close/>
                <a:moveTo>
                  <a:pt x="662121" y="41055"/>
                </a:moveTo>
                <a:cubicBezTo>
                  <a:pt x="669625" y="41055"/>
                  <a:pt x="677130" y="44683"/>
                  <a:pt x="679944" y="51941"/>
                </a:cubicBezTo>
                <a:cubicBezTo>
                  <a:pt x="680882" y="53755"/>
                  <a:pt x="681820" y="57383"/>
                  <a:pt x="679944" y="60105"/>
                </a:cubicBezTo>
                <a:cubicBezTo>
                  <a:pt x="679944" y="60105"/>
                  <a:pt x="679944" y="60105"/>
                  <a:pt x="679006" y="59198"/>
                </a:cubicBezTo>
                <a:cubicBezTo>
                  <a:pt x="677130" y="53755"/>
                  <a:pt x="674316" y="46498"/>
                  <a:pt x="667749" y="45591"/>
                </a:cubicBezTo>
                <a:cubicBezTo>
                  <a:pt x="664935" y="43776"/>
                  <a:pt x="661183" y="47405"/>
                  <a:pt x="661183" y="42869"/>
                </a:cubicBezTo>
                <a:cubicBezTo>
                  <a:pt x="661183" y="41962"/>
                  <a:pt x="661183" y="41962"/>
                  <a:pt x="662121" y="41055"/>
                </a:cubicBezTo>
                <a:close/>
                <a:moveTo>
                  <a:pt x="630154" y="41055"/>
                </a:moveTo>
                <a:cubicBezTo>
                  <a:pt x="632839" y="41055"/>
                  <a:pt x="632839" y="43731"/>
                  <a:pt x="633733" y="45516"/>
                </a:cubicBezTo>
                <a:cubicBezTo>
                  <a:pt x="635523" y="48192"/>
                  <a:pt x="632839" y="50869"/>
                  <a:pt x="631049" y="52653"/>
                </a:cubicBezTo>
                <a:cubicBezTo>
                  <a:pt x="630154" y="52653"/>
                  <a:pt x="627470" y="52653"/>
                  <a:pt x="627470" y="54437"/>
                </a:cubicBezTo>
                <a:cubicBezTo>
                  <a:pt x="629260" y="58898"/>
                  <a:pt x="626575" y="62466"/>
                  <a:pt x="626575" y="67819"/>
                </a:cubicBezTo>
                <a:cubicBezTo>
                  <a:pt x="626575" y="78525"/>
                  <a:pt x="632839" y="86554"/>
                  <a:pt x="640892" y="94584"/>
                </a:cubicBezTo>
                <a:cubicBezTo>
                  <a:pt x="640892" y="103505"/>
                  <a:pt x="642681" y="111535"/>
                  <a:pt x="648050" y="118672"/>
                </a:cubicBezTo>
                <a:cubicBezTo>
                  <a:pt x="648050" y="118672"/>
                  <a:pt x="648050" y="118672"/>
                  <a:pt x="657892" y="129378"/>
                </a:cubicBezTo>
                <a:cubicBezTo>
                  <a:pt x="669524" y="138299"/>
                  <a:pt x="686525" y="140976"/>
                  <a:pt x="699946" y="135623"/>
                </a:cubicBezTo>
                <a:cubicBezTo>
                  <a:pt x="707105" y="133838"/>
                  <a:pt x="710684" y="125809"/>
                  <a:pt x="717842" y="123133"/>
                </a:cubicBezTo>
                <a:cubicBezTo>
                  <a:pt x="730369" y="124917"/>
                  <a:pt x="743790" y="119564"/>
                  <a:pt x="750054" y="108858"/>
                </a:cubicBezTo>
                <a:cubicBezTo>
                  <a:pt x="752738" y="107074"/>
                  <a:pt x="751843" y="101721"/>
                  <a:pt x="755422" y="101721"/>
                </a:cubicBezTo>
                <a:cubicBezTo>
                  <a:pt x="759001" y="100829"/>
                  <a:pt x="761686" y="100829"/>
                  <a:pt x="764370" y="101721"/>
                </a:cubicBezTo>
                <a:cubicBezTo>
                  <a:pt x="763475" y="107966"/>
                  <a:pt x="760791" y="115103"/>
                  <a:pt x="755422" y="119564"/>
                </a:cubicBezTo>
                <a:cubicBezTo>
                  <a:pt x="751843" y="124917"/>
                  <a:pt x="745580" y="126701"/>
                  <a:pt x="740211" y="130270"/>
                </a:cubicBezTo>
                <a:cubicBezTo>
                  <a:pt x="733053" y="131162"/>
                  <a:pt x="726790" y="133838"/>
                  <a:pt x="719631" y="134730"/>
                </a:cubicBezTo>
                <a:cubicBezTo>
                  <a:pt x="707999" y="146328"/>
                  <a:pt x="691894" y="149005"/>
                  <a:pt x="675788" y="147221"/>
                </a:cubicBezTo>
                <a:cubicBezTo>
                  <a:pt x="669524" y="145436"/>
                  <a:pt x="663261" y="143652"/>
                  <a:pt x="657892" y="140083"/>
                </a:cubicBezTo>
                <a:cubicBezTo>
                  <a:pt x="642681" y="131162"/>
                  <a:pt x="633733" y="115103"/>
                  <a:pt x="631049" y="98152"/>
                </a:cubicBezTo>
                <a:cubicBezTo>
                  <a:pt x="622996" y="91015"/>
                  <a:pt x="618522" y="80309"/>
                  <a:pt x="617628" y="70496"/>
                </a:cubicBezTo>
                <a:cubicBezTo>
                  <a:pt x="616733" y="58898"/>
                  <a:pt x="622101" y="49084"/>
                  <a:pt x="630154" y="41055"/>
                </a:cubicBezTo>
                <a:close/>
                <a:moveTo>
                  <a:pt x="304264" y="40356"/>
                </a:moveTo>
                <a:cubicBezTo>
                  <a:pt x="313936" y="39467"/>
                  <a:pt x="322728" y="47468"/>
                  <a:pt x="328883" y="54580"/>
                </a:cubicBezTo>
                <a:cubicBezTo>
                  <a:pt x="331520" y="60803"/>
                  <a:pt x="334158" y="67915"/>
                  <a:pt x="330641" y="74138"/>
                </a:cubicBezTo>
                <a:cubicBezTo>
                  <a:pt x="328003" y="79472"/>
                  <a:pt x="323607" y="83917"/>
                  <a:pt x="317453" y="83028"/>
                </a:cubicBezTo>
                <a:cubicBezTo>
                  <a:pt x="314815" y="83028"/>
                  <a:pt x="312177" y="81250"/>
                  <a:pt x="310419" y="78583"/>
                </a:cubicBezTo>
                <a:cubicBezTo>
                  <a:pt x="309539" y="76805"/>
                  <a:pt x="309539" y="75027"/>
                  <a:pt x="310419" y="74138"/>
                </a:cubicBezTo>
                <a:cubicBezTo>
                  <a:pt x="312177" y="70582"/>
                  <a:pt x="316573" y="69693"/>
                  <a:pt x="320090" y="69693"/>
                </a:cubicBezTo>
                <a:cubicBezTo>
                  <a:pt x="321849" y="70582"/>
                  <a:pt x="322728" y="68804"/>
                  <a:pt x="322728" y="67915"/>
                </a:cubicBezTo>
                <a:cubicBezTo>
                  <a:pt x="322728" y="61692"/>
                  <a:pt x="318332" y="57247"/>
                  <a:pt x="313056" y="54580"/>
                </a:cubicBezTo>
                <a:cubicBezTo>
                  <a:pt x="313056" y="54580"/>
                  <a:pt x="313056" y="54580"/>
                  <a:pt x="305143" y="51913"/>
                </a:cubicBezTo>
                <a:cubicBezTo>
                  <a:pt x="296351" y="53691"/>
                  <a:pt x="290196" y="58136"/>
                  <a:pt x="284042" y="62581"/>
                </a:cubicBezTo>
                <a:cubicBezTo>
                  <a:pt x="281404" y="61692"/>
                  <a:pt x="277887" y="62581"/>
                  <a:pt x="277008" y="59914"/>
                </a:cubicBezTo>
                <a:cubicBezTo>
                  <a:pt x="281404" y="47468"/>
                  <a:pt x="292834" y="43912"/>
                  <a:pt x="304264" y="40356"/>
                </a:cubicBezTo>
                <a:close/>
                <a:moveTo>
                  <a:pt x="425071" y="38638"/>
                </a:moveTo>
                <a:cubicBezTo>
                  <a:pt x="427462" y="38096"/>
                  <a:pt x="430070" y="38313"/>
                  <a:pt x="432243" y="38746"/>
                </a:cubicBezTo>
                <a:cubicBezTo>
                  <a:pt x="436590" y="39612"/>
                  <a:pt x="439198" y="43941"/>
                  <a:pt x="441806" y="47405"/>
                </a:cubicBezTo>
                <a:cubicBezTo>
                  <a:pt x="445283" y="56930"/>
                  <a:pt x="441806" y="69053"/>
                  <a:pt x="434851" y="75114"/>
                </a:cubicBezTo>
                <a:cubicBezTo>
                  <a:pt x="427896" y="82041"/>
                  <a:pt x="419203" y="85505"/>
                  <a:pt x="409640" y="84639"/>
                </a:cubicBezTo>
                <a:cubicBezTo>
                  <a:pt x="408771" y="81175"/>
                  <a:pt x="413118" y="78578"/>
                  <a:pt x="413987" y="75114"/>
                </a:cubicBezTo>
                <a:cubicBezTo>
                  <a:pt x="419203" y="74248"/>
                  <a:pt x="425288" y="72516"/>
                  <a:pt x="428766" y="67321"/>
                </a:cubicBezTo>
                <a:cubicBezTo>
                  <a:pt x="431374" y="63857"/>
                  <a:pt x="433112" y="59528"/>
                  <a:pt x="433112" y="55198"/>
                </a:cubicBezTo>
                <a:cubicBezTo>
                  <a:pt x="430504" y="52600"/>
                  <a:pt x="423550" y="56930"/>
                  <a:pt x="420942" y="51734"/>
                </a:cubicBezTo>
                <a:cubicBezTo>
                  <a:pt x="419203" y="50003"/>
                  <a:pt x="417464" y="45673"/>
                  <a:pt x="419203" y="43075"/>
                </a:cubicBezTo>
                <a:cubicBezTo>
                  <a:pt x="420507" y="40478"/>
                  <a:pt x="422680" y="39179"/>
                  <a:pt x="425071" y="38638"/>
                </a:cubicBezTo>
                <a:close/>
                <a:moveTo>
                  <a:pt x="698330" y="37880"/>
                </a:moveTo>
                <a:cubicBezTo>
                  <a:pt x="707326" y="37880"/>
                  <a:pt x="715422" y="41452"/>
                  <a:pt x="719920" y="49488"/>
                </a:cubicBezTo>
                <a:cubicBezTo>
                  <a:pt x="718121" y="52167"/>
                  <a:pt x="714522" y="51274"/>
                  <a:pt x="710924" y="52167"/>
                </a:cubicBezTo>
                <a:cubicBezTo>
                  <a:pt x="707326" y="51274"/>
                  <a:pt x="703728" y="47702"/>
                  <a:pt x="698330" y="47702"/>
                </a:cubicBezTo>
                <a:cubicBezTo>
                  <a:pt x="699230" y="44130"/>
                  <a:pt x="692933" y="39666"/>
                  <a:pt x="698330" y="37880"/>
                </a:cubicBezTo>
                <a:close/>
                <a:moveTo>
                  <a:pt x="514153" y="34891"/>
                </a:moveTo>
                <a:cubicBezTo>
                  <a:pt x="515040" y="34004"/>
                  <a:pt x="517701" y="33117"/>
                  <a:pt x="518588" y="34891"/>
                </a:cubicBezTo>
                <a:cubicBezTo>
                  <a:pt x="523911" y="41101"/>
                  <a:pt x="531008" y="47311"/>
                  <a:pt x="528347" y="56182"/>
                </a:cubicBezTo>
                <a:cubicBezTo>
                  <a:pt x="527459" y="58843"/>
                  <a:pt x="525685" y="61505"/>
                  <a:pt x="523024" y="61505"/>
                </a:cubicBezTo>
                <a:cubicBezTo>
                  <a:pt x="523911" y="57956"/>
                  <a:pt x="525685" y="52633"/>
                  <a:pt x="521250" y="49085"/>
                </a:cubicBezTo>
                <a:cubicBezTo>
                  <a:pt x="518588" y="47311"/>
                  <a:pt x="515040" y="45537"/>
                  <a:pt x="512378" y="47311"/>
                </a:cubicBezTo>
                <a:cubicBezTo>
                  <a:pt x="510604" y="47311"/>
                  <a:pt x="508830" y="49972"/>
                  <a:pt x="507943" y="51746"/>
                </a:cubicBezTo>
                <a:cubicBezTo>
                  <a:pt x="507943" y="52633"/>
                  <a:pt x="508830" y="54408"/>
                  <a:pt x="510604" y="55295"/>
                </a:cubicBezTo>
                <a:cubicBezTo>
                  <a:pt x="514153" y="54408"/>
                  <a:pt x="510604" y="49972"/>
                  <a:pt x="514153" y="49972"/>
                </a:cubicBezTo>
                <a:cubicBezTo>
                  <a:pt x="516814" y="49085"/>
                  <a:pt x="518588" y="52633"/>
                  <a:pt x="520363" y="54408"/>
                </a:cubicBezTo>
                <a:cubicBezTo>
                  <a:pt x="521250" y="56182"/>
                  <a:pt x="519475" y="57956"/>
                  <a:pt x="518588" y="59730"/>
                </a:cubicBezTo>
                <a:cubicBezTo>
                  <a:pt x="515927" y="61505"/>
                  <a:pt x="513266" y="63279"/>
                  <a:pt x="510604" y="63279"/>
                </a:cubicBezTo>
                <a:cubicBezTo>
                  <a:pt x="507943" y="61505"/>
                  <a:pt x="503507" y="61505"/>
                  <a:pt x="502620" y="57956"/>
                </a:cubicBezTo>
                <a:cubicBezTo>
                  <a:pt x="500846" y="52633"/>
                  <a:pt x="501733" y="47311"/>
                  <a:pt x="504394" y="43762"/>
                </a:cubicBezTo>
                <a:cubicBezTo>
                  <a:pt x="507056" y="39327"/>
                  <a:pt x="511491" y="38440"/>
                  <a:pt x="514153" y="34891"/>
                </a:cubicBezTo>
                <a:close/>
                <a:moveTo>
                  <a:pt x="364208" y="34579"/>
                </a:moveTo>
                <a:cubicBezTo>
                  <a:pt x="366589" y="33641"/>
                  <a:pt x="368857" y="33406"/>
                  <a:pt x="370671" y="35282"/>
                </a:cubicBezTo>
                <a:cubicBezTo>
                  <a:pt x="369764" y="38096"/>
                  <a:pt x="366135" y="36220"/>
                  <a:pt x="363414" y="38096"/>
                </a:cubicBezTo>
                <a:lnTo>
                  <a:pt x="357064" y="43724"/>
                </a:lnTo>
                <a:cubicBezTo>
                  <a:pt x="356157" y="46539"/>
                  <a:pt x="356157" y="50291"/>
                  <a:pt x="354342" y="52167"/>
                </a:cubicBezTo>
                <a:cubicBezTo>
                  <a:pt x="352528" y="51229"/>
                  <a:pt x="351621" y="50291"/>
                  <a:pt x="351621" y="49353"/>
                </a:cubicBezTo>
                <a:cubicBezTo>
                  <a:pt x="351621" y="44663"/>
                  <a:pt x="354342" y="40910"/>
                  <a:pt x="357064" y="38096"/>
                </a:cubicBezTo>
                <a:cubicBezTo>
                  <a:pt x="359332" y="37158"/>
                  <a:pt x="361826" y="35517"/>
                  <a:pt x="364208" y="34579"/>
                </a:cubicBezTo>
                <a:close/>
                <a:moveTo>
                  <a:pt x="406143" y="34015"/>
                </a:moveTo>
                <a:cubicBezTo>
                  <a:pt x="406143" y="34015"/>
                  <a:pt x="406143" y="34015"/>
                  <a:pt x="411529" y="42993"/>
                </a:cubicBezTo>
                <a:cubicBezTo>
                  <a:pt x="414222" y="47482"/>
                  <a:pt x="414222" y="52869"/>
                  <a:pt x="415120" y="58257"/>
                </a:cubicBezTo>
                <a:cubicBezTo>
                  <a:pt x="413325" y="71724"/>
                  <a:pt x="407041" y="83396"/>
                  <a:pt x="396268" y="92375"/>
                </a:cubicBezTo>
                <a:cubicBezTo>
                  <a:pt x="394473" y="99557"/>
                  <a:pt x="392678" y="106740"/>
                  <a:pt x="389985" y="113923"/>
                </a:cubicBezTo>
                <a:cubicBezTo>
                  <a:pt x="387292" y="115719"/>
                  <a:pt x="385496" y="120208"/>
                  <a:pt x="383701" y="122901"/>
                </a:cubicBezTo>
                <a:cubicBezTo>
                  <a:pt x="370235" y="134573"/>
                  <a:pt x="352282" y="142654"/>
                  <a:pt x="333430" y="139062"/>
                </a:cubicBezTo>
                <a:cubicBezTo>
                  <a:pt x="329839" y="139062"/>
                  <a:pt x="328044" y="135471"/>
                  <a:pt x="323556" y="136369"/>
                </a:cubicBezTo>
                <a:cubicBezTo>
                  <a:pt x="316374" y="132778"/>
                  <a:pt x="310988" y="127391"/>
                  <a:pt x="305602" y="122003"/>
                </a:cubicBezTo>
                <a:cubicBezTo>
                  <a:pt x="302909" y="121106"/>
                  <a:pt x="302011" y="122003"/>
                  <a:pt x="299318" y="122003"/>
                </a:cubicBezTo>
                <a:cubicBezTo>
                  <a:pt x="293932" y="120208"/>
                  <a:pt x="287648" y="119310"/>
                  <a:pt x="283159" y="115719"/>
                </a:cubicBezTo>
                <a:cubicBezTo>
                  <a:pt x="277773" y="110331"/>
                  <a:pt x="273285" y="105842"/>
                  <a:pt x="268796" y="99557"/>
                </a:cubicBezTo>
                <a:cubicBezTo>
                  <a:pt x="268796" y="95068"/>
                  <a:pt x="264308" y="92375"/>
                  <a:pt x="266103" y="87885"/>
                </a:cubicBezTo>
                <a:cubicBezTo>
                  <a:pt x="268796" y="86090"/>
                  <a:pt x="271489" y="86988"/>
                  <a:pt x="274183" y="86988"/>
                </a:cubicBezTo>
                <a:cubicBezTo>
                  <a:pt x="276876" y="97762"/>
                  <a:pt x="283159" y="108536"/>
                  <a:pt x="293932" y="111229"/>
                </a:cubicBezTo>
                <a:cubicBezTo>
                  <a:pt x="299318" y="112127"/>
                  <a:pt x="303806" y="113025"/>
                  <a:pt x="308295" y="111229"/>
                </a:cubicBezTo>
                <a:cubicBezTo>
                  <a:pt x="312783" y="115719"/>
                  <a:pt x="316374" y="122003"/>
                  <a:pt x="322658" y="124697"/>
                </a:cubicBezTo>
                <a:cubicBezTo>
                  <a:pt x="331635" y="129186"/>
                  <a:pt x="343305" y="132778"/>
                  <a:pt x="354077" y="129186"/>
                </a:cubicBezTo>
                <a:cubicBezTo>
                  <a:pt x="368440" y="125595"/>
                  <a:pt x="380110" y="112127"/>
                  <a:pt x="384598" y="98660"/>
                </a:cubicBezTo>
                <a:cubicBezTo>
                  <a:pt x="385496" y="94170"/>
                  <a:pt x="383701" y="87885"/>
                  <a:pt x="389087" y="86090"/>
                </a:cubicBezTo>
                <a:cubicBezTo>
                  <a:pt x="396268" y="82498"/>
                  <a:pt x="400757" y="74418"/>
                  <a:pt x="403450" y="68133"/>
                </a:cubicBezTo>
                <a:cubicBezTo>
                  <a:pt x="404348" y="57359"/>
                  <a:pt x="404348" y="48380"/>
                  <a:pt x="398064" y="39402"/>
                </a:cubicBezTo>
                <a:cubicBezTo>
                  <a:pt x="400757" y="37606"/>
                  <a:pt x="402552" y="33117"/>
                  <a:pt x="406143" y="34015"/>
                </a:cubicBezTo>
                <a:close/>
                <a:moveTo>
                  <a:pt x="325745" y="31703"/>
                </a:moveTo>
                <a:cubicBezTo>
                  <a:pt x="328856" y="30587"/>
                  <a:pt x="332190" y="30587"/>
                  <a:pt x="335746" y="32820"/>
                </a:cubicBezTo>
                <a:cubicBezTo>
                  <a:pt x="335746" y="40856"/>
                  <a:pt x="326856" y="39070"/>
                  <a:pt x="322411" y="42642"/>
                </a:cubicBezTo>
                <a:cubicBezTo>
                  <a:pt x="320633" y="40856"/>
                  <a:pt x="313521" y="40856"/>
                  <a:pt x="317077" y="37284"/>
                </a:cubicBezTo>
                <a:cubicBezTo>
                  <a:pt x="319744" y="35052"/>
                  <a:pt x="322633" y="32820"/>
                  <a:pt x="325745" y="31703"/>
                </a:cubicBezTo>
                <a:close/>
                <a:moveTo>
                  <a:pt x="557996" y="27838"/>
                </a:moveTo>
                <a:cubicBezTo>
                  <a:pt x="557996" y="32268"/>
                  <a:pt x="554367" y="36698"/>
                  <a:pt x="553460" y="41129"/>
                </a:cubicBezTo>
                <a:cubicBezTo>
                  <a:pt x="551646" y="46445"/>
                  <a:pt x="551646" y="52647"/>
                  <a:pt x="547110" y="57078"/>
                </a:cubicBezTo>
                <a:cubicBezTo>
                  <a:pt x="542574" y="61508"/>
                  <a:pt x="536224" y="63280"/>
                  <a:pt x="529875" y="63280"/>
                </a:cubicBezTo>
                <a:cubicBezTo>
                  <a:pt x="529875" y="63280"/>
                  <a:pt x="529875" y="63280"/>
                  <a:pt x="528967" y="63280"/>
                </a:cubicBezTo>
                <a:cubicBezTo>
                  <a:pt x="528967" y="63280"/>
                  <a:pt x="528967" y="63280"/>
                  <a:pt x="533503" y="55305"/>
                </a:cubicBezTo>
                <a:cubicBezTo>
                  <a:pt x="538039" y="54419"/>
                  <a:pt x="541667" y="53533"/>
                  <a:pt x="544389" y="50875"/>
                </a:cubicBezTo>
                <a:cubicBezTo>
                  <a:pt x="545296" y="47331"/>
                  <a:pt x="544389" y="42901"/>
                  <a:pt x="541667" y="40243"/>
                </a:cubicBezTo>
                <a:cubicBezTo>
                  <a:pt x="540760" y="40243"/>
                  <a:pt x="540760" y="39357"/>
                  <a:pt x="539853" y="39357"/>
                </a:cubicBezTo>
                <a:cubicBezTo>
                  <a:pt x="539853" y="42015"/>
                  <a:pt x="541667" y="45559"/>
                  <a:pt x="540760" y="48217"/>
                </a:cubicBezTo>
                <a:cubicBezTo>
                  <a:pt x="538039" y="49103"/>
                  <a:pt x="536224" y="52647"/>
                  <a:pt x="533503" y="50875"/>
                </a:cubicBezTo>
                <a:cubicBezTo>
                  <a:pt x="531689" y="46445"/>
                  <a:pt x="528967" y="42015"/>
                  <a:pt x="526246" y="38471"/>
                </a:cubicBezTo>
                <a:cubicBezTo>
                  <a:pt x="527153" y="35812"/>
                  <a:pt x="529875" y="34040"/>
                  <a:pt x="531689" y="32268"/>
                </a:cubicBezTo>
                <a:cubicBezTo>
                  <a:pt x="536224" y="31382"/>
                  <a:pt x="540760" y="34926"/>
                  <a:pt x="543482" y="31382"/>
                </a:cubicBezTo>
                <a:cubicBezTo>
                  <a:pt x="547110" y="26952"/>
                  <a:pt x="552553" y="25180"/>
                  <a:pt x="557996" y="27838"/>
                </a:cubicBezTo>
                <a:close/>
                <a:moveTo>
                  <a:pt x="456899" y="27561"/>
                </a:moveTo>
                <a:cubicBezTo>
                  <a:pt x="460212" y="28582"/>
                  <a:pt x="463417" y="30623"/>
                  <a:pt x="466409" y="33344"/>
                </a:cubicBezTo>
                <a:cubicBezTo>
                  <a:pt x="468119" y="36066"/>
                  <a:pt x="470683" y="37880"/>
                  <a:pt x="470683" y="41508"/>
                </a:cubicBezTo>
                <a:cubicBezTo>
                  <a:pt x="466409" y="44230"/>
                  <a:pt x="464699" y="37880"/>
                  <a:pt x="460425" y="36973"/>
                </a:cubicBezTo>
                <a:cubicBezTo>
                  <a:pt x="457006" y="36973"/>
                  <a:pt x="454442" y="34251"/>
                  <a:pt x="451877" y="36973"/>
                </a:cubicBezTo>
                <a:cubicBezTo>
                  <a:pt x="450168" y="38787"/>
                  <a:pt x="450168" y="42416"/>
                  <a:pt x="447603" y="41508"/>
                </a:cubicBezTo>
                <a:cubicBezTo>
                  <a:pt x="444184" y="38787"/>
                  <a:pt x="437346" y="44230"/>
                  <a:pt x="439056" y="36973"/>
                </a:cubicBezTo>
                <a:cubicBezTo>
                  <a:pt x="442475" y="36066"/>
                  <a:pt x="441620" y="28808"/>
                  <a:pt x="446749" y="27901"/>
                </a:cubicBezTo>
                <a:cubicBezTo>
                  <a:pt x="450168" y="26541"/>
                  <a:pt x="453587" y="26541"/>
                  <a:pt x="456899" y="27561"/>
                </a:cubicBezTo>
                <a:close/>
                <a:moveTo>
                  <a:pt x="576592" y="26994"/>
                </a:moveTo>
                <a:cubicBezTo>
                  <a:pt x="581128" y="26994"/>
                  <a:pt x="583849" y="31530"/>
                  <a:pt x="585664" y="35158"/>
                </a:cubicBezTo>
                <a:cubicBezTo>
                  <a:pt x="585664" y="37880"/>
                  <a:pt x="586571" y="41508"/>
                  <a:pt x="583849" y="43323"/>
                </a:cubicBezTo>
                <a:cubicBezTo>
                  <a:pt x="582035" y="43323"/>
                  <a:pt x="578407" y="44230"/>
                  <a:pt x="577499" y="42416"/>
                </a:cubicBezTo>
                <a:cubicBezTo>
                  <a:pt x="573871" y="40601"/>
                  <a:pt x="577499" y="36066"/>
                  <a:pt x="574778" y="34251"/>
                </a:cubicBezTo>
                <a:cubicBezTo>
                  <a:pt x="568428" y="34251"/>
                  <a:pt x="563892" y="37880"/>
                  <a:pt x="560264" y="43323"/>
                </a:cubicBezTo>
                <a:cubicBezTo>
                  <a:pt x="559357" y="43323"/>
                  <a:pt x="557542" y="44230"/>
                  <a:pt x="557542" y="43323"/>
                </a:cubicBezTo>
                <a:cubicBezTo>
                  <a:pt x="554821" y="37880"/>
                  <a:pt x="561171" y="35158"/>
                  <a:pt x="561171" y="30623"/>
                </a:cubicBezTo>
                <a:cubicBezTo>
                  <a:pt x="564799" y="26087"/>
                  <a:pt x="571149" y="25180"/>
                  <a:pt x="576592" y="26994"/>
                </a:cubicBezTo>
                <a:close/>
                <a:moveTo>
                  <a:pt x="474335" y="26066"/>
                </a:moveTo>
                <a:cubicBezTo>
                  <a:pt x="480447" y="25180"/>
                  <a:pt x="484812" y="28724"/>
                  <a:pt x="489178" y="31382"/>
                </a:cubicBezTo>
                <a:cubicBezTo>
                  <a:pt x="492670" y="29610"/>
                  <a:pt x="497036" y="30496"/>
                  <a:pt x="499655" y="32268"/>
                </a:cubicBezTo>
                <a:cubicBezTo>
                  <a:pt x="501402" y="34926"/>
                  <a:pt x="504021" y="37585"/>
                  <a:pt x="501402" y="41129"/>
                </a:cubicBezTo>
                <a:cubicBezTo>
                  <a:pt x="499655" y="43787"/>
                  <a:pt x="498782" y="48217"/>
                  <a:pt x="494417" y="48217"/>
                </a:cubicBezTo>
                <a:cubicBezTo>
                  <a:pt x="491797" y="48217"/>
                  <a:pt x="490051" y="47331"/>
                  <a:pt x="489178" y="44673"/>
                </a:cubicBezTo>
                <a:cubicBezTo>
                  <a:pt x="488305" y="40243"/>
                  <a:pt x="495290" y="43787"/>
                  <a:pt x="492670" y="39357"/>
                </a:cubicBezTo>
                <a:cubicBezTo>
                  <a:pt x="491797" y="38471"/>
                  <a:pt x="489178" y="38471"/>
                  <a:pt x="487432" y="40243"/>
                </a:cubicBezTo>
                <a:cubicBezTo>
                  <a:pt x="484812" y="41129"/>
                  <a:pt x="485685" y="44673"/>
                  <a:pt x="486558" y="46445"/>
                </a:cubicBezTo>
                <a:cubicBezTo>
                  <a:pt x="488305" y="49103"/>
                  <a:pt x="490924" y="52647"/>
                  <a:pt x="496163" y="51761"/>
                </a:cubicBezTo>
                <a:cubicBezTo>
                  <a:pt x="497036" y="55305"/>
                  <a:pt x="498782" y="57964"/>
                  <a:pt x="499655" y="61508"/>
                </a:cubicBezTo>
                <a:cubicBezTo>
                  <a:pt x="492670" y="63280"/>
                  <a:pt x="486558" y="60622"/>
                  <a:pt x="483066" y="55305"/>
                </a:cubicBezTo>
                <a:cubicBezTo>
                  <a:pt x="476954" y="46445"/>
                  <a:pt x="476954" y="35812"/>
                  <a:pt x="469096" y="28724"/>
                </a:cubicBezTo>
                <a:cubicBezTo>
                  <a:pt x="469969" y="26066"/>
                  <a:pt x="472588" y="26952"/>
                  <a:pt x="474335" y="26066"/>
                </a:cubicBezTo>
                <a:close/>
                <a:moveTo>
                  <a:pt x="664783" y="25973"/>
                </a:moveTo>
                <a:cubicBezTo>
                  <a:pt x="667954" y="26540"/>
                  <a:pt x="671015" y="27674"/>
                  <a:pt x="674077" y="28128"/>
                </a:cubicBezTo>
                <a:cubicBezTo>
                  <a:pt x="681075" y="31756"/>
                  <a:pt x="688948" y="34478"/>
                  <a:pt x="691572" y="41735"/>
                </a:cubicBezTo>
                <a:cubicBezTo>
                  <a:pt x="695071" y="48992"/>
                  <a:pt x="697695" y="58063"/>
                  <a:pt x="693321" y="66228"/>
                </a:cubicBezTo>
                <a:cubicBezTo>
                  <a:pt x="690697" y="72578"/>
                  <a:pt x="687198" y="79835"/>
                  <a:pt x="678451" y="79835"/>
                </a:cubicBezTo>
                <a:cubicBezTo>
                  <a:pt x="674077" y="80742"/>
                  <a:pt x="669703" y="77113"/>
                  <a:pt x="666204" y="75299"/>
                </a:cubicBezTo>
                <a:cubicBezTo>
                  <a:pt x="663580" y="71670"/>
                  <a:pt x="663580" y="67135"/>
                  <a:pt x="665330" y="63506"/>
                </a:cubicBezTo>
                <a:cubicBezTo>
                  <a:pt x="665330" y="61692"/>
                  <a:pt x="668829" y="61692"/>
                  <a:pt x="670578" y="60785"/>
                </a:cubicBezTo>
                <a:cubicBezTo>
                  <a:pt x="675827" y="59878"/>
                  <a:pt x="674077" y="67135"/>
                  <a:pt x="678451" y="66228"/>
                </a:cubicBezTo>
                <a:cubicBezTo>
                  <a:pt x="682824" y="63506"/>
                  <a:pt x="683699" y="57156"/>
                  <a:pt x="682824" y="51713"/>
                </a:cubicBezTo>
                <a:cubicBezTo>
                  <a:pt x="681950" y="45363"/>
                  <a:pt x="677576" y="42642"/>
                  <a:pt x="672328" y="39013"/>
                </a:cubicBezTo>
                <a:cubicBezTo>
                  <a:pt x="667954" y="36292"/>
                  <a:pt x="660081" y="39920"/>
                  <a:pt x="658332" y="34478"/>
                </a:cubicBezTo>
                <a:cubicBezTo>
                  <a:pt x="658332" y="31756"/>
                  <a:pt x="654833" y="29942"/>
                  <a:pt x="654833" y="27220"/>
                </a:cubicBezTo>
                <a:cubicBezTo>
                  <a:pt x="658332" y="25406"/>
                  <a:pt x="661612" y="25406"/>
                  <a:pt x="664783" y="25973"/>
                </a:cubicBezTo>
                <a:close/>
                <a:moveTo>
                  <a:pt x="378608" y="21652"/>
                </a:moveTo>
                <a:cubicBezTo>
                  <a:pt x="378608" y="25179"/>
                  <a:pt x="375052" y="27825"/>
                  <a:pt x="373274" y="30471"/>
                </a:cubicBezTo>
                <a:cubicBezTo>
                  <a:pt x="365273" y="29589"/>
                  <a:pt x="357272" y="32235"/>
                  <a:pt x="351938" y="37526"/>
                </a:cubicBezTo>
                <a:cubicBezTo>
                  <a:pt x="349271" y="43700"/>
                  <a:pt x="343937" y="49874"/>
                  <a:pt x="347493" y="56047"/>
                </a:cubicBezTo>
                <a:cubicBezTo>
                  <a:pt x="351938" y="59575"/>
                  <a:pt x="354605" y="52519"/>
                  <a:pt x="358161" y="53401"/>
                </a:cubicBezTo>
                <a:cubicBezTo>
                  <a:pt x="361717" y="55165"/>
                  <a:pt x="365273" y="56929"/>
                  <a:pt x="365273" y="61339"/>
                </a:cubicBezTo>
                <a:cubicBezTo>
                  <a:pt x="365273" y="65748"/>
                  <a:pt x="360828" y="69276"/>
                  <a:pt x="356383" y="71040"/>
                </a:cubicBezTo>
                <a:cubicBezTo>
                  <a:pt x="350160" y="72804"/>
                  <a:pt x="343937" y="68394"/>
                  <a:pt x="339492" y="63985"/>
                </a:cubicBezTo>
                <a:cubicBezTo>
                  <a:pt x="335047" y="56929"/>
                  <a:pt x="334158" y="46346"/>
                  <a:pt x="336825" y="38408"/>
                </a:cubicBezTo>
                <a:cubicBezTo>
                  <a:pt x="345715" y="24297"/>
                  <a:pt x="362606" y="17242"/>
                  <a:pt x="378608" y="21652"/>
                </a:cubicBezTo>
                <a:close/>
                <a:moveTo>
                  <a:pt x="462591" y="658"/>
                </a:moveTo>
                <a:cubicBezTo>
                  <a:pt x="483964" y="-220"/>
                  <a:pt x="503556" y="-220"/>
                  <a:pt x="525820" y="658"/>
                </a:cubicBezTo>
                <a:cubicBezTo>
                  <a:pt x="530272" y="-220"/>
                  <a:pt x="536506" y="658"/>
                  <a:pt x="541849" y="658"/>
                </a:cubicBezTo>
                <a:cubicBezTo>
                  <a:pt x="548974" y="2414"/>
                  <a:pt x="557879" y="1536"/>
                  <a:pt x="566785" y="3293"/>
                </a:cubicBezTo>
                <a:cubicBezTo>
                  <a:pt x="587267" y="5927"/>
                  <a:pt x="605078" y="8562"/>
                  <a:pt x="624670" y="13831"/>
                </a:cubicBezTo>
                <a:cubicBezTo>
                  <a:pt x="639810" y="18222"/>
                  <a:pt x="654949" y="29638"/>
                  <a:pt x="658511" y="45446"/>
                </a:cubicBezTo>
                <a:cubicBezTo>
                  <a:pt x="661183" y="56862"/>
                  <a:pt x="658511" y="68279"/>
                  <a:pt x="651387" y="77061"/>
                </a:cubicBezTo>
                <a:cubicBezTo>
                  <a:pt x="648715" y="77939"/>
                  <a:pt x="646934" y="82330"/>
                  <a:pt x="644262" y="81452"/>
                </a:cubicBezTo>
                <a:cubicBezTo>
                  <a:pt x="642481" y="78817"/>
                  <a:pt x="638919" y="75304"/>
                  <a:pt x="641591" y="71792"/>
                </a:cubicBezTo>
                <a:cubicBezTo>
                  <a:pt x="649606" y="63010"/>
                  <a:pt x="650496" y="49837"/>
                  <a:pt x="645153" y="40177"/>
                </a:cubicBezTo>
                <a:cubicBezTo>
                  <a:pt x="632685" y="21735"/>
                  <a:pt x="609531" y="24369"/>
                  <a:pt x="590830" y="18222"/>
                </a:cubicBezTo>
                <a:cubicBezTo>
                  <a:pt x="574800" y="16466"/>
                  <a:pt x="557879" y="13831"/>
                  <a:pt x="542740" y="12953"/>
                </a:cubicBezTo>
                <a:cubicBezTo>
                  <a:pt x="521367" y="11196"/>
                  <a:pt x="499994" y="10318"/>
                  <a:pt x="478620" y="12075"/>
                </a:cubicBezTo>
                <a:cubicBezTo>
                  <a:pt x="478620" y="12075"/>
                  <a:pt x="478620" y="12075"/>
                  <a:pt x="468824" y="12075"/>
                </a:cubicBezTo>
                <a:cubicBezTo>
                  <a:pt x="467043" y="12075"/>
                  <a:pt x="467043" y="13831"/>
                  <a:pt x="467934" y="14709"/>
                </a:cubicBezTo>
                <a:cubicBezTo>
                  <a:pt x="488416" y="14709"/>
                  <a:pt x="509790" y="13831"/>
                  <a:pt x="531163" y="14709"/>
                </a:cubicBezTo>
                <a:cubicBezTo>
                  <a:pt x="546302" y="15587"/>
                  <a:pt x="562332" y="16466"/>
                  <a:pt x="577471" y="19100"/>
                </a:cubicBezTo>
                <a:cubicBezTo>
                  <a:pt x="592611" y="20856"/>
                  <a:pt x="605969" y="25247"/>
                  <a:pt x="620218" y="27882"/>
                </a:cubicBezTo>
                <a:cubicBezTo>
                  <a:pt x="624670" y="23491"/>
                  <a:pt x="627342" y="31395"/>
                  <a:pt x="631795" y="32273"/>
                </a:cubicBezTo>
                <a:cubicBezTo>
                  <a:pt x="639810" y="34029"/>
                  <a:pt x="643372" y="43689"/>
                  <a:pt x="645153" y="51593"/>
                </a:cubicBezTo>
                <a:cubicBezTo>
                  <a:pt x="644262" y="56862"/>
                  <a:pt x="644262" y="63888"/>
                  <a:pt x="639810" y="68279"/>
                </a:cubicBezTo>
                <a:cubicBezTo>
                  <a:pt x="638029" y="63010"/>
                  <a:pt x="642481" y="58619"/>
                  <a:pt x="641591" y="53350"/>
                </a:cubicBezTo>
                <a:cubicBezTo>
                  <a:pt x="641591" y="45446"/>
                  <a:pt x="635357" y="38420"/>
                  <a:pt x="629123" y="34029"/>
                </a:cubicBezTo>
                <a:cubicBezTo>
                  <a:pt x="626451" y="34029"/>
                  <a:pt x="622889" y="36664"/>
                  <a:pt x="620218" y="34029"/>
                </a:cubicBezTo>
                <a:cubicBezTo>
                  <a:pt x="620218" y="34029"/>
                  <a:pt x="620218" y="34029"/>
                  <a:pt x="618437" y="31395"/>
                </a:cubicBezTo>
                <a:cubicBezTo>
                  <a:pt x="596173" y="26126"/>
                  <a:pt x="572128" y="22613"/>
                  <a:pt x="549864" y="20856"/>
                </a:cubicBezTo>
                <a:cubicBezTo>
                  <a:pt x="545412" y="19978"/>
                  <a:pt x="540959" y="20856"/>
                  <a:pt x="536506" y="19100"/>
                </a:cubicBezTo>
                <a:cubicBezTo>
                  <a:pt x="519586" y="19100"/>
                  <a:pt x="503556" y="18222"/>
                  <a:pt x="488416" y="19100"/>
                </a:cubicBezTo>
                <a:cubicBezTo>
                  <a:pt x="473277" y="18222"/>
                  <a:pt x="458138" y="20856"/>
                  <a:pt x="442998" y="22613"/>
                </a:cubicBezTo>
                <a:cubicBezTo>
                  <a:pt x="438546" y="23491"/>
                  <a:pt x="433202" y="22613"/>
                  <a:pt x="428750" y="25247"/>
                </a:cubicBezTo>
                <a:cubicBezTo>
                  <a:pt x="423406" y="24369"/>
                  <a:pt x="418063" y="26126"/>
                  <a:pt x="413610" y="27004"/>
                </a:cubicBezTo>
                <a:cubicBezTo>
                  <a:pt x="405595" y="27882"/>
                  <a:pt x="396690" y="33151"/>
                  <a:pt x="393128" y="41055"/>
                </a:cubicBezTo>
                <a:cubicBezTo>
                  <a:pt x="389566" y="46324"/>
                  <a:pt x="390456" y="53350"/>
                  <a:pt x="393128" y="58619"/>
                </a:cubicBezTo>
                <a:cubicBezTo>
                  <a:pt x="393128" y="60375"/>
                  <a:pt x="393128" y="62131"/>
                  <a:pt x="392237" y="63888"/>
                </a:cubicBezTo>
                <a:cubicBezTo>
                  <a:pt x="387784" y="62131"/>
                  <a:pt x="386003" y="55984"/>
                  <a:pt x="386003" y="51593"/>
                </a:cubicBezTo>
                <a:cubicBezTo>
                  <a:pt x="386003" y="41933"/>
                  <a:pt x="393128" y="34029"/>
                  <a:pt x="400252" y="27882"/>
                </a:cubicBezTo>
                <a:cubicBezTo>
                  <a:pt x="416282" y="19978"/>
                  <a:pt x="434984" y="19100"/>
                  <a:pt x="452795" y="16466"/>
                </a:cubicBezTo>
                <a:cubicBezTo>
                  <a:pt x="452795" y="16466"/>
                  <a:pt x="452795" y="16466"/>
                  <a:pt x="465262" y="16466"/>
                </a:cubicBezTo>
                <a:cubicBezTo>
                  <a:pt x="465262" y="15587"/>
                  <a:pt x="465262" y="14709"/>
                  <a:pt x="465262" y="13831"/>
                </a:cubicBezTo>
                <a:cubicBezTo>
                  <a:pt x="461700" y="11196"/>
                  <a:pt x="458138" y="13831"/>
                  <a:pt x="453685" y="13831"/>
                </a:cubicBezTo>
                <a:cubicBezTo>
                  <a:pt x="435874" y="13831"/>
                  <a:pt x="418954" y="17344"/>
                  <a:pt x="402033" y="22613"/>
                </a:cubicBezTo>
                <a:cubicBezTo>
                  <a:pt x="390456" y="28760"/>
                  <a:pt x="379770" y="42811"/>
                  <a:pt x="382441" y="55984"/>
                </a:cubicBezTo>
                <a:cubicBezTo>
                  <a:pt x="383332" y="61253"/>
                  <a:pt x="386003" y="65644"/>
                  <a:pt x="390456" y="69157"/>
                </a:cubicBezTo>
                <a:cubicBezTo>
                  <a:pt x="391347" y="71792"/>
                  <a:pt x="388675" y="73548"/>
                  <a:pt x="386894" y="75304"/>
                </a:cubicBezTo>
                <a:cubicBezTo>
                  <a:pt x="380660" y="77061"/>
                  <a:pt x="377988" y="69157"/>
                  <a:pt x="373536" y="65644"/>
                </a:cubicBezTo>
                <a:cubicBezTo>
                  <a:pt x="373536" y="65644"/>
                  <a:pt x="373536" y="65644"/>
                  <a:pt x="374426" y="63010"/>
                </a:cubicBezTo>
                <a:cubicBezTo>
                  <a:pt x="370864" y="62131"/>
                  <a:pt x="371755" y="56862"/>
                  <a:pt x="369973" y="52471"/>
                </a:cubicBezTo>
                <a:cubicBezTo>
                  <a:pt x="369083" y="40177"/>
                  <a:pt x="377098" y="30517"/>
                  <a:pt x="385113" y="21735"/>
                </a:cubicBezTo>
                <a:cubicBezTo>
                  <a:pt x="391347" y="16466"/>
                  <a:pt x="397580" y="12075"/>
                  <a:pt x="404705" y="11196"/>
                </a:cubicBezTo>
                <a:cubicBezTo>
                  <a:pt x="422516" y="4171"/>
                  <a:pt x="442998" y="3293"/>
                  <a:pt x="462591" y="658"/>
                </a:cubicBezTo>
                <a:close/>
              </a:path>
            </a:pathLst>
          </a:custGeom>
          <a:solidFill>
            <a:srgbClr val="5B9BD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35000" tIns="135000" rIns="135000" bIns="135000" anchor="ctr" anchorCtr="0">
            <a:normAutofit/>
          </a:bodyPr>
          <a:lstStyle>
            <a:lvl1pPr>
              <a:defRPr>
                <a:solidFill>
                  <a:sysClr val="windowText" lastClr="000000"/>
                </a:solidFill>
                <a:latin typeface="Calibri" panose="020F0502020204030204" charset="0"/>
                <a:ea typeface="宋体" panose="02010600030101010101" pitchFamily="2" charset="-122"/>
              </a:defRPr>
            </a:lvl1pPr>
            <a:lvl2pPr marL="742950" indent="-285750">
              <a:defRPr>
                <a:solidFill>
                  <a:sysClr val="windowText" lastClr="000000"/>
                </a:solidFill>
                <a:latin typeface="Calibri" panose="020F0502020204030204" charset="0"/>
                <a:ea typeface="宋体" panose="02010600030101010101" pitchFamily="2" charset="-122"/>
              </a:defRPr>
            </a:lvl2pPr>
            <a:lvl3pPr marL="1143000" indent="-228600">
              <a:defRPr>
                <a:solidFill>
                  <a:sysClr val="windowText" lastClr="000000"/>
                </a:solidFill>
                <a:latin typeface="Calibri" panose="020F0502020204030204" charset="0"/>
                <a:ea typeface="宋体" panose="02010600030101010101" pitchFamily="2" charset="-122"/>
              </a:defRPr>
            </a:lvl3pPr>
            <a:lvl4pPr marL="1600200" indent="-228600">
              <a:defRPr>
                <a:solidFill>
                  <a:sysClr val="windowText" lastClr="000000"/>
                </a:solidFill>
                <a:latin typeface="Calibri" panose="020F0502020204030204" charset="0"/>
                <a:ea typeface="宋体" panose="02010600030101010101" pitchFamily="2" charset="-122"/>
              </a:defRPr>
            </a:lvl4pPr>
            <a:lvl5pPr marL="2057400" indent="-228600">
              <a:defRPr>
                <a:solidFill>
                  <a:sysClr val="windowText" lastClr="000000"/>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9pPr>
          </a:lstStyle>
          <a:p>
            <a:pPr algn="ctr"/>
            <a:r>
              <a:rPr lang="zh-CN" altLang="en-US" sz="1350" dirty="0">
                <a:solidFill>
                  <a:srgbClr val="5B9BD5"/>
                </a:solidFill>
                <a:latin typeface="华文新魏" panose="02010800040101010101" pitchFamily="2" charset="-122"/>
                <a:ea typeface="华文新魏" panose="02010800040101010101" pitchFamily="2" charset="-122"/>
              </a:rPr>
              <a:t>对号入座</a:t>
            </a:r>
            <a:endParaRPr lang="zh-CN" altLang="en-US" sz="1350" dirty="0">
              <a:solidFill>
                <a:srgbClr val="5B9BD5"/>
              </a:solidFill>
              <a:latin typeface="华文新魏" panose="02010800040101010101" pitchFamily="2" charset="-122"/>
              <a:ea typeface="华文新魏" panose="02010800040101010101" pitchFamily="2" charset="-122"/>
            </a:endParaRPr>
          </a:p>
        </p:txBody>
      </p:sp>
      <p:sp>
        <p:nvSpPr>
          <p:cNvPr id="7" name="任意多边形 307"/>
          <p:cNvSpPr/>
          <p:nvPr>
            <p:custDataLst>
              <p:tags r:id="rId2"/>
            </p:custDataLst>
          </p:nvPr>
        </p:nvSpPr>
        <p:spPr bwMode="auto">
          <a:xfrm>
            <a:off x="2398995" y="3952144"/>
            <a:ext cx="1607013" cy="1607013"/>
          </a:xfrm>
          <a:custGeom>
            <a:avLst/>
            <a:gdLst>
              <a:gd name="T0" fmla="*/ 0 w 1008497"/>
              <a:gd name="T1" fmla="*/ 0 h 1007842"/>
              <a:gd name="T2" fmla="*/ 1008497 w 1008497"/>
              <a:gd name="T3" fmla="*/ 1007842 h 1007842"/>
            </a:gdLst>
            <a:ahLst/>
            <a:cxnLst/>
            <a:rect l="T0" t="T1" r="T2" b="T3"/>
            <a:pathLst>
              <a:path w="1008497" h="1007842">
                <a:moveTo>
                  <a:pt x="436463" y="964265"/>
                </a:moveTo>
                <a:cubicBezTo>
                  <a:pt x="438227" y="963392"/>
                  <a:pt x="439109" y="966011"/>
                  <a:pt x="440873" y="967758"/>
                </a:cubicBezTo>
                <a:cubicBezTo>
                  <a:pt x="439109" y="970377"/>
                  <a:pt x="440873" y="972996"/>
                  <a:pt x="443519" y="973869"/>
                </a:cubicBezTo>
                <a:cubicBezTo>
                  <a:pt x="447047" y="973869"/>
                  <a:pt x="451457" y="972996"/>
                  <a:pt x="453220" y="969504"/>
                </a:cubicBezTo>
                <a:cubicBezTo>
                  <a:pt x="453220" y="966885"/>
                  <a:pt x="454984" y="966885"/>
                  <a:pt x="456748" y="966011"/>
                </a:cubicBezTo>
                <a:cubicBezTo>
                  <a:pt x="456748" y="966011"/>
                  <a:pt x="456748" y="966011"/>
                  <a:pt x="461158" y="966011"/>
                </a:cubicBezTo>
                <a:cubicBezTo>
                  <a:pt x="460276" y="970377"/>
                  <a:pt x="459394" y="975616"/>
                  <a:pt x="454984" y="976489"/>
                </a:cubicBezTo>
                <a:cubicBezTo>
                  <a:pt x="453220" y="979108"/>
                  <a:pt x="450575" y="980854"/>
                  <a:pt x="447047" y="980854"/>
                </a:cubicBezTo>
                <a:cubicBezTo>
                  <a:pt x="440873" y="980854"/>
                  <a:pt x="433818" y="979108"/>
                  <a:pt x="430290" y="972996"/>
                </a:cubicBezTo>
                <a:cubicBezTo>
                  <a:pt x="429408" y="971250"/>
                  <a:pt x="431172" y="968631"/>
                  <a:pt x="431172" y="966011"/>
                </a:cubicBezTo>
                <a:cubicBezTo>
                  <a:pt x="432054" y="964265"/>
                  <a:pt x="433818" y="965138"/>
                  <a:pt x="436463" y="964265"/>
                </a:cubicBezTo>
                <a:close/>
                <a:moveTo>
                  <a:pt x="564971" y="963392"/>
                </a:moveTo>
                <a:cubicBezTo>
                  <a:pt x="567713" y="963392"/>
                  <a:pt x="570455" y="965138"/>
                  <a:pt x="571369" y="967758"/>
                </a:cubicBezTo>
                <a:cubicBezTo>
                  <a:pt x="572283" y="972123"/>
                  <a:pt x="571369" y="974742"/>
                  <a:pt x="569541" y="977362"/>
                </a:cubicBezTo>
                <a:cubicBezTo>
                  <a:pt x="562229" y="980854"/>
                  <a:pt x="551261" y="980854"/>
                  <a:pt x="545777" y="975616"/>
                </a:cubicBezTo>
                <a:cubicBezTo>
                  <a:pt x="542121" y="973869"/>
                  <a:pt x="542121" y="970377"/>
                  <a:pt x="542121" y="966885"/>
                </a:cubicBezTo>
                <a:cubicBezTo>
                  <a:pt x="545777" y="965138"/>
                  <a:pt x="546691" y="969504"/>
                  <a:pt x="550347" y="970377"/>
                </a:cubicBezTo>
                <a:cubicBezTo>
                  <a:pt x="553089" y="971250"/>
                  <a:pt x="556745" y="973869"/>
                  <a:pt x="559487" y="972123"/>
                </a:cubicBezTo>
                <a:cubicBezTo>
                  <a:pt x="560401" y="969504"/>
                  <a:pt x="560401" y="965138"/>
                  <a:pt x="564971" y="963392"/>
                </a:cubicBezTo>
                <a:close/>
                <a:moveTo>
                  <a:pt x="694974" y="958630"/>
                </a:moveTo>
                <a:cubicBezTo>
                  <a:pt x="697696" y="960416"/>
                  <a:pt x="704046" y="958630"/>
                  <a:pt x="701324" y="963095"/>
                </a:cubicBezTo>
                <a:cubicBezTo>
                  <a:pt x="695882" y="970238"/>
                  <a:pt x="687717" y="972917"/>
                  <a:pt x="679553" y="972024"/>
                </a:cubicBezTo>
                <a:cubicBezTo>
                  <a:pt x="678646" y="970238"/>
                  <a:pt x="680460" y="966667"/>
                  <a:pt x="681367" y="964881"/>
                </a:cubicBezTo>
                <a:cubicBezTo>
                  <a:pt x="685903" y="963095"/>
                  <a:pt x="691346" y="962202"/>
                  <a:pt x="694974" y="958630"/>
                </a:cubicBezTo>
                <a:close/>
                <a:moveTo>
                  <a:pt x="300027" y="958630"/>
                </a:moveTo>
                <a:cubicBezTo>
                  <a:pt x="302805" y="958630"/>
                  <a:pt x="302805" y="962017"/>
                  <a:pt x="305583" y="962863"/>
                </a:cubicBezTo>
                <a:cubicBezTo>
                  <a:pt x="309288" y="964557"/>
                  <a:pt x="316696" y="964557"/>
                  <a:pt x="316696" y="970483"/>
                </a:cubicBezTo>
                <a:cubicBezTo>
                  <a:pt x="312066" y="971330"/>
                  <a:pt x="307436" y="970483"/>
                  <a:pt x="302805" y="969637"/>
                </a:cubicBezTo>
                <a:cubicBezTo>
                  <a:pt x="300027" y="967097"/>
                  <a:pt x="297249" y="964557"/>
                  <a:pt x="294471" y="961170"/>
                </a:cubicBezTo>
                <a:cubicBezTo>
                  <a:pt x="294471" y="958630"/>
                  <a:pt x="298175" y="960323"/>
                  <a:pt x="300027" y="958630"/>
                </a:cubicBezTo>
                <a:close/>
                <a:moveTo>
                  <a:pt x="546966" y="954463"/>
                </a:moveTo>
                <a:cubicBezTo>
                  <a:pt x="549682" y="953868"/>
                  <a:pt x="551980" y="954344"/>
                  <a:pt x="553233" y="959582"/>
                </a:cubicBezTo>
                <a:cubicBezTo>
                  <a:pt x="549891" y="961487"/>
                  <a:pt x="544042" y="963392"/>
                  <a:pt x="540700" y="961487"/>
                </a:cubicBezTo>
                <a:cubicBezTo>
                  <a:pt x="539029" y="960535"/>
                  <a:pt x="537358" y="958630"/>
                  <a:pt x="538193" y="955772"/>
                </a:cubicBezTo>
                <a:cubicBezTo>
                  <a:pt x="541118" y="956725"/>
                  <a:pt x="544251" y="955058"/>
                  <a:pt x="546966" y="954463"/>
                </a:cubicBezTo>
                <a:close/>
                <a:moveTo>
                  <a:pt x="455088" y="951670"/>
                </a:moveTo>
                <a:cubicBezTo>
                  <a:pt x="457610" y="950693"/>
                  <a:pt x="460971" y="951670"/>
                  <a:pt x="463493" y="952647"/>
                </a:cubicBezTo>
                <a:cubicBezTo>
                  <a:pt x="463493" y="952647"/>
                  <a:pt x="463493" y="952647"/>
                  <a:pt x="464333" y="953624"/>
                </a:cubicBezTo>
                <a:cubicBezTo>
                  <a:pt x="462652" y="956555"/>
                  <a:pt x="463493" y="960462"/>
                  <a:pt x="459290" y="961439"/>
                </a:cubicBezTo>
                <a:cubicBezTo>
                  <a:pt x="456769" y="963393"/>
                  <a:pt x="451727" y="963393"/>
                  <a:pt x="450046" y="960462"/>
                </a:cubicBezTo>
                <a:cubicBezTo>
                  <a:pt x="451727" y="957532"/>
                  <a:pt x="454248" y="955578"/>
                  <a:pt x="455088" y="951670"/>
                </a:cubicBezTo>
                <a:close/>
                <a:moveTo>
                  <a:pt x="685172" y="950692"/>
                </a:moveTo>
                <a:cubicBezTo>
                  <a:pt x="687817" y="950692"/>
                  <a:pt x="687817" y="955102"/>
                  <a:pt x="691345" y="955102"/>
                </a:cubicBezTo>
                <a:cubicBezTo>
                  <a:pt x="691345" y="957747"/>
                  <a:pt x="688699" y="958629"/>
                  <a:pt x="686935" y="958629"/>
                </a:cubicBezTo>
                <a:cubicBezTo>
                  <a:pt x="686935" y="958629"/>
                  <a:pt x="686935" y="958629"/>
                  <a:pt x="685172" y="958629"/>
                </a:cubicBezTo>
                <a:cubicBezTo>
                  <a:pt x="683408" y="955983"/>
                  <a:pt x="684290" y="953338"/>
                  <a:pt x="685172" y="950692"/>
                </a:cubicBezTo>
                <a:close/>
                <a:moveTo>
                  <a:pt x="664811" y="950692"/>
                </a:moveTo>
                <a:cubicBezTo>
                  <a:pt x="667533" y="952456"/>
                  <a:pt x="666626" y="956866"/>
                  <a:pt x="665719" y="959511"/>
                </a:cubicBezTo>
                <a:cubicBezTo>
                  <a:pt x="663904" y="965685"/>
                  <a:pt x="658461" y="971858"/>
                  <a:pt x="652111" y="972740"/>
                </a:cubicBezTo>
                <a:cubicBezTo>
                  <a:pt x="648483" y="971858"/>
                  <a:pt x="645761" y="974504"/>
                  <a:pt x="642133" y="973622"/>
                </a:cubicBezTo>
                <a:cubicBezTo>
                  <a:pt x="642133" y="971858"/>
                  <a:pt x="643040" y="970094"/>
                  <a:pt x="644854" y="969213"/>
                </a:cubicBezTo>
                <a:cubicBezTo>
                  <a:pt x="652111" y="970976"/>
                  <a:pt x="658461" y="965685"/>
                  <a:pt x="661183" y="960393"/>
                </a:cubicBezTo>
                <a:cubicBezTo>
                  <a:pt x="662090" y="956866"/>
                  <a:pt x="661183" y="952456"/>
                  <a:pt x="664811" y="950692"/>
                </a:cubicBezTo>
                <a:close/>
                <a:moveTo>
                  <a:pt x="333650" y="950692"/>
                </a:moveTo>
                <a:cubicBezTo>
                  <a:pt x="335428" y="956135"/>
                  <a:pt x="338984" y="964299"/>
                  <a:pt x="346096" y="966114"/>
                </a:cubicBezTo>
                <a:cubicBezTo>
                  <a:pt x="347874" y="965206"/>
                  <a:pt x="350541" y="965206"/>
                  <a:pt x="352319" y="966114"/>
                </a:cubicBezTo>
                <a:cubicBezTo>
                  <a:pt x="353208" y="967021"/>
                  <a:pt x="353208" y="967928"/>
                  <a:pt x="352319" y="968835"/>
                </a:cubicBezTo>
                <a:cubicBezTo>
                  <a:pt x="346096" y="969742"/>
                  <a:pt x="340762" y="967021"/>
                  <a:pt x="336317" y="963392"/>
                </a:cubicBezTo>
                <a:cubicBezTo>
                  <a:pt x="333650" y="959764"/>
                  <a:pt x="330983" y="954321"/>
                  <a:pt x="333650" y="950692"/>
                </a:cubicBezTo>
                <a:close/>
                <a:moveTo>
                  <a:pt x="310663" y="950692"/>
                </a:moveTo>
                <a:cubicBezTo>
                  <a:pt x="313521" y="950692"/>
                  <a:pt x="311616" y="956407"/>
                  <a:pt x="312568" y="958312"/>
                </a:cubicBezTo>
                <a:cubicBezTo>
                  <a:pt x="311616" y="960217"/>
                  <a:pt x="309711" y="958312"/>
                  <a:pt x="307806" y="958312"/>
                </a:cubicBezTo>
                <a:cubicBezTo>
                  <a:pt x="303996" y="955455"/>
                  <a:pt x="308758" y="953550"/>
                  <a:pt x="310663" y="950692"/>
                </a:cubicBezTo>
                <a:close/>
                <a:moveTo>
                  <a:pt x="513772" y="944536"/>
                </a:moveTo>
                <a:cubicBezTo>
                  <a:pt x="516494" y="942755"/>
                  <a:pt x="520122" y="944536"/>
                  <a:pt x="522844" y="945427"/>
                </a:cubicBezTo>
                <a:cubicBezTo>
                  <a:pt x="532822" y="951660"/>
                  <a:pt x="536451" y="963237"/>
                  <a:pt x="540986" y="973924"/>
                </a:cubicBezTo>
                <a:cubicBezTo>
                  <a:pt x="541894" y="974814"/>
                  <a:pt x="543708" y="976596"/>
                  <a:pt x="541894" y="978377"/>
                </a:cubicBezTo>
                <a:cubicBezTo>
                  <a:pt x="537358" y="979267"/>
                  <a:pt x="531915" y="977486"/>
                  <a:pt x="527379" y="975705"/>
                </a:cubicBezTo>
                <a:cubicBezTo>
                  <a:pt x="522844" y="976596"/>
                  <a:pt x="518308" y="978377"/>
                  <a:pt x="514679" y="974814"/>
                </a:cubicBezTo>
                <a:cubicBezTo>
                  <a:pt x="512865" y="973033"/>
                  <a:pt x="511958" y="969471"/>
                  <a:pt x="512865" y="966800"/>
                </a:cubicBezTo>
                <a:cubicBezTo>
                  <a:pt x="514679" y="965019"/>
                  <a:pt x="515587" y="960566"/>
                  <a:pt x="519215" y="960566"/>
                </a:cubicBezTo>
                <a:cubicBezTo>
                  <a:pt x="521937" y="959675"/>
                  <a:pt x="522844" y="962347"/>
                  <a:pt x="523751" y="965019"/>
                </a:cubicBezTo>
                <a:cubicBezTo>
                  <a:pt x="524658" y="965019"/>
                  <a:pt x="523751" y="966800"/>
                  <a:pt x="524658" y="966800"/>
                </a:cubicBezTo>
                <a:cubicBezTo>
                  <a:pt x="527379" y="967690"/>
                  <a:pt x="527379" y="964128"/>
                  <a:pt x="527379" y="962347"/>
                </a:cubicBezTo>
                <a:cubicBezTo>
                  <a:pt x="527379" y="959675"/>
                  <a:pt x="524658" y="957004"/>
                  <a:pt x="521937" y="956113"/>
                </a:cubicBezTo>
                <a:cubicBezTo>
                  <a:pt x="520122" y="956113"/>
                  <a:pt x="517401" y="957004"/>
                  <a:pt x="516494" y="955223"/>
                </a:cubicBezTo>
                <a:cubicBezTo>
                  <a:pt x="516494" y="950770"/>
                  <a:pt x="515587" y="948098"/>
                  <a:pt x="513772" y="944536"/>
                </a:cubicBezTo>
                <a:close/>
                <a:moveTo>
                  <a:pt x="501826" y="944342"/>
                </a:moveTo>
                <a:cubicBezTo>
                  <a:pt x="505375" y="944342"/>
                  <a:pt x="507149" y="946097"/>
                  <a:pt x="509810" y="946974"/>
                </a:cubicBezTo>
                <a:cubicBezTo>
                  <a:pt x="515133" y="951360"/>
                  <a:pt x="513359" y="958379"/>
                  <a:pt x="511584" y="964520"/>
                </a:cubicBezTo>
                <a:cubicBezTo>
                  <a:pt x="509810" y="969784"/>
                  <a:pt x="504488" y="974170"/>
                  <a:pt x="500939" y="977679"/>
                </a:cubicBezTo>
                <a:cubicBezTo>
                  <a:pt x="497391" y="977679"/>
                  <a:pt x="493842" y="973293"/>
                  <a:pt x="492068" y="969784"/>
                </a:cubicBezTo>
                <a:cubicBezTo>
                  <a:pt x="488519" y="968906"/>
                  <a:pt x="489407" y="964520"/>
                  <a:pt x="486745" y="961888"/>
                </a:cubicBezTo>
                <a:cubicBezTo>
                  <a:pt x="484971" y="958379"/>
                  <a:pt x="485858" y="953115"/>
                  <a:pt x="487632" y="949606"/>
                </a:cubicBezTo>
                <a:cubicBezTo>
                  <a:pt x="488519" y="947851"/>
                  <a:pt x="490294" y="946974"/>
                  <a:pt x="491181" y="947851"/>
                </a:cubicBezTo>
                <a:cubicBezTo>
                  <a:pt x="491181" y="951360"/>
                  <a:pt x="491181" y="954870"/>
                  <a:pt x="492955" y="957501"/>
                </a:cubicBezTo>
                <a:cubicBezTo>
                  <a:pt x="492955" y="957501"/>
                  <a:pt x="492955" y="957501"/>
                  <a:pt x="498278" y="960133"/>
                </a:cubicBezTo>
                <a:cubicBezTo>
                  <a:pt x="500052" y="958379"/>
                  <a:pt x="503600" y="958379"/>
                  <a:pt x="504488" y="956624"/>
                </a:cubicBezTo>
                <a:cubicBezTo>
                  <a:pt x="505375" y="955747"/>
                  <a:pt x="504488" y="954870"/>
                  <a:pt x="503600" y="953992"/>
                </a:cubicBezTo>
                <a:cubicBezTo>
                  <a:pt x="501826" y="953992"/>
                  <a:pt x="501826" y="955747"/>
                  <a:pt x="500052" y="956624"/>
                </a:cubicBezTo>
                <a:cubicBezTo>
                  <a:pt x="497391" y="955747"/>
                  <a:pt x="495616" y="953992"/>
                  <a:pt x="495616" y="951360"/>
                </a:cubicBezTo>
                <a:cubicBezTo>
                  <a:pt x="494729" y="946974"/>
                  <a:pt x="499165" y="946097"/>
                  <a:pt x="501826" y="944342"/>
                </a:cubicBezTo>
                <a:close/>
                <a:moveTo>
                  <a:pt x="480261" y="943621"/>
                </a:moveTo>
                <a:cubicBezTo>
                  <a:pt x="482060" y="944487"/>
                  <a:pt x="485658" y="942755"/>
                  <a:pt x="486558" y="945353"/>
                </a:cubicBezTo>
                <a:cubicBezTo>
                  <a:pt x="482060" y="947951"/>
                  <a:pt x="482960" y="955744"/>
                  <a:pt x="476663" y="955744"/>
                </a:cubicBezTo>
                <a:cubicBezTo>
                  <a:pt x="473064" y="958341"/>
                  <a:pt x="471265" y="961805"/>
                  <a:pt x="473064" y="965269"/>
                </a:cubicBezTo>
                <a:cubicBezTo>
                  <a:pt x="473964" y="967001"/>
                  <a:pt x="474864" y="968732"/>
                  <a:pt x="476663" y="968732"/>
                </a:cubicBezTo>
                <a:cubicBezTo>
                  <a:pt x="480261" y="967001"/>
                  <a:pt x="473964" y="963537"/>
                  <a:pt x="477562" y="960073"/>
                </a:cubicBezTo>
                <a:cubicBezTo>
                  <a:pt x="478462" y="959207"/>
                  <a:pt x="479361" y="957476"/>
                  <a:pt x="481161" y="959207"/>
                </a:cubicBezTo>
                <a:cubicBezTo>
                  <a:pt x="482060" y="960939"/>
                  <a:pt x="482060" y="963537"/>
                  <a:pt x="482960" y="965269"/>
                </a:cubicBezTo>
                <a:cubicBezTo>
                  <a:pt x="482960" y="965269"/>
                  <a:pt x="482960" y="965269"/>
                  <a:pt x="486558" y="973062"/>
                </a:cubicBezTo>
                <a:cubicBezTo>
                  <a:pt x="483859" y="975660"/>
                  <a:pt x="478462" y="974794"/>
                  <a:pt x="475763" y="974794"/>
                </a:cubicBezTo>
                <a:cubicBezTo>
                  <a:pt x="472165" y="980855"/>
                  <a:pt x="465868" y="978257"/>
                  <a:pt x="460471" y="979123"/>
                </a:cubicBezTo>
                <a:cubicBezTo>
                  <a:pt x="459571" y="975660"/>
                  <a:pt x="463169" y="973928"/>
                  <a:pt x="464069" y="970464"/>
                </a:cubicBezTo>
                <a:cubicBezTo>
                  <a:pt x="467667" y="960939"/>
                  <a:pt x="466767" y="947085"/>
                  <a:pt x="480261" y="943621"/>
                </a:cubicBezTo>
                <a:close/>
                <a:moveTo>
                  <a:pt x="372827" y="942755"/>
                </a:moveTo>
                <a:cubicBezTo>
                  <a:pt x="376382" y="947211"/>
                  <a:pt x="371050" y="951667"/>
                  <a:pt x="371050" y="957015"/>
                </a:cubicBezTo>
                <a:cubicBezTo>
                  <a:pt x="371939" y="963253"/>
                  <a:pt x="377270" y="970383"/>
                  <a:pt x="383490" y="973057"/>
                </a:cubicBezTo>
                <a:cubicBezTo>
                  <a:pt x="391487" y="974839"/>
                  <a:pt x="399484" y="979295"/>
                  <a:pt x="408370" y="979295"/>
                </a:cubicBezTo>
                <a:cubicBezTo>
                  <a:pt x="419033" y="981969"/>
                  <a:pt x="429696" y="982860"/>
                  <a:pt x="440358" y="984643"/>
                </a:cubicBezTo>
                <a:cubicBezTo>
                  <a:pt x="440358" y="984643"/>
                  <a:pt x="440358" y="984643"/>
                  <a:pt x="461684" y="987317"/>
                </a:cubicBezTo>
                <a:cubicBezTo>
                  <a:pt x="495450" y="989990"/>
                  <a:pt x="530992" y="989099"/>
                  <a:pt x="564758" y="984643"/>
                </a:cubicBezTo>
                <a:cubicBezTo>
                  <a:pt x="566535" y="982860"/>
                  <a:pt x="569200" y="984643"/>
                  <a:pt x="571866" y="983752"/>
                </a:cubicBezTo>
                <a:cubicBezTo>
                  <a:pt x="587860" y="980187"/>
                  <a:pt x="604743" y="980187"/>
                  <a:pt x="617183" y="968601"/>
                </a:cubicBezTo>
                <a:cubicBezTo>
                  <a:pt x="617183" y="968601"/>
                  <a:pt x="617183" y="968601"/>
                  <a:pt x="617183" y="967710"/>
                </a:cubicBezTo>
                <a:cubicBezTo>
                  <a:pt x="623403" y="962362"/>
                  <a:pt x="623403" y="952559"/>
                  <a:pt x="623403" y="944538"/>
                </a:cubicBezTo>
                <a:cubicBezTo>
                  <a:pt x="626069" y="945429"/>
                  <a:pt x="626069" y="949885"/>
                  <a:pt x="626069" y="951667"/>
                </a:cubicBezTo>
                <a:cubicBezTo>
                  <a:pt x="627846" y="965927"/>
                  <a:pt x="614517" y="975731"/>
                  <a:pt x="603855" y="981078"/>
                </a:cubicBezTo>
                <a:cubicBezTo>
                  <a:pt x="596746" y="983752"/>
                  <a:pt x="588749" y="985534"/>
                  <a:pt x="580752" y="986425"/>
                </a:cubicBezTo>
                <a:cubicBezTo>
                  <a:pt x="561203" y="990881"/>
                  <a:pt x="540766" y="991773"/>
                  <a:pt x="520329" y="992664"/>
                </a:cubicBezTo>
                <a:cubicBezTo>
                  <a:pt x="502558" y="993555"/>
                  <a:pt x="483898" y="992664"/>
                  <a:pt x="466127" y="991773"/>
                </a:cubicBezTo>
                <a:cubicBezTo>
                  <a:pt x="437693" y="988208"/>
                  <a:pt x="408370" y="986425"/>
                  <a:pt x="382602" y="976622"/>
                </a:cubicBezTo>
                <a:cubicBezTo>
                  <a:pt x="372827" y="973057"/>
                  <a:pt x="367496" y="963253"/>
                  <a:pt x="367496" y="952559"/>
                </a:cubicBezTo>
                <a:cubicBezTo>
                  <a:pt x="369273" y="948994"/>
                  <a:pt x="370162" y="944538"/>
                  <a:pt x="372827" y="942755"/>
                </a:cubicBezTo>
                <a:close/>
                <a:moveTo>
                  <a:pt x="724309" y="936771"/>
                </a:moveTo>
                <a:cubicBezTo>
                  <a:pt x="726084" y="936771"/>
                  <a:pt x="726971" y="936771"/>
                  <a:pt x="727858" y="937748"/>
                </a:cubicBezTo>
                <a:cubicBezTo>
                  <a:pt x="724309" y="944586"/>
                  <a:pt x="718100" y="947517"/>
                  <a:pt x="711890" y="947517"/>
                </a:cubicBezTo>
                <a:cubicBezTo>
                  <a:pt x="708341" y="947517"/>
                  <a:pt x="704793" y="946540"/>
                  <a:pt x="701244" y="944586"/>
                </a:cubicBezTo>
                <a:cubicBezTo>
                  <a:pt x="700357" y="942633"/>
                  <a:pt x="697696" y="939702"/>
                  <a:pt x="698583" y="937748"/>
                </a:cubicBezTo>
                <a:cubicBezTo>
                  <a:pt x="702131" y="934817"/>
                  <a:pt x="703019" y="941656"/>
                  <a:pt x="705680" y="942633"/>
                </a:cubicBezTo>
                <a:cubicBezTo>
                  <a:pt x="712777" y="944586"/>
                  <a:pt x="718987" y="940679"/>
                  <a:pt x="724309" y="936771"/>
                </a:cubicBezTo>
                <a:close/>
                <a:moveTo>
                  <a:pt x="271432" y="935611"/>
                </a:moveTo>
                <a:cubicBezTo>
                  <a:pt x="272444" y="936206"/>
                  <a:pt x="273569" y="937199"/>
                  <a:pt x="274468" y="937199"/>
                </a:cubicBezTo>
                <a:cubicBezTo>
                  <a:pt x="280765" y="940374"/>
                  <a:pt x="287962" y="938786"/>
                  <a:pt x="294259" y="935611"/>
                </a:cubicBezTo>
                <a:cubicBezTo>
                  <a:pt x="295158" y="935611"/>
                  <a:pt x="296058" y="936405"/>
                  <a:pt x="296058" y="937199"/>
                </a:cubicBezTo>
                <a:cubicBezTo>
                  <a:pt x="296058" y="937199"/>
                  <a:pt x="296058" y="937199"/>
                  <a:pt x="296058" y="938786"/>
                </a:cubicBezTo>
                <a:cubicBezTo>
                  <a:pt x="289761" y="941961"/>
                  <a:pt x="280765" y="944342"/>
                  <a:pt x="274468" y="940374"/>
                </a:cubicBezTo>
                <a:cubicBezTo>
                  <a:pt x="272669" y="939580"/>
                  <a:pt x="269971" y="938786"/>
                  <a:pt x="269071" y="936405"/>
                </a:cubicBezTo>
                <a:cubicBezTo>
                  <a:pt x="269521" y="934818"/>
                  <a:pt x="270420" y="935016"/>
                  <a:pt x="271432" y="935611"/>
                </a:cubicBezTo>
                <a:close/>
                <a:moveTo>
                  <a:pt x="663925" y="933428"/>
                </a:moveTo>
                <a:cubicBezTo>
                  <a:pt x="669293" y="934321"/>
                  <a:pt x="673767" y="937893"/>
                  <a:pt x="676451" y="942358"/>
                </a:cubicBezTo>
                <a:cubicBezTo>
                  <a:pt x="680925" y="949502"/>
                  <a:pt x="681820" y="961110"/>
                  <a:pt x="676451" y="969147"/>
                </a:cubicBezTo>
                <a:cubicBezTo>
                  <a:pt x="672872" y="976291"/>
                  <a:pt x="664819" y="981648"/>
                  <a:pt x="657661" y="985220"/>
                </a:cubicBezTo>
                <a:cubicBezTo>
                  <a:pt x="649608" y="987006"/>
                  <a:pt x="641556" y="988792"/>
                  <a:pt x="633503" y="986113"/>
                </a:cubicBezTo>
                <a:cubicBezTo>
                  <a:pt x="633503" y="986113"/>
                  <a:pt x="633503" y="986113"/>
                  <a:pt x="632608" y="985220"/>
                </a:cubicBezTo>
                <a:cubicBezTo>
                  <a:pt x="632608" y="985220"/>
                  <a:pt x="632608" y="985220"/>
                  <a:pt x="638871" y="978077"/>
                </a:cubicBezTo>
                <a:cubicBezTo>
                  <a:pt x="650503" y="978969"/>
                  <a:pt x="663030" y="975398"/>
                  <a:pt x="667504" y="964682"/>
                </a:cubicBezTo>
                <a:cubicBezTo>
                  <a:pt x="670188" y="958431"/>
                  <a:pt x="671083" y="951287"/>
                  <a:pt x="667504" y="945037"/>
                </a:cubicBezTo>
                <a:cubicBezTo>
                  <a:pt x="665714" y="944144"/>
                  <a:pt x="664819" y="943251"/>
                  <a:pt x="663030" y="944144"/>
                </a:cubicBezTo>
                <a:cubicBezTo>
                  <a:pt x="661240" y="945037"/>
                  <a:pt x="662135" y="947716"/>
                  <a:pt x="661240" y="949502"/>
                </a:cubicBezTo>
                <a:cubicBezTo>
                  <a:pt x="658556" y="951287"/>
                  <a:pt x="655872" y="953966"/>
                  <a:pt x="652293" y="953966"/>
                </a:cubicBezTo>
                <a:cubicBezTo>
                  <a:pt x="648714" y="953073"/>
                  <a:pt x="646029" y="950394"/>
                  <a:pt x="646029" y="946823"/>
                </a:cubicBezTo>
                <a:cubicBezTo>
                  <a:pt x="645135" y="943251"/>
                  <a:pt x="645135" y="938786"/>
                  <a:pt x="647819" y="935214"/>
                </a:cubicBezTo>
                <a:cubicBezTo>
                  <a:pt x="652293" y="931642"/>
                  <a:pt x="658556" y="932535"/>
                  <a:pt x="663925" y="933428"/>
                </a:cubicBezTo>
                <a:close/>
                <a:moveTo>
                  <a:pt x="601526" y="933230"/>
                </a:moveTo>
                <a:cubicBezTo>
                  <a:pt x="601526" y="933230"/>
                  <a:pt x="601526" y="933230"/>
                  <a:pt x="602445" y="934137"/>
                </a:cubicBezTo>
                <a:cubicBezTo>
                  <a:pt x="601526" y="939580"/>
                  <a:pt x="594173" y="935952"/>
                  <a:pt x="591416" y="940487"/>
                </a:cubicBezTo>
                <a:cubicBezTo>
                  <a:pt x="589578" y="942302"/>
                  <a:pt x="589578" y="945023"/>
                  <a:pt x="586821" y="945930"/>
                </a:cubicBezTo>
                <a:cubicBezTo>
                  <a:pt x="584983" y="944116"/>
                  <a:pt x="587740" y="941394"/>
                  <a:pt x="587740" y="939580"/>
                </a:cubicBezTo>
                <a:cubicBezTo>
                  <a:pt x="591416" y="935044"/>
                  <a:pt x="596931" y="934137"/>
                  <a:pt x="601526" y="933230"/>
                </a:cubicBezTo>
                <a:close/>
                <a:moveTo>
                  <a:pt x="398872" y="933230"/>
                </a:moveTo>
                <a:cubicBezTo>
                  <a:pt x="405409" y="934123"/>
                  <a:pt x="410078" y="939481"/>
                  <a:pt x="411946" y="944838"/>
                </a:cubicBezTo>
                <a:cubicBezTo>
                  <a:pt x="411946" y="946624"/>
                  <a:pt x="411012" y="947517"/>
                  <a:pt x="410078" y="947517"/>
                </a:cubicBezTo>
                <a:cubicBezTo>
                  <a:pt x="408211" y="946624"/>
                  <a:pt x="409144" y="943945"/>
                  <a:pt x="407277" y="943052"/>
                </a:cubicBezTo>
                <a:cubicBezTo>
                  <a:pt x="405409" y="937695"/>
                  <a:pt x="396071" y="939481"/>
                  <a:pt x="398872" y="933230"/>
                </a:cubicBezTo>
                <a:close/>
                <a:moveTo>
                  <a:pt x="341265" y="929431"/>
                </a:moveTo>
                <a:cubicBezTo>
                  <a:pt x="345421" y="930429"/>
                  <a:pt x="349015" y="933090"/>
                  <a:pt x="350363" y="937526"/>
                </a:cubicBezTo>
                <a:cubicBezTo>
                  <a:pt x="350363" y="941074"/>
                  <a:pt x="350363" y="944623"/>
                  <a:pt x="347667" y="947284"/>
                </a:cubicBezTo>
                <a:cubicBezTo>
                  <a:pt x="345870" y="949946"/>
                  <a:pt x="342276" y="949946"/>
                  <a:pt x="339580" y="949058"/>
                </a:cubicBezTo>
                <a:cubicBezTo>
                  <a:pt x="336884" y="948171"/>
                  <a:pt x="335986" y="941074"/>
                  <a:pt x="332391" y="944623"/>
                </a:cubicBezTo>
                <a:cubicBezTo>
                  <a:pt x="328797" y="949058"/>
                  <a:pt x="327000" y="953494"/>
                  <a:pt x="327898" y="958817"/>
                </a:cubicBezTo>
                <a:cubicBezTo>
                  <a:pt x="330594" y="967688"/>
                  <a:pt x="339580" y="972124"/>
                  <a:pt x="348566" y="973011"/>
                </a:cubicBezTo>
                <a:cubicBezTo>
                  <a:pt x="356653" y="970350"/>
                  <a:pt x="356653" y="978334"/>
                  <a:pt x="361146" y="981882"/>
                </a:cubicBezTo>
                <a:cubicBezTo>
                  <a:pt x="361146" y="981882"/>
                  <a:pt x="361146" y="981882"/>
                  <a:pt x="361146" y="983657"/>
                </a:cubicBezTo>
                <a:cubicBezTo>
                  <a:pt x="345870" y="987205"/>
                  <a:pt x="330594" y="981882"/>
                  <a:pt x="321608" y="970350"/>
                </a:cubicBezTo>
                <a:cubicBezTo>
                  <a:pt x="317115" y="964140"/>
                  <a:pt x="313521" y="957930"/>
                  <a:pt x="315318" y="949946"/>
                </a:cubicBezTo>
                <a:cubicBezTo>
                  <a:pt x="317115" y="942849"/>
                  <a:pt x="320710" y="933977"/>
                  <a:pt x="328797" y="931316"/>
                </a:cubicBezTo>
                <a:cubicBezTo>
                  <a:pt x="332391" y="929098"/>
                  <a:pt x="337109" y="928433"/>
                  <a:pt x="341265" y="929431"/>
                </a:cubicBezTo>
                <a:close/>
                <a:moveTo>
                  <a:pt x="364820" y="929359"/>
                </a:moveTo>
                <a:cubicBezTo>
                  <a:pt x="365714" y="929359"/>
                  <a:pt x="366607" y="928467"/>
                  <a:pt x="367500" y="929359"/>
                </a:cubicBezTo>
                <a:cubicBezTo>
                  <a:pt x="370180" y="931143"/>
                  <a:pt x="371073" y="933818"/>
                  <a:pt x="371967" y="936494"/>
                </a:cubicBezTo>
                <a:cubicBezTo>
                  <a:pt x="371967" y="939169"/>
                  <a:pt x="368394" y="940061"/>
                  <a:pt x="368394" y="941845"/>
                </a:cubicBezTo>
                <a:cubicBezTo>
                  <a:pt x="364820" y="946304"/>
                  <a:pt x="364820" y="952547"/>
                  <a:pt x="363927" y="958790"/>
                </a:cubicBezTo>
                <a:cubicBezTo>
                  <a:pt x="367500" y="979303"/>
                  <a:pt x="389832" y="982870"/>
                  <a:pt x="405911" y="986438"/>
                </a:cubicBezTo>
                <a:cubicBezTo>
                  <a:pt x="426456" y="990897"/>
                  <a:pt x="447002" y="993572"/>
                  <a:pt x="467547" y="995356"/>
                </a:cubicBezTo>
                <a:cubicBezTo>
                  <a:pt x="489879" y="997140"/>
                  <a:pt x="512210" y="996248"/>
                  <a:pt x="535435" y="995356"/>
                </a:cubicBezTo>
                <a:cubicBezTo>
                  <a:pt x="551514" y="992681"/>
                  <a:pt x="566700" y="994464"/>
                  <a:pt x="581886" y="990005"/>
                </a:cubicBezTo>
                <a:cubicBezTo>
                  <a:pt x="600644" y="988221"/>
                  <a:pt x="621190" y="981087"/>
                  <a:pt x="630122" y="962358"/>
                </a:cubicBezTo>
                <a:cubicBezTo>
                  <a:pt x="632802" y="954331"/>
                  <a:pt x="631909" y="945412"/>
                  <a:pt x="626549" y="940061"/>
                </a:cubicBezTo>
                <a:cubicBezTo>
                  <a:pt x="628336" y="937386"/>
                  <a:pt x="628336" y="932035"/>
                  <a:pt x="632802" y="932926"/>
                </a:cubicBezTo>
                <a:cubicBezTo>
                  <a:pt x="640841" y="941845"/>
                  <a:pt x="645308" y="954331"/>
                  <a:pt x="642628" y="965925"/>
                </a:cubicBezTo>
                <a:cubicBezTo>
                  <a:pt x="637268" y="983762"/>
                  <a:pt x="616723" y="993572"/>
                  <a:pt x="599751" y="998032"/>
                </a:cubicBezTo>
                <a:cubicBezTo>
                  <a:pt x="587245" y="1000707"/>
                  <a:pt x="574739" y="1001599"/>
                  <a:pt x="562234" y="1003383"/>
                </a:cubicBezTo>
                <a:cubicBezTo>
                  <a:pt x="560447" y="1004275"/>
                  <a:pt x="559554" y="1004275"/>
                  <a:pt x="558660" y="1004275"/>
                </a:cubicBezTo>
                <a:cubicBezTo>
                  <a:pt x="552408" y="1006058"/>
                  <a:pt x="545261" y="1005167"/>
                  <a:pt x="539008" y="1006058"/>
                </a:cubicBezTo>
                <a:cubicBezTo>
                  <a:pt x="535435" y="1004275"/>
                  <a:pt x="531862" y="1006950"/>
                  <a:pt x="528289" y="1006950"/>
                </a:cubicBezTo>
                <a:cubicBezTo>
                  <a:pt x="519357" y="1007842"/>
                  <a:pt x="511317" y="1006950"/>
                  <a:pt x="503278" y="1007842"/>
                </a:cubicBezTo>
                <a:cubicBezTo>
                  <a:pt x="503278" y="1007842"/>
                  <a:pt x="503278" y="1007842"/>
                  <a:pt x="494345" y="1007842"/>
                </a:cubicBezTo>
                <a:cubicBezTo>
                  <a:pt x="472013" y="1006950"/>
                  <a:pt x="450575" y="1005167"/>
                  <a:pt x="429136" y="1002491"/>
                </a:cubicBezTo>
                <a:cubicBezTo>
                  <a:pt x="416630" y="999815"/>
                  <a:pt x="403231" y="998032"/>
                  <a:pt x="391619" y="995356"/>
                </a:cubicBezTo>
                <a:cubicBezTo>
                  <a:pt x="377326" y="990897"/>
                  <a:pt x="361247" y="982870"/>
                  <a:pt x="355888" y="967709"/>
                </a:cubicBezTo>
                <a:cubicBezTo>
                  <a:pt x="353208" y="954331"/>
                  <a:pt x="353208" y="938278"/>
                  <a:pt x="364820" y="929359"/>
                </a:cubicBezTo>
                <a:close/>
                <a:moveTo>
                  <a:pt x="675117" y="926880"/>
                </a:moveTo>
                <a:cubicBezTo>
                  <a:pt x="676881" y="926880"/>
                  <a:pt x="678645" y="926880"/>
                  <a:pt x="678645" y="928864"/>
                </a:cubicBezTo>
                <a:cubicBezTo>
                  <a:pt x="677763" y="930849"/>
                  <a:pt x="677763" y="933825"/>
                  <a:pt x="676881" y="934817"/>
                </a:cubicBezTo>
                <a:cubicBezTo>
                  <a:pt x="674235" y="933825"/>
                  <a:pt x="671590" y="933825"/>
                  <a:pt x="670708" y="930849"/>
                </a:cubicBezTo>
                <a:cubicBezTo>
                  <a:pt x="671590" y="928864"/>
                  <a:pt x="673354" y="927872"/>
                  <a:pt x="675117" y="926880"/>
                </a:cubicBezTo>
                <a:close/>
                <a:moveTo>
                  <a:pt x="536192" y="926136"/>
                </a:moveTo>
                <a:cubicBezTo>
                  <a:pt x="547563" y="925293"/>
                  <a:pt x="554561" y="934570"/>
                  <a:pt x="565058" y="933727"/>
                </a:cubicBezTo>
                <a:cubicBezTo>
                  <a:pt x="565058" y="933727"/>
                  <a:pt x="565058" y="933727"/>
                  <a:pt x="565933" y="933727"/>
                </a:cubicBezTo>
                <a:cubicBezTo>
                  <a:pt x="563309" y="940473"/>
                  <a:pt x="557186" y="945533"/>
                  <a:pt x="550188" y="947220"/>
                </a:cubicBezTo>
                <a:cubicBezTo>
                  <a:pt x="548438" y="950593"/>
                  <a:pt x="544065" y="952280"/>
                  <a:pt x="540566" y="951437"/>
                </a:cubicBezTo>
                <a:cubicBezTo>
                  <a:pt x="537067" y="950593"/>
                  <a:pt x="534442" y="948063"/>
                  <a:pt x="533568" y="944690"/>
                </a:cubicBezTo>
                <a:cubicBezTo>
                  <a:pt x="532693" y="943003"/>
                  <a:pt x="534442" y="941317"/>
                  <a:pt x="536192" y="939630"/>
                </a:cubicBezTo>
                <a:cubicBezTo>
                  <a:pt x="537941" y="937943"/>
                  <a:pt x="540566" y="940473"/>
                  <a:pt x="541440" y="943003"/>
                </a:cubicBezTo>
                <a:cubicBezTo>
                  <a:pt x="541440" y="943847"/>
                  <a:pt x="542315" y="943003"/>
                  <a:pt x="543190" y="942160"/>
                </a:cubicBezTo>
                <a:cubicBezTo>
                  <a:pt x="544065" y="940473"/>
                  <a:pt x="544065" y="939630"/>
                  <a:pt x="543190" y="937943"/>
                </a:cubicBezTo>
                <a:cubicBezTo>
                  <a:pt x="540566" y="937100"/>
                  <a:pt x="537941" y="934570"/>
                  <a:pt x="535317" y="937100"/>
                </a:cubicBezTo>
                <a:cubicBezTo>
                  <a:pt x="532693" y="937943"/>
                  <a:pt x="530944" y="939630"/>
                  <a:pt x="529194" y="942160"/>
                </a:cubicBezTo>
                <a:cubicBezTo>
                  <a:pt x="529194" y="943847"/>
                  <a:pt x="529194" y="944690"/>
                  <a:pt x="528319" y="944690"/>
                </a:cubicBezTo>
                <a:cubicBezTo>
                  <a:pt x="526570" y="943847"/>
                  <a:pt x="523946" y="943003"/>
                  <a:pt x="523071" y="942160"/>
                </a:cubicBezTo>
                <a:cubicBezTo>
                  <a:pt x="523071" y="937943"/>
                  <a:pt x="527445" y="937943"/>
                  <a:pt x="529194" y="935413"/>
                </a:cubicBezTo>
                <a:cubicBezTo>
                  <a:pt x="531818" y="932883"/>
                  <a:pt x="533568" y="928667"/>
                  <a:pt x="536192" y="926136"/>
                </a:cubicBezTo>
                <a:close/>
                <a:moveTo>
                  <a:pt x="464954" y="923252"/>
                </a:moveTo>
                <a:cubicBezTo>
                  <a:pt x="468405" y="925837"/>
                  <a:pt x="468405" y="931008"/>
                  <a:pt x="470994" y="933593"/>
                </a:cubicBezTo>
                <a:cubicBezTo>
                  <a:pt x="470994" y="933593"/>
                  <a:pt x="470994" y="933593"/>
                  <a:pt x="477033" y="939626"/>
                </a:cubicBezTo>
                <a:cubicBezTo>
                  <a:pt x="477033" y="942211"/>
                  <a:pt x="474445" y="941349"/>
                  <a:pt x="472719" y="942211"/>
                </a:cubicBezTo>
                <a:cubicBezTo>
                  <a:pt x="470994" y="939626"/>
                  <a:pt x="471856" y="933593"/>
                  <a:pt x="466680" y="934455"/>
                </a:cubicBezTo>
                <a:cubicBezTo>
                  <a:pt x="463229" y="933593"/>
                  <a:pt x="460640" y="934455"/>
                  <a:pt x="458915" y="937040"/>
                </a:cubicBezTo>
                <a:cubicBezTo>
                  <a:pt x="458052" y="937902"/>
                  <a:pt x="457189" y="939626"/>
                  <a:pt x="458052" y="940487"/>
                </a:cubicBezTo>
                <a:cubicBezTo>
                  <a:pt x="460640" y="943073"/>
                  <a:pt x="460640" y="937902"/>
                  <a:pt x="463229" y="937040"/>
                </a:cubicBezTo>
                <a:cubicBezTo>
                  <a:pt x="466680" y="936179"/>
                  <a:pt x="467543" y="938764"/>
                  <a:pt x="468405" y="940487"/>
                </a:cubicBezTo>
                <a:cubicBezTo>
                  <a:pt x="469268" y="943073"/>
                  <a:pt x="467543" y="945658"/>
                  <a:pt x="466680" y="946520"/>
                </a:cubicBezTo>
                <a:cubicBezTo>
                  <a:pt x="464092" y="948243"/>
                  <a:pt x="460640" y="949105"/>
                  <a:pt x="458915" y="948243"/>
                </a:cubicBezTo>
                <a:cubicBezTo>
                  <a:pt x="458052" y="947382"/>
                  <a:pt x="456327" y="946520"/>
                  <a:pt x="454601" y="946520"/>
                </a:cubicBezTo>
                <a:cubicBezTo>
                  <a:pt x="451150" y="941349"/>
                  <a:pt x="442523" y="944796"/>
                  <a:pt x="439934" y="937902"/>
                </a:cubicBezTo>
                <a:cubicBezTo>
                  <a:pt x="439071" y="936179"/>
                  <a:pt x="437346" y="935317"/>
                  <a:pt x="438209" y="933593"/>
                </a:cubicBezTo>
                <a:cubicBezTo>
                  <a:pt x="446836" y="931008"/>
                  <a:pt x="453738" y="918943"/>
                  <a:pt x="464954" y="923252"/>
                </a:cubicBezTo>
                <a:close/>
                <a:moveTo>
                  <a:pt x="322946" y="920926"/>
                </a:moveTo>
                <a:cubicBezTo>
                  <a:pt x="325030" y="921522"/>
                  <a:pt x="326882" y="922911"/>
                  <a:pt x="327808" y="924498"/>
                </a:cubicBezTo>
                <a:cubicBezTo>
                  <a:pt x="327808" y="926879"/>
                  <a:pt x="323178" y="926879"/>
                  <a:pt x="321326" y="929260"/>
                </a:cubicBezTo>
                <a:cubicBezTo>
                  <a:pt x="321326" y="929260"/>
                  <a:pt x="321326" y="929260"/>
                  <a:pt x="319474" y="930054"/>
                </a:cubicBezTo>
                <a:cubicBezTo>
                  <a:pt x="317622" y="927673"/>
                  <a:pt x="318548" y="925292"/>
                  <a:pt x="316696" y="922117"/>
                </a:cubicBezTo>
                <a:cubicBezTo>
                  <a:pt x="318548" y="920530"/>
                  <a:pt x="320863" y="920331"/>
                  <a:pt x="322946" y="920926"/>
                </a:cubicBezTo>
                <a:close/>
                <a:moveTo>
                  <a:pt x="680914" y="920674"/>
                </a:moveTo>
                <a:cubicBezTo>
                  <a:pt x="681821" y="925003"/>
                  <a:pt x="676378" y="921540"/>
                  <a:pt x="673657" y="923272"/>
                </a:cubicBezTo>
                <a:cubicBezTo>
                  <a:pt x="669121" y="924138"/>
                  <a:pt x="667307" y="928467"/>
                  <a:pt x="663678" y="928467"/>
                </a:cubicBezTo>
                <a:cubicBezTo>
                  <a:pt x="662771" y="924138"/>
                  <a:pt x="667307" y="923272"/>
                  <a:pt x="669121" y="921540"/>
                </a:cubicBezTo>
                <a:cubicBezTo>
                  <a:pt x="672749" y="918942"/>
                  <a:pt x="677285" y="918942"/>
                  <a:pt x="680914" y="920674"/>
                </a:cubicBezTo>
                <a:close/>
                <a:moveTo>
                  <a:pt x="598212" y="918250"/>
                </a:moveTo>
                <a:cubicBezTo>
                  <a:pt x="601739" y="919145"/>
                  <a:pt x="607031" y="917355"/>
                  <a:pt x="608795" y="920039"/>
                </a:cubicBezTo>
                <a:cubicBezTo>
                  <a:pt x="605267" y="922724"/>
                  <a:pt x="606149" y="929882"/>
                  <a:pt x="600857" y="928987"/>
                </a:cubicBezTo>
                <a:cubicBezTo>
                  <a:pt x="593802" y="929882"/>
                  <a:pt x="587628" y="933461"/>
                  <a:pt x="584101" y="939724"/>
                </a:cubicBezTo>
                <a:cubicBezTo>
                  <a:pt x="583219" y="942409"/>
                  <a:pt x="581455" y="946882"/>
                  <a:pt x="582337" y="949567"/>
                </a:cubicBezTo>
                <a:cubicBezTo>
                  <a:pt x="585865" y="952251"/>
                  <a:pt x="589392" y="946882"/>
                  <a:pt x="593802" y="949567"/>
                </a:cubicBezTo>
                <a:cubicBezTo>
                  <a:pt x="595566" y="951356"/>
                  <a:pt x="597330" y="954935"/>
                  <a:pt x="597330" y="958514"/>
                </a:cubicBezTo>
                <a:cubicBezTo>
                  <a:pt x="596448" y="962988"/>
                  <a:pt x="593802" y="964778"/>
                  <a:pt x="589392" y="965672"/>
                </a:cubicBezTo>
                <a:cubicBezTo>
                  <a:pt x="584983" y="966567"/>
                  <a:pt x="579691" y="964778"/>
                  <a:pt x="575281" y="961199"/>
                </a:cubicBezTo>
                <a:cubicBezTo>
                  <a:pt x="569108" y="955830"/>
                  <a:pt x="569108" y="948672"/>
                  <a:pt x="570872" y="940619"/>
                </a:cubicBezTo>
                <a:cubicBezTo>
                  <a:pt x="574399" y="933461"/>
                  <a:pt x="578809" y="925408"/>
                  <a:pt x="587628" y="921829"/>
                </a:cubicBezTo>
                <a:cubicBezTo>
                  <a:pt x="591156" y="920039"/>
                  <a:pt x="595566" y="920039"/>
                  <a:pt x="598212" y="918250"/>
                </a:cubicBezTo>
                <a:close/>
                <a:moveTo>
                  <a:pt x="392643" y="917355"/>
                </a:moveTo>
                <a:cubicBezTo>
                  <a:pt x="405271" y="918218"/>
                  <a:pt x="418800" y="925125"/>
                  <a:pt x="424212" y="937213"/>
                </a:cubicBezTo>
                <a:cubicBezTo>
                  <a:pt x="426016" y="943256"/>
                  <a:pt x="427820" y="952753"/>
                  <a:pt x="423310" y="957933"/>
                </a:cubicBezTo>
                <a:cubicBezTo>
                  <a:pt x="420604" y="963114"/>
                  <a:pt x="415192" y="966567"/>
                  <a:pt x="409780" y="966567"/>
                </a:cubicBezTo>
                <a:cubicBezTo>
                  <a:pt x="405271" y="966567"/>
                  <a:pt x="403467" y="962250"/>
                  <a:pt x="401663" y="959660"/>
                </a:cubicBezTo>
                <a:cubicBezTo>
                  <a:pt x="401663" y="954480"/>
                  <a:pt x="406172" y="951890"/>
                  <a:pt x="409780" y="950163"/>
                </a:cubicBezTo>
                <a:cubicBezTo>
                  <a:pt x="411584" y="950163"/>
                  <a:pt x="414290" y="951890"/>
                  <a:pt x="415192" y="949300"/>
                </a:cubicBezTo>
                <a:cubicBezTo>
                  <a:pt x="415192" y="944120"/>
                  <a:pt x="413388" y="937213"/>
                  <a:pt x="407976" y="933759"/>
                </a:cubicBezTo>
                <a:cubicBezTo>
                  <a:pt x="403467" y="929442"/>
                  <a:pt x="395349" y="931169"/>
                  <a:pt x="393545" y="925125"/>
                </a:cubicBezTo>
                <a:cubicBezTo>
                  <a:pt x="393545" y="922535"/>
                  <a:pt x="388133" y="919082"/>
                  <a:pt x="392643" y="917355"/>
                </a:cubicBezTo>
                <a:close/>
                <a:moveTo>
                  <a:pt x="694053" y="917312"/>
                </a:moveTo>
                <a:cubicBezTo>
                  <a:pt x="697259" y="916417"/>
                  <a:pt x="700575" y="916864"/>
                  <a:pt x="703229" y="919549"/>
                </a:cubicBezTo>
                <a:cubicBezTo>
                  <a:pt x="704113" y="923128"/>
                  <a:pt x="706767" y="926707"/>
                  <a:pt x="704113" y="930286"/>
                </a:cubicBezTo>
                <a:cubicBezTo>
                  <a:pt x="702344" y="932075"/>
                  <a:pt x="700575" y="933865"/>
                  <a:pt x="697922" y="933865"/>
                </a:cubicBezTo>
                <a:cubicBezTo>
                  <a:pt x="696153" y="932970"/>
                  <a:pt x="695269" y="932075"/>
                  <a:pt x="693500" y="933865"/>
                </a:cubicBezTo>
                <a:cubicBezTo>
                  <a:pt x="691731" y="935654"/>
                  <a:pt x="693500" y="939234"/>
                  <a:pt x="695269" y="941918"/>
                </a:cubicBezTo>
                <a:cubicBezTo>
                  <a:pt x="697922" y="949076"/>
                  <a:pt x="705882" y="951760"/>
                  <a:pt x="712958" y="950865"/>
                </a:cubicBezTo>
                <a:cubicBezTo>
                  <a:pt x="719149" y="949971"/>
                  <a:pt x="727109" y="947286"/>
                  <a:pt x="730647" y="940128"/>
                </a:cubicBezTo>
                <a:cubicBezTo>
                  <a:pt x="734185" y="938339"/>
                  <a:pt x="738607" y="941023"/>
                  <a:pt x="742145" y="940128"/>
                </a:cubicBezTo>
                <a:cubicBezTo>
                  <a:pt x="742145" y="942813"/>
                  <a:pt x="739492" y="944602"/>
                  <a:pt x="738607" y="946392"/>
                </a:cubicBezTo>
                <a:cubicBezTo>
                  <a:pt x="728878" y="955339"/>
                  <a:pt x="715611" y="963392"/>
                  <a:pt x="703229" y="957129"/>
                </a:cubicBezTo>
                <a:cubicBezTo>
                  <a:pt x="694384" y="955339"/>
                  <a:pt x="686424" y="949971"/>
                  <a:pt x="682002" y="941918"/>
                </a:cubicBezTo>
                <a:cubicBezTo>
                  <a:pt x="680233" y="935654"/>
                  <a:pt x="681117" y="928496"/>
                  <a:pt x="685540" y="923128"/>
                </a:cubicBezTo>
                <a:cubicBezTo>
                  <a:pt x="687751" y="920444"/>
                  <a:pt x="690846" y="918207"/>
                  <a:pt x="694053" y="917312"/>
                </a:cubicBezTo>
                <a:close/>
                <a:moveTo>
                  <a:pt x="315108" y="914285"/>
                </a:moveTo>
                <a:cubicBezTo>
                  <a:pt x="317688" y="912592"/>
                  <a:pt x="321987" y="913439"/>
                  <a:pt x="325426" y="914285"/>
                </a:cubicBezTo>
                <a:cubicBezTo>
                  <a:pt x="325426" y="914285"/>
                  <a:pt x="325426" y="914285"/>
                  <a:pt x="331446" y="917672"/>
                </a:cubicBezTo>
                <a:cubicBezTo>
                  <a:pt x="332305" y="919365"/>
                  <a:pt x="335745" y="921059"/>
                  <a:pt x="335745" y="924445"/>
                </a:cubicBezTo>
                <a:cubicBezTo>
                  <a:pt x="334885" y="925292"/>
                  <a:pt x="333165" y="924445"/>
                  <a:pt x="332305" y="923599"/>
                </a:cubicBezTo>
                <a:cubicBezTo>
                  <a:pt x="330586" y="919365"/>
                  <a:pt x="327146" y="918519"/>
                  <a:pt x="324567" y="916825"/>
                </a:cubicBezTo>
                <a:cubicBezTo>
                  <a:pt x="321127" y="915979"/>
                  <a:pt x="315968" y="918519"/>
                  <a:pt x="315108" y="914285"/>
                </a:cubicBezTo>
                <a:close/>
                <a:moveTo>
                  <a:pt x="501022" y="911005"/>
                </a:moveTo>
                <a:cubicBezTo>
                  <a:pt x="501022" y="911005"/>
                  <a:pt x="501022" y="911005"/>
                  <a:pt x="507195" y="918761"/>
                </a:cubicBezTo>
                <a:cubicBezTo>
                  <a:pt x="511605" y="923932"/>
                  <a:pt x="515133" y="931688"/>
                  <a:pt x="511605" y="937720"/>
                </a:cubicBezTo>
                <a:cubicBezTo>
                  <a:pt x="510723" y="938582"/>
                  <a:pt x="508959" y="939444"/>
                  <a:pt x="507195" y="940305"/>
                </a:cubicBezTo>
                <a:cubicBezTo>
                  <a:pt x="508077" y="935135"/>
                  <a:pt x="508077" y="929964"/>
                  <a:pt x="503668" y="927379"/>
                </a:cubicBezTo>
                <a:cubicBezTo>
                  <a:pt x="501904" y="925655"/>
                  <a:pt x="499258" y="925655"/>
                  <a:pt x="498376" y="926517"/>
                </a:cubicBezTo>
                <a:cubicBezTo>
                  <a:pt x="496612" y="927379"/>
                  <a:pt x="493966" y="929102"/>
                  <a:pt x="493966" y="931688"/>
                </a:cubicBezTo>
                <a:cubicBezTo>
                  <a:pt x="496612" y="933411"/>
                  <a:pt x="498376" y="927379"/>
                  <a:pt x="501904" y="930826"/>
                </a:cubicBezTo>
                <a:cubicBezTo>
                  <a:pt x="503668" y="932549"/>
                  <a:pt x="503668" y="935135"/>
                  <a:pt x="503668" y="936858"/>
                </a:cubicBezTo>
                <a:cubicBezTo>
                  <a:pt x="501904" y="941167"/>
                  <a:pt x="497494" y="937720"/>
                  <a:pt x="495730" y="940305"/>
                </a:cubicBezTo>
                <a:cubicBezTo>
                  <a:pt x="491320" y="941167"/>
                  <a:pt x="489557" y="936858"/>
                  <a:pt x="486911" y="934273"/>
                </a:cubicBezTo>
                <a:cubicBezTo>
                  <a:pt x="483383" y="929102"/>
                  <a:pt x="488675" y="923932"/>
                  <a:pt x="491320" y="919623"/>
                </a:cubicBezTo>
                <a:cubicBezTo>
                  <a:pt x="495730" y="917899"/>
                  <a:pt x="495730" y="911867"/>
                  <a:pt x="501022" y="911005"/>
                </a:cubicBezTo>
                <a:close/>
                <a:moveTo>
                  <a:pt x="298540" y="911005"/>
                </a:moveTo>
                <a:cubicBezTo>
                  <a:pt x="304644" y="911005"/>
                  <a:pt x="309004" y="915399"/>
                  <a:pt x="312492" y="920672"/>
                </a:cubicBezTo>
                <a:cubicBezTo>
                  <a:pt x="315108" y="926823"/>
                  <a:pt x="315108" y="935611"/>
                  <a:pt x="312492" y="941763"/>
                </a:cubicBezTo>
                <a:cubicBezTo>
                  <a:pt x="308132" y="949672"/>
                  <a:pt x="301156" y="955823"/>
                  <a:pt x="293308" y="957581"/>
                </a:cubicBezTo>
                <a:cubicBezTo>
                  <a:pt x="279356" y="960217"/>
                  <a:pt x="265404" y="954066"/>
                  <a:pt x="256684" y="944399"/>
                </a:cubicBezTo>
                <a:cubicBezTo>
                  <a:pt x="254940" y="942641"/>
                  <a:pt x="253196" y="940884"/>
                  <a:pt x="253196" y="938247"/>
                </a:cubicBezTo>
                <a:cubicBezTo>
                  <a:pt x="257556" y="937369"/>
                  <a:pt x="261916" y="937369"/>
                  <a:pt x="265404" y="937369"/>
                </a:cubicBezTo>
                <a:cubicBezTo>
                  <a:pt x="266276" y="938247"/>
                  <a:pt x="267148" y="938247"/>
                  <a:pt x="267148" y="940005"/>
                </a:cubicBezTo>
                <a:cubicBezTo>
                  <a:pt x="274996" y="945278"/>
                  <a:pt x="285460" y="949672"/>
                  <a:pt x="294180" y="944399"/>
                </a:cubicBezTo>
                <a:cubicBezTo>
                  <a:pt x="297668" y="941763"/>
                  <a:pt x="302028" y="938247"/>
                  <a:pt x="301156" y="933854"/>
                </a:cubicBezTo>
                <a:cubicBezTo>
                  <a:pt x="301156" y="933854"/>
                  <a:pt x="301156" y="933854"/>
                  <a:pt x="293308" y="930338"/>
                </a:cubicBezTo>
                <a:cubicBezTo>
                  <a:pt x="290692" y="926823"/>
                  <a:pt x="287204" y="920672"/>
                  <a:pt x="290692" y="915399"/>
                </a:cubicBezTo>
                <a:cubicBezTo>
                  <a:pt x="292436" y="913641"/>
                  <a:pt x="295052" y="911005"/>
                  <a:pt x="298540" y="911005"/>
                </a:cubicBezTo>
                <a:close/>
                <a:moveTo>
                  <a:pt x="460960" y="908964"/>
                </a:moveTo>
                <a:cubicBezTo>
                  <a:pt x="463460" y="909191"/>
                  <a:pt x="465603" y="910098"/>
                  <a:pt x="466555" y="912366"/>
                </a:cubicBezTo>
                <a:cubicBezTo>
                  <a:pt x="465603" y="914180"/>
                  <a:pt x="467508" y="917809"/>
                  <a:pt x="464651" y="918716"/>
                </a:cubicBezTo>
                <a:cubicBezTo>
                  <a:pt x="461793" y="915994"/>
                  <a:pt x="457031" y="920530"/>
                  <a:pt x="456078" y="915994"/>
                </a:cubicBezTo>
                <a:cubicBezTo>
                  <a:pt x="454173" y="914180"/>
                  <a:pt x="453221" y="912366"/>
                  <a:pt x="453221" y="909644"/>
                </a:cubicBezTo>
                <a:cubicBezTo>
                  <a:pt x="455602" y="909191"/>
                  <a:pt x="458460" y="908737"/>
                  <a:pt x="460960" y="908964"/>
                </a:cubicBezTo>
                <a:close/>
                <a:moveTo>
                  <a:pt x="541620" y="908749"/>
                </a:moveTo>
                <a:cubicBezTo>
                  <a:pt x="544962" y="908749"/>
                  <a:pt x="548304" y="912425"/>
                  <a:pt x="550810" y="914263"/>
                </a:cubicBezTo>
                <a:cubicBezTo>
                  <a:pt x="548304" y="917021"/>
                  <a:pt x="551646" y="924373"/>
                  <a:pt x="545797" y="923454"/>
                </a:cubicBezTo>
                <a:cubicBezTo>
                  <a:pt x="543291" y="920697"/>
                  <a:pt x="536606" y="925292"/>
                  <a:pt x="537442" y="918859"/>
                </a:cubicBezTo>
                <a:cubicBezTo>
                  <a:pt x="539949" y="915183"/>
                  <a:pt x="535771" y="907830"/>
                  <a:pt x="541620" y="908749"/>
                </a:cubicBezTo>
                <a:close/>
                <a:moveTo>
                  <a:pt x="674529" y="907455"/>
                </a:moveTo>
                <a:cubicBezTo>
                  <a:pt x="679605" y="907785"/>
                  <a:pt x="684682" y="909329"/>
                  <a:pt x="688835" y="912416"/>
                </a:cubicBezTo>
                <a:cubicBezTo>
                  <a:pt x="688835" y="912416"/>
                  <a:pt x="688835" y="912416"/>
                  <a:pt x="689758" y="914179"/>
                </a:cubicBezTo>
                <a:cubicBezTo>
                  <a:pt x="685143" y="920353"/>
                  <a:pt x="676837" y="913298"/>
                  <a:pt x="670376" y="916825"/>
                </a:cubicBezTo>
                <a:cubicBezTo>
                  <a:pt x="662069" y="918589"/>
                  <a:pt x="662069" y="930054"/>
                  <a:pt x="652840" y="929172"/>
                </a:cubicBezTo>
                <a:cubicBezTo>
                  <a:pt x="651917" y="929172"/>
                  <a:pt x="650071" y="928290"/>
                  <a:pt x="650071" y="927408"/>
                </a:cubicBezTo>
                <a:cubicBezTo>
                  <a:pt x="650071" y="920353"/>
                  <a:pt x="654686" y="914179"/>
                  <a:pt x="660223" y="909770"/>
                </a:cubicBezTo>
                <a:cubicBezTo>
                  <a:pt x="664377" y="908006"/>
                  <a:pt x="669453" y="907124"/>
                  <a:pt x="674529" y="907455"/>
                </a:cubicBezTo>
                <a:close/>
                <a:moveTo>
                  <a:pt x="327631" y="903265"/>
                </a:moveTo>
                <a:cubicBezTo>
                  <a:pt x="332702" y="904778"/>
                  <a:pt x="337333" y="907802"/>
                  <a:pt x="340860" y="911990"/>
                </a:cubicBezTo>
                <a:cubicBezTo>
                  <a:pt x="343506" y="915712"/>
                  <a:pt x="344388" y="919434"/>
                  <a:pt x="345270" y="925018"/>
                </a:cubicBezTo>
                <a:cubicBezTo>
                  <a:pt x="344388" y="926879"/>
                  <a:pt x="341742" y="925018"/>
                  <a:pt x="340860" y="925018"/>
                </a:cubicBezTo>
                <a:cubicBezTo>
                  <a:pt x="338214" y="920365"/>
                  <a:pt x="336451" y="914782"/>
                  <a:pt x="332041" y="912920"/>
                </a:cubicBezTo>
                <a:cubicBezTo>
                  <a:pt x="325867" y="908267"/>
                  <a:pt x="317930" y="908267"/>
                  <a:pt x="312638" y="910129"/>
                </a:cubicBezTo>
                <a:cubicBezTo>
                  <a:pt x="309993" y="910129"/>
                  <a:pt x="307347" y="909198"/>
                  <a:pt x="305583" y="908267"/>
                </a:cubicBezTo>
                <a:cubicBezTo>
                  <a:pt x="307347" y="905476"/>
                  <a:pt x="309993" y="904545"/>
                  <a:pt x="311756" y="903614"/>
                </a:cubicBezTo>
                <a:cubicBezTo>
                  <a:pt x="317048" y="901753"/>
                  <a:pt x="322560" y="901753"/>
                  <a:pt x="327631" y="903265"/>
                </a:cubicBezTo>
                <a:close/>
                <a:moveTo>
                  <a:pt x="272965" y="894689"/>
                </a:moveTo>
                <a:lnTo>
                  <a:pt x="262894" y="906276"/>
                </a:lnTo>
                <a:cubicBezTo>
                  <a:pt x="261133" y="906276"/>
                  <a:pt x="262894" y="904520"/>
                  <a:pt x="262894" y="902764"/>
                </a:cubicBezTo>
                <a:lnTo>
                  <a:pt x="272965" y="894689"/>
                </a:lnTo>
                <a:close/>
                <a:moveTo>
                  <a:pt x="275001" y="893057"/>
                </a:moveTo>
                <a:lnTo>
                  <a:pt x="272965" y="894689"/>
                </a:lnTo>
                <a:lnTo>
                  <a:pt x="274343" y="893104"/>
                </a:lnTo>
                <a:lnTo>
                  <a:pt x="275001" y="893057"/>
                </a:lnTo>
                <a:close/>
                <a:moveTo>
                  <a:pt x="528524" y="888416"/>
                </a:moveTo>
                <a:cubicBezTo>
                  <a:pt x="530483" y="887629"/>
                  <a:pt x="532442" y="887404"/>
                  <a:pt x="534183" y="889203"/>
                </a:cubicBezTo>
                <a:cubicBezTo>
                  <a:pt x="532442" y="896400"/>
                  <a:pt x="532442" y="902697"/>
                  <a:pt x="533312" y="909894"/>
                </a:cubicBezTo>
                <a:cubicBezTo>
                  <a:pt x="533312" y="918890"/>
                  <a:pt x="531571" y="926986"/>
                  <a:pt x="525477" y="934183"/>
                </a:cubicBezTo>
                <a:cubicBezTo>
                  <a:pt x="523736" y="936881"/>
                  <a:pt x="519384" y="938681"/>
                  <a:pt x="516772" y="939580"/>
                </a:cubicBezTo>
                <a:cubicBezTo>
                  <a:pt x="515901" y="935982"/>
                  <a:pt x="518513" y="931484"/>
                  <a:pt x="516772" y="926986"/>
                </a:cubicBezTo>
                <a:cubicBezTo>
                  <a:pt x="516772" y="926986"/>
                  <a:pt x="516772" y="926986"/>
                  <a:pt x="514160" y="918890"/>
                </a:cubicBezTo>
                <a:cubicBezTo>
                  <a:pt x="517643" y="917990"/>
                  <a:pt x="521125" y="915291"/>
                  <a:pt x="521995" y="910793"/>
                </a:cubicBezTo>
                <a:cubicBezTo>
                  <a:pt x="522866" y="908095"/>
                  <a:pt x="519384" y="906296"/>
                  <a:pt x="517643" y="905396"/>
                </a:cubicBezTo>
                <a:cubicBezTo>
                  <a:pt x="516772" y="904496"/>
                  <a:pt x="515901" y="905396"/>
                  <a:pt x="515901" y="906296"/>
                </a:cubicBezTo>
                <a:cubicBezTo>
                  <a:pt x="516772" y="908095"/>
                  <a:pt x="519384" y="908994"/>
                  <a:pt x="518513" y="911693"/>
                </a:cubicBezTo>
                <a:cubicBezTo>
                  <a:pt x="516772" y="913492"/>
                  <a:pt x="515031" y="914392"/>
                  <a:pt x="513290" y="914392"/>
                </a:cubicBezTo>
                <a:cubicBezTo>
                  <a:pt x="510678" y="914392"/>
                  <a:pt x="509808" y="911693"/>
                  <a:pt x="508937" y="909894"/>
                </a:cubicBezTo>
                <a:cubicBezTo>
                  <a:pt x="507196" y="899998"/>
                  <a:pt x="517643" y="897300"/>
                  <a:pt x="522866" y="891003"/>
                </a:cubicBezTo>
                <a:cubicBezTo>
                  <a:pt x="524607" y="890553"/>
                  <a:pt x="526566" y="889203"/>
                  <a:pt x="528524" y="888416"/>
                </a:cubicBezTo>
                <a:close/>
                <a:moveTo>
                  <a:pt x="496083" y="886465"/>
                </a:moveTo>
                <a:cubicBezTo>
                  <a:pt x="501375" y="885605"/>
                  <a:pt x="505784" y="889045"/>
                  <a:pt x="510194" y="890764"/>
                </a:cubicBezTo>
                <a:cubicBezTo>
                  <a:pt x="510194" y="892484"/>
                  <a:pt x="511958" y="892484"/>
                  <a:pt x="511958" y="894204"/>
                </a:cubicBezTo>
                <a:cubicBezTo>
                  <a:pt x="508430" y="896784"/>
                  <a:pt x="505784" y="900223"/>
                  <a:pt x="504903" y="903663"/>
                </a:cubicBezTo>
                <a:cubicBezTo>
                  <a:pt x="503139" y="903663"/>
                  <a:pt x="502257" y="901083"/>
                  <a:pt x="500493" y="902803"/>
                </a:cubicBezTo>
                <a:cubicBezTo>
                  <a:pt x="499611" y="903663"/>
                  <a:pt x="499611" y="906242"/>
                  <a:pt x="497847" y="905382"/>
                </a:cubicBezTo>
                <a:cubicBezTo>
                  <a:pt x="496965" y="899363"/>
                  <a:pt x="491674" y="895924"/>
                  <a:pt x="488146" y="892484"/>
                </a:cubicBezTo>
                <a:cubicBezTo>
                  <a:pt x="489028" y="888185"/>
                  <a:pt x="493437" y="888185"/>
                  <a:pt x="496083" y="886465"/>
                </a:cubicBezTo>
                <a:close/>
                <a:moveTo>
                  <a:pt x="471011" y="884018"/>
                </a:moveTo>
                <a:cubicBezTo>
                  <a:pt x="475391" y="884929"/>
                  <a:pt x="480646" y="887662"/>
                  <a:pt x="481522" y="892216"/>
                </a:cubicBezTo>
                <a:cubicBezTo>
                  <a:pt x="481522" y="896770"/>
                  <a:pt x="485901" y="896770"/>
                  <a:pt x="488529" y="898592"/>
                </a:cubicBezTo>
                <a:cubicBezTo>
                  <a:pt x="490280" y="901324"/>
                  <a:pt x="492908" y="904057"/>
                  <a:pt x="492908" y="908611"/>
                </a:cubicBezTo>
                <a:cubicBezTo>
                  <a:pt x="492032" y="911344"/>
                  <a:pt x="490280" y="914987"/>
                  <a:pt x="486777" y="915898"/>
                </a:cubicBezTo>
                <a:cubicBezTo>
                  <a:pt x="484149" y="916809"/>
                  <a:pt x="482398" y="914076"/>
                  <a:pt x="481522" y="912255"/>
                </a:cubicBezTo>
                <a:cubicBezTo>
                  <a:pt x="481522" y="909522"/>
                  <a:pt x="485025" y="908611"/>
                  <a:pt x="484149" y="905879"/>
                </a:cubicBezTo>
                <a:cubicBezTo>
                  <a:pt x="482398" y="904968"/>
                  <a:pt x="480646" y="905879"/>
                  <a:pt x="478894" y="905879"/>
                </a:cubicBezTo>
                <a:cubicBezTo>
                  <a:pt x="477142" y="908611"/>
                  <a:pt x="476267" y="913165"/>
                  <a:pt x="478018" y="915898"/>
                </a:cubicBezTo>
                <a:cubicBezTo>
                  <a:pt x="478894" y="919541"/>
                  <a:pt x="486777" y="918631"/>
                  <a:pt x="483273" y="924096"/>
                </a:cubicBezTo>
                <a:cubicBezTo>
                  <a:pt x="482398" y="928650"/>
                  <a:pt x="480646" y="934115"/>
                  <a:pt x="483273" y="938669"/>
                </a:cubicBezTo>
                <a:cubicBezTo>
                  <a:pt x="483273" y="938669"/>
                  <a:pt x="482398" y="939580"/>
                  <a:pt x="481522" y="938669"/>
                </a:cubicBezTo>
                <a:cubicBezTo>
                  <a:pt x="473639" y="934115"/>
                  <a:pt x="469260" y="924096"/>
                  <a:pt x="470136" y="914076"/>
                </a:cubicBezTo>
                <a:cubicBezTo>
                  <a:pt x="470136" y="907700"/>
                  <a:pt x="471011" y="902235"/>
                  <a:pt x="471887" y="895859"/>
                </a:cubicBezTo>
                <a:cubicBezTo>
                  <a:pt x="473639" y="891305"/>
                  <a:pt x="467508" y="887662"/>
                  <a:pt x="471011" y="884018"/>
                </a:cubicBezTo>
                <a:close/>
                <a:moveTo>
                  <a:pt x="663904" y="880137"/>
                </a:moveTo>
                <a:cubicBezTo>
                  <a:pt x="678037" y="879255"/>
                  <a:pt x="689519" y="884547"/>
                  <a:pt x="699235" y="894248"/>
                </a:cubicBezTo>
                <a:cubicBezTo>
                  <a:pt x="711601" y="894248"/>
                  <a:pt x="725733" y="896894"/>
                  <a:pt x="731033" y="909241"/>
                </a:cubicBezTo>
                <a:cubicBezTo>
                  <a:pt x="727500" y="910123"/>
                  <a:pt x="725733" y="906595"/>
                  <a:pt x="723083" y="904832"/>
                </a:cubicBezTo>
                <a:cubicBezTo>
                  <a:pt x="715134" y="899540"/>
                  <a:pt x="707185" y="896894"/>
                  <a:pt x="697469" y="898658"/>
                </a:cubicBezTo>
                <a:cubicBezTo>
                  <a:pt x="692169" y="896894"/>
                  <a:pt x="690402" y="889838"/>
                  <a:pt x="684220" y="888075"/>
                </a:cubicBezTo>
                <a:cubicBezTo>
                  <a:pt x="682453" y="888957"/>
                  <a:pt x="681570" y="887193"/>
                  <a:pt x="679803" y="887193"/>
                </a:cubicBezTo>
                <a:cubicBezTo>
                  <a:pt x="673620" y="885429"/>
                  <a:pt x="669204" y="885429"/>
                  <a:pt x="663021" y="887193"/>
                </a:cubicBezTo>
                <a:cubicBezTo>
                  <a:pt x="652422" y="888075"/>
                  <a:pt x="643589" y="896012"/>
                  <a:pt x="639173" y="904832"/>
                </a:cubicBezTo>
                <a:cubicBezTo>
                  <a:pt x="635640" y="910123"/>
                  <a:pt x="634756" y="918061"/>
                  <a:pt x="635640" y="924234"/>
                </a:cubicBezTo>
                <a:cubicBezTo>
                  <a:pt x="627690" y="928644"/>
                  <a:pt x="622391" y="935700"/>
                  <a:pt x="619741" y="944519"/>
                </a:cubicBezTo>
                <a:cubicBezTo>
                  <a:pt x="619741" y="949811"/>
                  <a:pt x="620624" y="954220"/>
                  <a:pt x="618857" y="958630"/>
                </a:cubicBezTo>
                <a:cubicBezTo>
                  <a:pt x="617974" y="958630"/>
                  <a:pt x="617091" y="957748"/>
                  <a:pt x="617091" y="955984"/>
                </a:cubicBezTo>
                <a:cubicBezTo>
                  <a:pt x="616208" y="955102"/>
                  <a:pt x="618857" y="955102"/>
                  <a:pt x="617974" y="953338"/>
                </a:cubicBezTo>
                <a:cubicBezTo>
                  <a:pt x="616208" y="954220"/>
                  <a:pt x="615324" y="951575"/>
                  <a:pt x="615324" y="950693"/>
                </a:cubicBezTo>
                <a:cubicBezTo>
                  <a:pt x="613558" y="938345"/>
                  <a:pt x="621507" y="928644"/>
                  <a:pt x="630340" y="921588"/>
                </a:cubicBezTo>
                <a:cubicBezTo>
                  <a:pt x="631223" y="917179"/>
                  <a:pt x="631223" y="912769"/>
                  <a:pt x="632107" y="908359"/>
                </a:cubicBezTo>
                <a:cubicBezTo>
                  <a:pt x="637406" y="894248"/>
                  <a:pt x="648889" y="881901"/>
                  <a:pt x="663904" y="880137"/>
                </a:cubicBezTo>
                <a:close/>
                <a:moveTo>
                  <a:pt x="332039" y="878395"/>
                </a:moveTo>
                <a:lnTo>
                  <a:pt x="341273" y="879052"/>
                </a:lnTo>
                <a:cubicBezTo>
                  <a:pt x="350079" y="882565"/>
                  <a:pt x="356244" y="889591"/>
                  <a:pt x="360647" y="897494"/>
                </a:cubicBezTo>
                <a:cubicBezTo>
                  <a:pt x="363289" y="904520"/>
                  <a:pt x="365050" y="911546"/>
                  <a:pt x="365931" y="919449"/>
                </a:cubicBezTo>
                <a:cubicBezTo>
                  <a:pt x="371215" y="922962"/>
                  <a:pt x="374738" y="927353"/>
                  <a:pt x="378260" y="932622"/>
                </a:cubicBezTo>
                <a:cubicBezTo>
                  <a:pt x="381783" y="940526"/>
                  <a:pt x="381783" y="949308"/>
                  <a:pt x="375618" y="955455"/>
                </a:cubicBezTo>
                <a:cubicBezTo>
                  <a:pt x="373857" y="951064"/>
                  <a:pt x="378260" y="948430"/>
                  <a:pt x="378260" y="944039"/>
                </a:cubicBezTo>
                <a:cubicBezTo>
                  <a:pt x="378260" y="937891"/>
                  <a:pt x="374738" y="933500"/>
                  <a:pt x="373857" y="929109"/>
                </a:cubicBezTo>
                <a:cubicBezTo>
                  <a:pt x="369454" y="925597"/>
                  <a:pt x="365931" y="922962"/>
                  <a:pt x="363289" y="919449"/>
                </a:cubicBezTo>
                <a:cubicBezTo>
                  <a:pt x="363289" y="919449"/>
                  <a:pt x="363289" y="919449"/>
                  <a:pt x="360647" y="902764"/>
                </a:cubicBezTo>
                <a:cubicBezTo>
                  <a:pt x="358446" y="896616"/>
                  <a:pt x="354483" y="891128"/>
                  <a:pt x="349419" y="886846"/>
                </a:cubicBezTo>
                <a:lnTo>
                  <a:pt x="332039" y="878395"/>
                </a:lnTo>
                <a:close/>
                <a:moveTo>
                  <a:pt x="331585" y="878174"/>
                </a:moveTo>
                <a:lnTo>
                  <a:pt x="332039" y="878395"/>
                </a:lnTo>
                <a:lnTo>
                  <a:pt x="331092" y="878327"/>
                </a:lnTo>
                <a:lnTo>
                  <a:pt x="331585" y="878174"/>
                </a:lnTo>
                <a:close/>
                <a:moveTo>
                  <a:pt x="737637" y="877911"/>
                </a:moveTo>
                <a:cubicBezTo>
                  <a:pt x="741193" y="880476"/>
                  <a:pt x="747416" y="874492"/>
                  <a:pt x="750083" y="880476"/>
                </a:cubicBezTo>
                <a:cubicBezTo>
                  <a:pt x="746527" y="883040"/>
                  <a:pt x="742971" y="879621"/>
                  <a:pt x="740304" y="880476"/>
                </a:cubicBezTo>
                <a:cubicBezTo>
                  <a:pt x="735859" y="882185"/>
                  <a:pt x="732303" y="885604"/>
                  <a:pt x="728747" y="883895"/>
                </a:cubicBezTo>
                <a:cubicBezTo>
                  <a:pt x="727858" y="883040"/>
                  <a:pt x="729636" y="881330"/>
                  <a:pt x="729636" y="880476"/>
                </a:cubicBezTo>
                <a:cubicBezTo>
                  <a:pt x="729636" y="880476"/>
                  <a:pt x="729636" y="880476"/>
                  <a:pt x="737637" y="877911"/>
                </a:cubicBezTo>
                <a:close/>
                <a:moveTo>
                  <a:pt x="319697" y="877516"/>
                </a:moveTo>
                <a:lnTo>
                  <a:pt x="331092" y="878327"/>
                </a:lnTo>
                <a:lnTo>
                  <a:pt x="306046" y="886078"/>
                </a:lnTo>
                <a:cubicBezTo>
                  <a:pt x="302524" y="887834"/>
                  <a:pt x="304285" y="893104"/>
                  <a:pt x="299001" y="891347"/>
                </a:cubicBezTo>
                <a:lnTo>
                  <a:pt x="275001" y="893057"/>
                </a:lnTo>
                <a:lnTo>
                  <a:pt x="279186" y="889701"/>
                </a:lnTo>
                <a:cubicBezTo>
                  <a:pt x="286011" y="887615"/>
                  <a:pt x="293717" y="887395"/>
                  <a:pt x="300762" y="887834"/>
                </a:cubicBezTo>
                <a:cubicBezTo>
                  <a:pt x="306046" y="883004"/>
                  <a:pt x="312651" y="879272"/>
                  <a:pt x="319697" y="877516"/>
                </a:cubicBezTo>
                <a:close/>
                <a:moveTo>
                  <a:pt x="619707" y="876080"/>
                </a:moveTo>
                <a:cubicBezTo>
                  <a:pt x="620601" y="876080"/>
                  <a:pt x="620601" y="876965"/>
                  <a:pt x="621495" y="877851"/>
                </a:cubicBezTo>
                <a:cubicBezTo>
                  <a:pt x="619707" y="884933"/>
                  <a:pt x="608977" y="885819"/>
                  <a:pt x="607189" y="892901"/>
                </a:cubicBezTo>
                <a:cubicBezTo>
                  <a:pt x="605401" y="900869"/>
                  <a:pt x="598248" y="907952"/>
                  <a:pt x="590201" y="908837"/>
                </a:cubicBezTo>
                <a:cubicBezTo>
                  <a:pt x="588413" y="909723"/>
                  <a:pt x="586625" y="907952"/>
                  <a:pt x="584837" y="908837"/>
                </a:cubicBezTo>
                <a:cubicBezTo>
                  <a:pt x="583048" y="910608"/>
                  <a:pt x="583943" y="913264"/>
                  <a:pt x="582154" y="915035"/>
                </a:cubicBezTo>
                <a:cubicBezTo>
                  <a:pt x="578578" y="917690"/>
                  <a:pt x="575896" y="922117"/>
                  <a:pt x="570531" y="921232"/>
                </a:cubicBezTo>
                <a:cubicBezTo>
                  <a:pt x="567849" y="920346"/>
                  <a:pt x="566060" y="919461"/>
                  <a:pt x="565166" y="915920"/>
                </a:cubicBezTo>
                <a:cubicBezTo>
                  <a:pt x="564272" y="913264"/>
                  <a:pt x="566060" y="912379"/>
                  <a:pt x="567849" y="911493"/>
                </a:cubicBezTo>
                <a:cubicBezTo>
                  <a:pt x="570531" y="910608"/>
                  <a:pt x="572319" y="913264"/>
                  <a:pt x="575001" y="911493"/>
                </a:cubicBezTo>
                <a:cubicBezTo>
                  <a:pt x="575896" y="908837"/>
                  <a:pt x="577684" y="906181"/>
                  <a:pt x="575896" y="903525"/>
                </a:cubicBezTo>
                <a:cubicBezTo>
                  <a:pt x="572319" y="899984"/>
                  <a:pt x="568743" y="899099"/>
                  <a:pt x="565166" y="899099"/>
                </a:cubicBezTo>
                <a:cubicBezTo>
                  <a:pt x="559802" y="900869"/>
                  <a:pt x="555331" y="903525"/>
                  <a:pt x="552649" y="907952"/>
                </a:cubicBezTo>
                <a:cubicBezTo>
                  <a:pt x="550861" y="908837"/>
                  <a:pt x="549072" y="908837"/>
                  <a:pt x="548178" y="907952"/>
                </a:cubicBezTo>
                <a:cubicBezTo>
                  <a:pt x="546390" y="906181"/>
                  <a:pt x="544602" y="904411"/>
                  <a:pt x="546390" y="901755"/>
                </a:cubicBezTo>
                <a:cubicBezTo>
                  <a:pt x="548178" y="897328"/>
                  <a:pt x="562484" y="894672"/>
                  <a:pt x="554437" y="887589"/>
                </a:cubicBezTo>
                <a:cubicBezTo>
                  <a:pt x="551755" y="886704"/>
                  <a:pt x="551755" y="892016"/>
                  <a:pt x="549072" y="891131"/>
                </a:cubicBezTo>
                <a:cubicBezTo>
                  <a:pt x="546390" y="890245"/>
                  <a:pt x="543708" y="890245"/>
                  <a:pt x="543708" y="887589"/>
                </a:cubicBezTo>
                <a:cubicBezTo>
                  <a:pt x="543708" y="881392"/>
                  <a:pt x="549072" y="881392"/>
                  <a:pt x="552649" y="879621"/>
                </a:cubicBezTo>
                <a:cubicBezTo>
                  <a:pt x="557119" y="879621"/>
                  <a:pt x="560696" y="882277"/>
                  <a:pt x="563378" y="885819"/>
                </a:cubicBezTo>
                <a:cubicBezTo>
                  <a:pt x="563378" y="888475"/>
                  <a:pt x="565166" y="892016"/>
                  <a:pt x="567849" y="890245"/>
                </a:cubicBezTo>
                <a:cubicBezTo>
                  <a:pt x="578578" y="888475"/>
                  <a:pt x="580366" y="903525"/>
                  <a:pt x="591095" y="899984"/>
                </a:cubicBezTo>
                <a:cubicBezTo>
                  <a:pt x="593778" y="899099"/>
                  <a:pt x="596460" y="898213"/>
                  <a:pt x="598248" y="895557"/>
                </a:cubicBezTo>
                <a:cubicBezTo>
                  <a:pt x="598248" y="892901"/>
                  <a:pt x="600930" y="890245"/>
                  <a:pt x="598248" y="887589"/>
                </a:cubicBezTo>
                <a:cubicBezTo>
                  <a:pt x="594672" y="884933"/>
                  <a:pt x="593778" y="892901"/>
                  <a:pt x="589307" y="889360"/>
                </a:cubicBezTo>
                <a:cubicBezTo>
                  <a:pt x="587519" y="888475"/>
                  <a:pt x="585731" y="885819"/>
                  <a:pt x="586625" y="883163"/>
                </a:cubicBezTo>
                <a:cubicBezTo>
                  <a:pt x="588413" y="878736"/>
                  <a:pt x="592884" y="878736"/>
                  <a:pt x="596460" y="877851"/>
                </a:cubicBezTo>
                <a:cubicBezTo>
                  <a:pt x="604507" y="879621"/>
                  <a:pt x="613448" y="881392"/>
                  <a:pt x="619707" y="876080"/>
                </a:cubicBezTo>
                <a:close/>
                <a:moveTo>
                  <a:pt x="247022" y="873897"/>
                </a:moveTo>
                <a:cubicBezTo>
                  <a:pt x="251432" y="872905"/>
                  <a:pt x="256723" y="872905"/>
                  <a:pt x="261133" y="875882"/>
                </a:cubicBezTo>
                <a:cubicBezTo>
                  <a:pt x="259369" y="880842"/>
                  <a:pt x="255841" y="875882"/>
                  <a:pt x="252313" y="876874"/>
                </a:cubicBezTo>
                <a:cubicBezTo>
                  <a:pt x="250550" y="877866"/>
                  <a:pt x="249668" y="878858"/>
                  <a:pt x="247904" y="877866"/>
                </a:cubicBezTo>
                <a:cubicBezTo>
                  <a:pt x="247022" y="876874"/>
                  <a:pt x="245258" y="874889"/>
                  <a:pt x="247022" y="873897"/>
                </a:cubicBezTo>
                <a:close/>
                <a:moveTo>
                  <a:pt x="383371" y="869049"/>
                </a:moveTo>
                <a:cubicBezTo>
                  <a:pt x="386957" y="868142"/>
                  <a:pt x="389646" y="872678"/>
                  <a:pt x="393232" y="872678"/>
                </a:cubicBezTo>
                <a:cubicBezTo>
                  <a:pt x="395922" y="875399"/>
                  <a:pt x="399507" y="880842"/>
                  <a:pt x="403990" y="879028"/>
                </a:cubicBezTo>
                <a:cubicBezTo>
                  <a:pt x="407576" y="876306"/>
                  <a:pt x="412058" y="873585"/>
                  <a:pt x="417437" y="876306"/>
                </a:cubicBezTo>
                <a:cubicBezTo>
                  <a:pt x="419230" y="878121"/>
                  <a:pt x="421919" y="880842"/>
                  <a:pt x="421023" y="884471"/>
                </a:cubicBezTo>
                <a:cubicBezTo>
                  <a:pt x="420126" y="886285"/>
                  <a:pt x="418333" y="888099"/>
                  <a:pt x="415644" y="888099"/>
                </a:cubicBezTo>
                <a:cubicBezTo>
                  <a:pt x="412058" y="889006"/>
                  <a:pt x="411162" y="880842"/>
                  <a:pt x="407576" y="885378"/>
                </a:cubicBezTo>
                <a:cubicBezTo>
                  <a:pt x="403990" y="889006"/>
                  <a:pt x="406679" y="892635"/>
                  <a:pt x="408472" y="895356"/>
                </a:cubicBezTo>
                <a:cubicBezTo>
                  <a:pt x="412058" y="898078"/>
                  <a:pt x="416540" y="899892"/>
                  <a:pt x="421023" y="897171"/>
                </a:cubicBezTo>
                <a:cubicBezTo>
                  <a:pt x="424609" y="892635"/>
                  <a:pt x="430884" y="889914"/>
                  <a:pt x="435366" y="887192"/>
                </a:cubicBezTo>
                <a:cubicBezTo>
                  <a:pt x="435366" y="887192"/>
                  <a:pt x="435366" y="887192"/>
                  <a:pt x="443434" y="888099"/>
                </a:cubicBezTo>
                <a:cubicBezTo>
                  <a:pt x="445227" y="885378"/>
                  <a:pt x="447917" y="881749"/>
                  <a:pt x="451503" y="881749"/>
                </a:cubicBezTo>
                <a:cubicBezTo>
                  <a:pt x="454192" y="881749"/>
                  <a:pt x="457778" y="881749"/>
                  <a:pt x="458674" y="884471"/>
                </a:cubicBezTo>
                <a:cubicBezTo>
                  <a:pt x="459571" y="887192"/>
                  <a:pt x="459571" y="890821"/>
                  <a:pt x="455985" y="891728"/>
                </a:cubicBezTo>
                <a:cubicBezTo>
                  <a:pt x="454192" y="892635"/>
                  <a:pt x="451503" y="889006"/>
                  <a:pt x="451503" y="892635"/>
                </a:cubicBezTo>
                <a:cubicBezTo>
                  <a:pt x="454192" y="896264"/>
                  <a:pt x="457778" y="899892"/>
                  <a:pt x="457778" y="904428"/>
                </a:cubicBezTo>
                <a:cubicBezTo>
                  <a:pt x="455089" y="904428"/>
                  <a:pt x="450606" y="908056"/>
                  <a:pt x="449710" y="903521"/>
                </a:cubicBezTo>
                <a:cubicBezTo>
                  <a:pt x="449710" y="898985"/>
                  <a:pt x="445227" y="898078"/>
                  <a:pt x="442538" y="896264"/>
                </a:cubicBezTo>
                <a:cubicBezTo>
                  <a:pt x="438056" y="896264"/>
                  <a:pt x="432677" y="897171"/>
                  <a:pt x="429987" y="899892"/>
                </a:cubicBezTo>
                <a:cubicBezTo>
                  <a:pt x="426402" y="903521"/>
                  <a:pt x="422816" y="908964"/>
                  <a:pt x="427298" y="912592"/>
                </a:cubicBezTo>
                <a:cubicBezTo>
                  <a:pt x="430884" y="916221"/>
                  <a:pt x="437159" y="905335"/>
                  <a:pt x="438952" y="914406"/>
                </a:cubicBezTo>
                <a:cubicBezTo>
                  <a:pt x="439849" y="917128"/>
                  <a:pt x="438952" y="919849"/>
                  <a:pt x="437159" y="920756"/>
                </a:cubicBezTo>
                <a:cubicBezTo>
                  <a:pt x="432677" y="925292"/>
                  <a:pt x="426402" y="920756"/>
                  <a:pt x="422816" y="918035"/>
                </a:cubicBezTo>
                <a:cubicBezTo>
                  <a:pt x="420126" y="915314"/>
                  <a:pt x="419230" y="910778"/>
                  <a:pt x="418333" y="907149"/>
                </a:cubicBezTo>
                <a:cubicBezTo>
                  <a:pt x="412954" y="904428"/>
                  <a:pt x="403990" y="907149"/>
                  <a:pt x="400404" y="898985"/>
                </a:cubicBezTo>
                <a:cubicBezTo>
                  <a:pt x="393232" y="894449"/>
                  <a:pt x="398611" y="885378"/>
                  <a:pt x="391439" y="880842"/>
                </a:cubicBezTo>
                <a:cubicBezTo>
                  <a:pt x="386957" y="877214"/>
                  <a:pt x="383371" y="873585"/>
                  <a:pt x="383371" y="869049"/>
                </a:cubicBezTo>
                <a:close/>
                <a:moveTo>
                  <a:pt x="677779" y="866955"/>
                </a:moveTo>
                <a:cubicBezTo>
                  <a:pt x="688414" y="868743"/>
                  <a:pt x="699049" y="875000"/>
                  <a:pt x="707026" y="883044"/>
                </a:cubicBezTo>
                <a:cubicBezTo>
                  <a:pt x="721206" y="882150"/>
                  <a:pt x="732728" y="889300"/>
                  <a:pt x="741590" y="898238"/>
                </a:cubicBezTo>
                <a:cubicBezTo>
                  <a:pt x="744249" y="902707"/>
                  <a:pt x="746908" y="907176"/>
                  <a:pt x="746908" y="912539"/>
                </a:cubicBezTo>
                <a:cubicBezTo>
                  <a:pt x="744249" y="915220"/>
                  <a:pt x="740704" y="912539"/>
                  <a:pt x="738045" y="912539"/>
                </a:cubicBezTo>
                <a:cubicBezTo>
                  <a:pt x="734500" y="903601"/>
                  <a:pt x="725637" y="893769"/>
                  <a:pt x="715002" y="891982"/>
                </a:cubicBezTo>
                <a:cubicBezTo>
                  <a:pt x="707026" y="891982"/>
                  <a:pt x="697277" y="890194"/>
                  <a:pt x="691959" y="882150"/>
                </a:cubicBezTo>
                <a:cubicBezTo>
                  <a:pt x="688414" y="881256"/>
                  <a:pt x="684869" y="879468"/>
                  <a:pt x="681324" y="877681"/>
                </a:cubicBezTo>
                <a:cubicBezTo>
                  <a:pt x="669802" y="875893"/>
                  <a:pt x="655622" y="874106"/>
                  <a:pt x="646759" y="883044"/>
                </a:cubicBezTo>
                <a:cubicBezTo>
                  <a:pt x="646759" y="883044"/>
                  <a:pt x="646759" y="883044"/>
                  <a:pt x="636124" y="892875"/>
                </a:cubicBezTo>
                <a:cubicBezTo>
                  <a:pt x="631693" y="900920"/>
                  <a:pt x="628148" y="908964"/>
                  <a:pt x="627261" y="918796"/>
                </a:cubicBezTo>
                <a:cubicBezTo>
                  <a:pt x="623716" y="924158"/>
                  <a:pt x="616626" y="925946"/>
                  <a:pt x="616626" y="933096"/>
                </a:cubicBezTo>
                <a:cubicBezTo>
                  <a:pt x="609536" y="942034"/>
                  <a:pt x="612195" y="955441"/>
                  <a:pt x="615740" y="964379"/>
                </a:cubicBezTo>
                <a:cubicBezTo>
                  <a:pt x="613967" y="967061"/>
                  <a:pt x="613081" y="968848"/>
                  <a:pt x="610422" y="969742"/>
                </a:cubicBezTo>
                <a:cubicBezTo>
                  <a:pt x="605105" y="966167"/>
                  <a:pt x="605105" y="959017"/>
                  <a:pt x="603332" y="952760"/>
                </a:cubicBezTo>
                <a:cubicBezTo>
                  <a:pt x="602446" y="942034"/>
                  <a:pt x="606877" y="933096"/>
                  <a:pt x="611309" y="924158"/>
                </a:cubicBezTo>
                <a:cubicBezTo>
                  <a:pt x="611309" y="924158"/>
                  <a:pt x="611309" y="924158"/>
                  <a:pt x="621058" y="914327"/>
                </a:cubicBezTo>
                <a:cubicBezTo>
                  <a:pt x="619285" y="907176"/>
                  <a:pt x="621944" y="899132"/>
                  <a:pt x="625489" y="893769"/>
                </a:cubicBezTo>
                <a:cubicBezTo>
                  <a:pt x="627261" y="887513"/>
                  <a:pt x="632579" y="883044"/>
                  <a:pt x="635238" y="878575"/>
                </a:cubicBezTo>
                <a:cubicBezTo>
                  <a:pt x="646759" y="866955"/>
                  <a:pt x="663598" y="863380"/>
                  <a:pt x="677779" y="866955"/>
                </a:cubicBezTo>
                <a:close/>
                <a:moveTo>
                  <a:pt x="795855" y="864967"/>
                </a:moveTo>
                <a:cubicBezTo>
                  <a:pt x="799295" y="868596"/>
                  <a:pt x="799295" y="874946"/>
                  <a:pt x="799295" y="880389"/>
                </a:cubicBezTo>
                <a:cubicBezTo>
                  <a:pt x="795855" y="885831"/>
                  <a:pt x="791556" y="890367"/>
                  <a:pt x="785537" y="890367"/>
                </a:cubicBezTo>
                <a:cubicBezTo>
                  <a:pt x="782957" y="890367"/>
                  <a:pt x="781237" y="888553"/>
                  <a:pt x="779518" y="885831"/>
                </a:cubicBezTo>
                <a:cubicBezTo>
                  <a:pt x="778658" y="884017"/>
                  <a:pt x="778658" y="881296"/>
                  <a:pt x="779518" y="879481"/>
                </a:cubicBezTo>
                <a:cubicBezTo>
                  <a:pt x="780378" y="877667"/>
                  <a:pt x="782957" y="876760"/>
                  <a:pt x="783817" y="878574"/>
                </a:cubicBezTo>
                <a:cubicBezTo>
                  <a:pt x="785537" y="879481"/>
                  <a:pt x="785537" y="881296"/>
                  <a:pt x="788116" y="881296"/>
                </a:cubicBezTo>
                <a:cubicBezTo>
                  <a:pt x="797575" y="881296"/>
                  <a:pt x="790696" y="868596"/>
                  <a:pt x="795855" y="864967"/>
                </a:cubicBezTo>
                <a:close/>
                <a:moveTo>
                  <a:pt x="751187" y="864302"/>
                </a:moveTo>
                <a:cubicBezTo>
                  <a:pt x="755764" y="865443"/>
                  <a:pt x="760005" y="867725"/>
                  <a:pt x="763577" y="870920"/>
                </a:cubicBezTo>
                <a:cubicBezTo>
                  <a:pt x="766256" y="876397"/>
                  <a:pt x="770721" y="881874"/>
                  <a:pt x="768042" y="888263"/>
                </a:cubicBezTo>
                <a:cubicBezTo>
                  <a:pt x="767149" y="892827"/>
                  <a:pt x="762684" y="894653"/>
                  <a:pt x="760005" y="897391"/>
                </a:cubicBezTo>
                <a:cubicBezTo>
                  <a:pt x="758219" y="898304"/>
                  <a:pt x="754647" y="898304"/>
                  <a:pt x="753754" y="897391"/>
                </a:cubicBezTo>
                <a:cubicBezTo>
                  <a:pt x="751076" y="895566"/>
                  <a:pt x="749290" y="892827"/>
                  <a:pt x="749290" y="890089"/>
                </a:cubicBezTo>
                <a:cubicBezTo>
                  <a:pt x="747504" y="883699"/>
                  <a:pt x="757326" y="883699"/>
                  <a:pt x="754647" y="877310"/>
                </a:cubicBezTo>
                <a:cubicBezTo>
                  <a:pt x="750183" y="875484"/>
                  <a:pt x="746611" y="873659"/>
                  <a:pt x="742146" y="873659"/>
                </a:cubicBezTo>
                <a:cubicBezTo>
                  <a:pt x="735895" y="874571"/>
                  <a:pt x="728751" y="875484"/>
                  <a:pt x="723394" y="880961"/>
                </a:cubicBezTo>
                <a:cubicBezTo>
                  <a:pt x="719822" y="881874"/>
                  <a:pt x="715357" y="881874"/>
                  <a:pt x="713571" y="879135"/>
                </a:cubicBezTo>
                <a:cubicBezTo>
                  <a:pt x="718036" y="869095"/>
                  <a:pt x="728751" y="868182"/>
                  <a:pt x="736788" y="864531"/>
                </a:cubicBezTo>
                <a:cubicBezTo>
                  <a:pt x="741699" y="863161"/>
                  <a:pt x="746611" y="863161"/>
                  <a:pt x="751187" y="864302"/>
                </a:cubicBezTo>
                <a:close/>
                <a:moveTo>
                  <a:pt x="318890" y="861986"/>
                </a:moveTo>
                <a:cubicBezTo>
                  <a:pt x="325987" y="861096"/>
                  <a:pt x="333084" y="860205"/>
                  <a:pt x="340181" y="861986"/>
                </a:cubicBezTo>
                <a:cubicBezTo>
                  <a:pt x="345504" y="864658"/>
                  <a:pt x="350826" y="866439"/>
                  <a:pt x="355262" y="870001"/>
                </a:cubicBezTo>
                <a:cubicBezTo>
                  <a:pt x="366795" y="876235"/>
                  <a:pt x="377440" y="887812"/>
                  <a:pt x="379214" y="900280"/>
                </a:cubicBezTo>
                <a:cubicBezTo>
                  <a:pt x="379214" y="900280"/>
                  <a:pt x="379214" y="900280"/>
                  <a:pt x="381876" y="913638"/>
                </a:cubicBezTo>
                <a:cubicBezTo>
                  <a:pt x="389860" y="919872"/>
                  <a:pt x="391634" y="929668"/>
                  <a:pt x="395183" y="938573"/>
                </a:cubicBezTo>
                <a:cubicBezTo>
                  <a:pt x="396070" y="948369"/>
                  <a:pt x="395183" y="958165"/>
                  <a:pt x="388973" y="965289"/>
                </a:cubicBezTo>
                <a:cubicBezTo>
                  <a:pt x="388086" y="967070"/>
                  <a:pt x="387199" y="969742"/>
                  <a:pt x="385424" y="969742"/>
                </a:cubicBezTo>
                <a:cubicBezTo>
                  <a:pt x="380989" y="968852"/>
                  <a:pt x="379214" y="966180"/>
                  <a:pt x="378327" y="963508"/>
                </a:cubicBezTo>
                <a:cubicBezTo>
                  <a:pt x="376553" y="958165"/>
                  <a:pt x="383650" y="957275"/>
                  <a:pt x="383650" y="951931"/>
                </a:cubicBezTo>
                <a:cubicBezTo>
                  <a:pt x="388086" y="940354"/>
                  <a:pt x="382763" y="927887"/>
                  <a:pt x="374779" y="919872"/>
                </a:cubicBezTo>
                <a:cubicBezTo>
                  <a:pt x="365908" y="918091"/>
                  <a:pt x="371230" y="908295"/>
                  <a:pt x="367682" y="902061"/>
                </a:cubicBezTo>
                <a:cubicBezTo>
                  <a:pt x="363246" y="890484"/>
                  <a:pt x="353488" y="878907"/>
                  <a:pt x="341068" y="874454"/>
                </a:cubicBezTo>
                <a:cubicBezTo>
                  <a:pt x="326874" y="870892"/>
                  <a:pt x="311793" y="872673"/>
                  <a:pt x="301147" y="883359"/>
                </a:cubicBezTo>
                <a:cubicBezTo>
                  <a:pt x="300260" y="885140"/>
                  <a:pt x="296711" y="885140"/>
                  <a:pt x="294937" y="885140"/>
                </a:cubicBezTo>
                <a:cubicBezTo>
                  <a:pt x="284292" y="881578"/>
                  <a:pt x="272759" y="886921"/>
                  <a:pt x="264775" y="893155"/>
                </a:cubicBezTo>
                <a:cubicBezTo>
                  <a:pt x="261226" y="897608"/>
                  <a:pt x="257678" y="903842"/>
                  <a:pt x="256791" y="909185"/>
                </a:cubicBezTo>
                <a:cubicBezTo>
                  <a:pt x="254129" y="910966"/>
                  <a:pt x="250581" y="910966"/>
                  <a:pt x="247032" y="909185"/>
                </a:cubicBezTo>
                <a:cubicBezTo>
                  <a:pt x="245258" y="904732"/>
                  <a:pt x="249694" y="899389"/>
                  <a:pt x="250581" y="894936"/>
                </a:cubicBezTo>
                <a:cubicBezTo>
                  <a:pt x="259452" y="881578"/>
                  <a:pt x="273646" y="872673"/>
                  <a:pt x="289614" y="872673"/>
                </a:cubicBezTo>
                <a:cubicBezTo>
                  <a:pt x="294050" y="876235"/>
                  <a:pt x="295824" y="870001"/>
                  <a:pt x="299373" y="869111"/>
                </a:cubicBezTo>
                <a:cubicBezTo>
                  <a:pt x="305583" y="864658"/>
                  <a:pt x="312680" y="863767"/>
                  <a:pt x="318890" y="861986"/>
                </a:cubicBezTo>
                <a:close/>
                <a:moveTo>
                  <a:pt x="200069" y="860674"/>
                </a:moveTo>
                <a:cubicBezTo>
                  <a:pt x="201325" y="861215"/>
                  <a:pt x="202468" y="862514"/>
                  <a:pt x="202925" y="863813"/>
                </a:cubicBezTo>
                <a:cubicBezTo>
                  <a:pt x="202011" y="869008"/>
                  <a:pt x="204753" y="873338"/>
                  <a:pt x="207495" y="876801"/>
                </a:cubicBezTo>
                <a:cubicBezTo>
                  <a:pt x="209323" y="877667"/>
                  <a:pt x="212065" y="879399"/>
                  <a:pt x="212979" y="876801"/>
                </a:cubicBezTo>
                <a:cubicBezTo>
                  <a:pt x="213893" y="875935"/>
                  <a:pt x="214807" y="874203"/>
                  <a:pt x="216635" y="874203"/>
                </a:cubicBezTo>
                <a:cubicBezTo>
                  <a:pt x="219377" y="874203"/>
                  <a:pt x="220291" y="876801"/>
                  <a:pt x="221205" y="878533"/>
                </a:cubicBezTo>
                <a:cubicBezTo>
                  <a:pt x="223033" y="881131"/>
                  <a:pt x="220291" y="884594"/>
                  <a:pt x="218463" y="885460"/>
                </a:cubicBezTo>
                <a:cubicBezTo>
                  <a:pt x="212065" y="887192"/>
                  <a:pt x="206581" y="883728"/>
                  <a:pt x="202011" y="881131"/>
                </a:cubicBezTo>
                <a:cubicBezTo>
                  <a:pt x="197441" y="875935"/>
                  <a:pt x="192871" y="869008"/>
                  <a:pt x="196527" y="862081"/>
                </a:cubicBezTo>
                <a:cubicBezTo>
                  <a:pt x="197441" y="860349"/>
                  <a:pt x="198812" y="860132"/>
                  <a:pt x="200069" y="860674"/>
                </a:cubicBezTo>
                <a:close/>
                <a:moveTo>
                  <a:pt x="250077" y="857921"/>
                </a:moveTo>
                <a:cubicBezTo>
                  <a:pt x="260771" y="857030"/>
                  <a:pt x="270575" y="860592"/>
                  <a:pt x="278596" y="868607"/>
                </a:cubicBezTo>
                <a:cubicBezTo>
                  <a:pt x="277705" y="870388"/>
                  <a:pt x="275031" y="870388"/>
                  <a:pt x="273249" y="871279"/>
                </a:cubicBezTo>
                <a:cubicBezTo>
                  <a:pt x="273249" y="871279"/>
                  <a:pt x="273249" y="871279"/>
                  <a:pt x="267010" y="873950"/>
                </a:cubicBezTo>
                <a:cubicBezTo>
                  <a:pt x="259880" y="870388"/>
                  <a:pt x="250077" y="867717"/>
                  <a:pt x="242056" y="872169"/>
                </a:cubicBezTo>
                <a:cubicBezTo>
                  <a:pt x="241164" y="873950"/>
                  <a:pt x="238491" y="874841"/>
                  <a:pt x="240273" y="877512"/>
                </a:cubicBezTo>
                <a:cubicBezTo>
                  <a:pt x="242947" y="878403"/>
                  <a:pt x="247403" y="879294"/>
                  <a:pt x="248294" y="883746"/>
                </a:cubicBezTo>
                <a:cubicBezTo>
                  <a:pt x="249185" y="888199"/>
                  <a:pt x="246512" y="891761"/>
                  <a:pt x="242056" y="893542"/>
                </a:cubicBezTo>
                <a:cubicBezTo>
                  <a:pt x="238491" y="892652"/>
                  <a:pt x="233143" y="891761"/>
                  <a:pt x="231361" y="888199"/>
                </a:cubicBezTo>
                <a:cubicBezTo>
                  <a:pt x="228687" y="883746"/>
                  <a:pt x="227796" y="878403"/>
                  <a:pt x="229578" y="873060"/>
                </a:cubicBezTo>
                <a:cubicBezTo>
                  <a:pt x="232252" y="865045"/>
                  <a:pt x="241164" y="859702"/>
                  <a:pt x="250077" y="857921"/>
                </a:cubicBezTo>
                <a:close/>
                <a:moveTo>
                  <a:pt x="788650" y="854013"/>
                </a:moveTo>
                <a:cubicBezTo>
                  <a:pt x="792852" y="852267"/>
                  <a:pt x="792852" y="859252"/>
                  <a:pt x="794533" y="860998"/>
                </a:cubicBezTo>
                <a:cubicBezTo>
                  <a:pt x="792852" y="864491"/>
                  <a:pt x="790331" y="868856"/>
                  <a:pt x="786969" y="869729"/>
                </a:cubicBezTo>
                <a:cubicBezTo>
                  <a:pt x="785288" y="865364"/>
                  <a:pt x="780246" y="864491"/>
                  <a:pt x="781086" y="859252"/>
                </a:cubicBezTo>
                <a:cubicBezTo>
                  <a:pt x="782767" y="856633"/>
                  <a:pt x="785288" y="855760"/>
                  <a:pt x="788650" y="854013"/>
                </a:cubicBezTo>
                <a:close/>
                <a:moveTo>
                  <a:pt x="207402" y="850680"/>
                </a:moveTo>
                <a:cubicBezTo>
                  <a:pt x="209966" y="851527"/>
                  <a:pt x="212531" y="853220"/>
                  <a:pt x="215095" y="854913"/>
                </a:cubicBezTo>
                <a:cubicBezTo>
                  <a:pt x="215095" y="857453"/>
                  <a:pt x="214240" y="859993"/>
                  <a:pt x="213385" y="862533"/>
                </a:cubicBezTo>
                <a:cubicBezTo>
                  <a:pt x="211676" y="863380"/>
                  <a:pt x="210821" y="862533"/>
                  <a:pt x="209966" y="862533"/>
                </a:cubicBezTo>
                <a:cubicBezTo>
                  <a:pt x="207402" y="860840"/>
                  <a:pt x="205692" y="859147"/>
                  <a:pt x="203983" y="855760"/>
                </a:cubicBezTo>
                <a:cubicBezTo>
                  <a:pt x="203983" y="853220"/>
                  <a:pt x="205692" y="851527"/>
                  <a:pt x="207402" y="850680"/>
                </a:cubicBezTo>
                <a:close/>
                <a:moveTo>
                  <a:pt x="769473" y="828658"/>
                </a:moveTo>
                <a:cubicBezTo>
                  <a:pt x="774689" y="826867"/>
                  <a:pt x="779905" y="831345"/>
                  <a:pt x="785121" y="831345"/>
                </a:cubicBezTo>
                <a:cubicBezTo>
                  <a:pt x="785121" y="831345"/>
                  <a:pt x="785121" y="831345"/>
                  <a:pt x="790337" y="830449"/>
                </a:cubicBezTo>
                <a:cubicBezTo>
                  <a:pt x="792945" y="832240"/>
                  <a:pt x="790337" y="834927"/>
                  <a:pt x="790337" y="836718"/>
                </a:cubicBezTo>
                <a:cubicBezTo>
                  <a:pt x="788598" y="842091"/>
                  <a:pt x="784252" y="835822"/>
                  <a:pt x="779905" y="838509"/>
                </a:cubicBezTo>
                <a:cubicBezTo>
                  <a:pt x="778166" y="839404"/>
                  <a:pt x="777297" y="841195"/>
                  <a:pt x="776428" y="843882"/>
                </a:cubicBezTo>
                <a:cubicBezTo>
                  <a:pt x="776428" y="843882"/>
                  <a:pt x="776428" y="843882"/>
                  <a:pt x="777297" y="844777"/>
                </a:cubicBezTo>
                <a:cubicBezTo>
                  <a:pt x="779036" y="844777"/>
                  <a:pt x="779905" y="842091"/>
                  <a:pt x="782513" y="842091"/>
                </a:cubicBezTo>
                <a:cubicBezTo>
                  <a:pt x="785121" y="842091"/>
                  <a:pt x="788598" y="843882"/>
                  <a:pt x="788598" y="847464"/>
                </a:cubicBezTo>
                <a:cubicBezTo>
                  <a:pt x="787729" y="853733"/>
                  <a:pt x="780774" y="852837"/>
                  <a:pt x="776428" y="855524"/>
                </a:cubicBezTo>
                <a:cubicBezTo>
                  <a:pt x="772950" y="860001"/>
                  <a:pt x="766865" y="861792"/>
                  <a:pt x="761649" y="860001"/>
                </a:cubicBezTo>
                <a:cubicBezTo>
                  <a:pt x="759910" y="859106"/>
                  <a:pt x="756433" y="858210"/>
                  <a:pt x="757302" y="854628"/>
                </a:cubicBezTo>
                <a:cubicBezTo>
                  <a:pt x="766865" y="849255"/>
                  <a:pt x="760780" y="835822"/>
                  <a:pt x="769473" y="828658"/>
                </a:cubicBezTo>
                <a:close/>
                <a:moveTo>
                  <a:pt x="802425" y="828455"/>
                </a:moveTo>
                <a:cubicBezTo>
                  <a:pt x="802425" y="828455"/>
                  <a:pt x="802425" y="828455"/>
                  <a:pt x="805872" y="839238"/>
                </a:cubicBezTo>
                <a:cubicBezTo>
                  <a:pt x="803287" y="841035"/>
                  <a:pt x="799840" y="844630"/>
                  <a:pt x="800702" y="849123"/>
                </a:cubicBezTo>
                <a:cubicBezTo>
                  <a:pt x="800702" y="853616"/>
                  <a:pt x="804149" y="856311"/>
                  <a:pt x="806734" y="857210"/>
                </a:cubicBezTo>
                <a:cubicBezTo>
                  <a:pt x="808458" y="856311"/>
                  <a:pt x="810181" y="855413"/>
                  <a:pt x="811043" y="852717"/>
                </a:cubicBezTo>
                <a:cubicBezTo>
                  <a:pt x="809320" y="851818"/>
                  <a:pt x="807596" y="855413"/>
                  <a:pt x="805011" y="852717"/>
                </a:cubicBezTo>
                <a:cubicBezTo>
                  <a:pt x="804149" y="850021"/>
                  <a:pt x="804149" y="846427"/>
                  <a:pt x="805872" y="844630"/>
                </a:cubicBezTo>
                <a:cubicBezTo>
                  <a:pt x="809320" y="838340"/>
                  <a:pt x="815352" y="844630"/>
                  <a:pt x="819661" y="845528"/>
                </a:cubicBezTo>
                <a:cubicBezTo>
                  <a:pt x="823108" y="848224"/>
                  <a:pt x="821384" y="852717"/>
                  <a:pt x="820523" y="855413"/>
                </a:cubicBezTo>
                <a:cubicBezTo>
                  <a:pt x="817075" y="859007"/>
                  <a:pt x="814490" y="863500"/>
                  <a:pt x="813628" y="867993"/>
                </a:cubicBezTo>
                <a:cubicBezTo>
                  <a:pt x="811043" y="871587"/>
                  <a:pt x="808458" y="876080"/>
                  <a:pt x="804149" y="876080"/>
                </a:cubicBezTo>
                <a:cubicBezTo>
                  <a:pt x="803287" y="867993"/>
                  <a:pt x="799840" y="859906"/>
                  <a:pt x="795531" y="852717"/>
                </a:cubicBezTo>
                <a:cubicBezTo>
                  <a:pt x="792946" y="848224"/>
                  <a:pt x="793808" y="842832"/>
                  <a:pt x="793808" y="837441"/>
                </a:cubicBezTo>
                <a:cubicBezTo>
                  <a:pt x="795531" y="833847"/>
                  <a:pt x="797255" y="828455"/>
                  <a:pt x="802425" y="828455"/>
                </a:cubicBezTo>
                <a:close/>
                <a:moveTo>
                  <a:pt x="201537" y="822105"/>
                </a:moveTo>
                <a:cubicBezTo>
                  <a:pt x="206943" y="824761"/>
                  <a:pt x="207844" y="831844"/>
                  <a:pt x="208745" y="837156"/>
                </a:cubicBezTo>
                <a:cubicBezTo>
                  <a:pt x="208745" y="837156"/>
                  <a:pt x="208745" y="837156"/>
                  <a:pt x="205141" y="848665"/>
                </a:cubicBezTo>
                <a:cubicBezTo>
                  <a:pt x="201537" y="853092"/>
                  <a:pt x="197032" y="857518"/>
                  <a:pt x="192527" y="861945"/>
                </a:cubicBezTo>
                <a:cubicBezTo>
                  <a:pt x="191626" y="863715"/>
                  <a:pt x="191626" y="868142"/>
                  <a:pt x="188022" y="868142"/>
                </a:cubicBezTo>
                <a:cubicBezTo>
                  <a:pt x="184418" y="863715"/>
                  <a:pt x="181715" y="858404"/>
                  <a:pt x="183517" y="853092"/>
                </a:cubicBezTo>
                <a:cubicBezTo>
                  <a:pt x="183517" y="853092"/>
                  <a:pt x="183517" y="853092"/>
                  <a:pt x="179012" y="849550"/>
                </a:cubicBezTo>
                <a:cubicBezTo>
                  <a:pt x="178111" y="846009"/>
                  <a:pt x="175408" y="843353"/>
                  <a:pt x="177210" y="839812"/>
                </a:cubicBezTo>
                <a:cubicBezTo>
                  <a:pt x="179913" y="838926"/>
                  <a:pt x="183517" y="839812"/>
                  <a:pt x="185319" y="838926"/>
                </a:cubicBezTo>
                <a:cubicBezTo>
                  <a:pt x="188022" y="838926"/>
                  <a:pt x="190725" y="836270"/>
                  <a:pt x="193428" y="838041"/>
                </a:cubicBezTo>
                <a:cubicBezTo>
                  <a:pt x="194329" y="839812"/>
                  <a:pt x="194329" y="842468"/>
                  <a:pt x="193428" y="843353"/>
                </a:cubicBezTo>
                <a:cubicBezTo>
                  <a:pt x="191626" y="847780"/>
                  <a:pt x="182616" y="840697"/>
                  <a:pt x="187121" y="847780"/>
                </a:cubicBezTo>
                <a:cubicBezTo>
                  <a:pt x="188923" y="849550"/>
                  <a:pt x="191626" y="847780"/>
                  <a:pt x="193428" y="847780"/>
                </a:cubicBezTo>
                <a:cubicBezTo>
                  <a:pt x="197032" y="846009"/>
                  <a:pt x="198834" y="843353"/>
                  <a:pt x="198834" y="839812"/>
                </a:cubicBezTo>
                <a:cubicBezTo>
                  <a:pt x="198834" y="839812"/>
                  <a:pt x="198834" y="839812"/>
                  <a:pt x="197032" y="832729"/>
                </a:cubicBezTo>
                <a:cubicBezTo>
                  <a:pt x="198834" y="829188"/>
                  <a:pt x="199735" y="825646"/>
                  <a:pt x="201537" y="822105"/>
                </a:cubicBezTo>
                <a:close/>
                <a:moveTo>
                  <a:pt x="757794" y="820884"/>
                </a:moveTo>
                <a:cubicBezTo>
                  <a:pt x="761422" y="818930"/>
                  <a:pt x="765051" y="823815"/>
                  <a:pt x="765958" y="826746"/>
                </a:cubicBezTo>
                <a:cubicBezTo>
                  <a:pt x="763236" y="831630"/>
                  <a:pt x="758701" y="831630"/>
                  <a:pt x="755072" y="831630"/>
                </a:cubicBezTo>
                <a:cubicBezTo>
                  <a:pt x="753258" y="827722"/>
                  <a:pt x="755072" y="823815"/>
                  <a:pt x="757794" y="820884"/>
                </a:cubicBezTo>
                <a:close/>
                <a:moveTo>
                  <a:pt x="226089" y="819799"/>
                </a:moveTo>
                <a:cubicBezTo>
                  <a:pt x="229740" y="818930"/>
                  <a:pt x="230653" y="822407"/>
                  <a:pt x="233392" y="824146"/>
                </a:cubicBezTo>
                <a:cubicBezTo>
                  <a:pt x="236130" y="830231"/>
                  <a:pt x="235217" y="836317"/>
                  <a:pt x="237956" y="842402"/>
                </a:cubicBezTo>
                <a:cubicBezTo>
                  <a:pt x="239781" y="845010"/>
                  <a:pt x="245258" y="846749"/>
                  <a:pt x="245258" y="851095"/>
                </a:cubicBezTo>
                <a:cubicBezTo>
                  <a:pt x="240694" y="854573"/>
                  <a:pt x="234304" y="855442"/>
                  <a:pt x="228828" y="853703"/>
                </a:cubicBezTo>
                <a:cubicBezTo>
                  <a:pt x="225176" y="851965"/>
                  <a:pt x="222438" y="848487"/>
                  <a:pt x="218787" y="851095"/>
                </a:cubicBezTo>
                <a:cubicBezTo>
                  <a:pt x="214223" y="851095"/>
                  <a:pt x="211484" y="848487"/>
                  <a:pt x="209659" y="845879"/>
                </a:cubicBezTo>
                <a:cubicBezTo>
                  <a:pt x="210572" y="841533"/>
                  <a:pt x="209659" y="835447"/>
                  <a:pt x="213310" y="831101"/>
                </a:cubicBezTo>
                <a:cubicBezTo>
                  <a:pt x="216048" y="831101"/>
                  <a:pt x="218787" y="830231"/>
                  <a:pt x="221525" y="831970"/>
                </a:cubicBezTo>
                <a:cubicBezTo>
                  <a:pt x="221525" y="833709"/>
                  <a:pt x="222438" y="835447"/>
                  <a:pt x="220612" y="835447"/>
                </a:cubicBezTo>
                <a:cubicBezTo>
                  <a:pt x="218787" y="836317"/>
                  <a:pt x="216961" y="837186"/>
                  <a:pt x="216048" y="838925"/>
                </a:cubicBezTo>
                <a:cubicBezTo>
                  <a:pt x="218787" y="840663"/>
                  <a:pt x="220612" y="839794"/>
                  <a:pt x="222438" y="838925"/>
                </a:cubicBezTo>
                <a:cubicBezTo>
                  <a:pt x="227002" y="837186"/>
                  <a:pt x="226089" y="832839"/>
                  <a:pt x="225176" y="830231"/>
                </a:cubicBezTo>
                <a:cubicBezTo>
                  <a:pt x="225176" y="830231"/>
                  <a:pt x="225176" y="830231"/>
                  <a:pt x="220612" y="825885"/>
                </a:cubicBezTo>
                <a:cubicBezTo>
                  <a:pt x="216048" y="823277"/>
                  <a:pt x="208746" y="831970"/>
                  <a:pt x="209659" y="823277"/>
                </a:cubicBezTo>
                <a:cubicBezTo>
                  <a:pt x="211484" y="822407"/>
                  <a:pt x="214223" y="822407"/>
                  <a:pt x="216961" y="822407"/>
                </a:cubicBezTo>
                <a:cubicBezTo>
                  <a:pt x="217874" y="823277"/>
                  <a:pt x="218787" y="825015"/>
                  <a:pt x="219700" y="824146"/>
                </a:cubicBezTo>
                <a:cubicBezTo>
                  <a:pt x="220612" y="822407"/>
                  <a:pt x="223351" y="820669"/>
                  <a:pt x="226089" y="819799"/>
                </a:cubicBezTo>
                <a:close/>
                <a:moveTo>
                  <a:pt x="823285" y="813487"/>
                </a:moveTo>
                <a:cubicBezTo>
                  <a:pt x="826813" y="812580"/>
                  <a:pt x="829458" y="815302"/>
                  <a:pt x="832104" y="817116"/>
                </a:cubicBezTo>
                <a:cubicBezTo>
                  <a:pt x="837396" y="824373"/>
                  <a:pt x="836514" y="832537"/>
                  <a:pt x="835632" y="842516"/>
                </a:cubicBezTo>
                <a:cubicBezTo>
                  <a:pt x="825931" y="843423"/>
                  <a:pt x="814465" y="844330"/>
                  <a:pt x="808292" y="835259"/>
                </a:cubicBezTo>
                <a:cubicBezTo>
                  <a:pt x="806528" y="832537"/>
                  <a:pt x="805646" y="828909"/>
                  <a:pt x="806528" y="825280"/>
                </a:cubicBezTo>
                <a:cubicBezTo>
                  <a:pt x="809174" y="822559"/>
                  <a:pt x="811819" y="820744"/>
                  <a:pt x="814465" y="818930"/>
                </a:cubicBezTo>
                <a:cubicBezTo>
                  <a:pt x="817993" y="818023"/>
                  <a:pt x="820639" y="820744"/>
                  <a:pt x="820639" y="824373"/>
                </a:cubicBezTo>
                <a:cubicBezTo>
                  <a:pt x="824167" y="828909"/>
                  <a:pt x="812701" y="828909"/>
                  <a:pt x="818875" y="832537"/>
                </a:cubicBezTo>
                <a:cubicBezTo>
                  <a:pt x="821521" y="831630"/>
                  <a:pt x="824167" y="828909"/>
                  <a:pt x="824167" y="827094"/>
                </a:cubicBezTo>
                <a:cubicBezTo>
                  <a:pt x="825049" y="822559"/>
                  <a:pt x="823285" y="818930"/>
                  <a:pt x="820639" y="816209"/>
                </a:cubicBezTo>
                <a:cubicBezTo>
                  <a:pt x="819757" y="814394"/>
                  <a:pt x="822403" y="813487"/>
                  <a:pt x="823285" y="813487"/>
                </a:cubicBezTo>
                <a:close/>
                <a:moveTo>
                  <a:pt x="238908" y="812933"/>
                </a:moveTo>
                <a:cubicBezTo>
                  <a:pt x="240722" y="816814"/>
                  <a:pt x="242537" y="821664"/>
                  <a:pt x="245258" y="825545"/>
                </a:cubicBezTo>
                <a:cubicBezTo>
                  <a:pt x="244351" y="827485"/>
                  <a:pt x="241629" y="827485"/>
                  <a:pt x="239815" y="828455"/>
                </a:cubicBezTo>
                <a:cubicBezTo>
                  <a:pt x="237094" y="828455"/>
                  <a:pt x="238908" y="825545"/>
                  <a:pt x="237094" y="824575"/>
                </a:cubicBezTo>
                <a:cubicBezTo>
                  <a:pt x="236187" y="821664"/>
                  <a:pt x="232558" y="819724"/>
                  <a:pt x="232558" y="815844"/>
                </a:cubicBezTo>
                <a:cubicBezTo>
                  <a:pt x="234372" y="813903"/>
                  <a:pt x="236187" y="810993"/>
                  <a:pt x="238908" y="812933"/>
                </a:cubicBezTo>
                <a:close/>
                <a:moveTo>
                  <a:pt x="177896" y="807092"/>
                </a:moveTo>
                <a:cubicBezTo>
                  <a:pt x="180471" y="807092"/>
                  <a:pt x="184761" y="806230"/>
                  <a:pt x="185619" y="808815"/>
                </a:cubicBezTo>
                <a:cubicBezTo>
                  <a:pt x="187336" y="811401"/>
                  <a:pt x="188194" y="815710"/>
                  <a:pt x="187336" y="818295"/>
                </a:cubicBezTo>
                <a:cubicBezTo>
                  <a:pt x="184761" y="820018"/>
                  <a:pt x="183045" y="821742"/>
                  <a:pt x="180471" y="820018"/>
                </a:cubicBezTo>
                <a:cubicBezTo>
                  <a:pt x="179613" y="820018"/>
                  <a:pt x="179613" y="818295"/>
                  <a:pt x="177896" y="817433"/>
                </a:cubicBezTo>
                <a:cubicBezTo>
                  <a:pt x="175322" y="818295"/>
                  <a:pt x="177038" y="821742"/>
                  <a:pt x="177896" y="822604"/>
                </a:cubicBezTo>
                <a:cubicBezTo>
                  <a:pt x="179613" y="826051"/>
                  <a:pt x="183903" y="824327"/>
                  <a:pt x="185619" y="824327"/>
                </a:cubicBezTo>
                <a:cubicBezTo>
                  <a:pt x="189910" y="824327"/>
                  <a:pt x="189910" y="812263"/>
                  <a:pt x="195059" y="820018"/>
                </a:cubicBezTo>
                <a:cubicBezTo>
                  <a:pt x="197633" y="826051"/>
                  <a:pt x="191626" y="830360"/>
                  <a:pt x="188194" y="833807"/>
                </a:cubicBezTo>
                <a:cubicBezTo>
                  <a:pt x="182187" y="836392"/>
                  <a:pt x="172748" y="833807"/>
                  <a:pt x="165883" y="832945"/>
                </a:cubicBezTo>
                <a:cubicBezTo>
                  <a:pt x="166741" y="823466"/>
                  <a:pt x="167599" y="811401"/>
                  <a:pt x="177896" y="807092"/>
                </a:cubicBezTo>
                <a:close/>
                <a:moveTo>
                  <a:pt x="731117" y="806429"/>
                </a:moveTo>
                <a:cubicBezTo>
                  <a:pt x="733774" y="808215"/>
                  <a:pt x="739973" y="804643"/>
                  <a:pt x="740859" y="810001"/>
                </a:cubicBezTo>
                <a:cubicBezTo>
                  <a:pt x="741744" y="810894"/>
                  <a:pt x="741744" y="812680"/>
                  <a:pt x="740859" y="813573"/>
                </a:cubicBezTo>
                <a:cubicBezTo>
                  <a:pt x="737316" y="812680"/>
                  <a:pt x="736430" y="818038"/>
                  <a:pt x="733774" y="815359"/>
                </a:cubicBezTo>
                <a:cubicBezTo>
                  <a:pt x="731117" y="815359"/>
                  <a:pt x="732002" y="818038"/>
                  <a:pt x="732002" y="818931"/>
                </a:cubicBezTo>
                <a:cubicBezTo>
                  <a:pt x="732002" y="820717"/>
                  <a:pt x="733774" y="822503"/>
                  <a:pt x="735545" y="822503"/>
                </a:cubicBezTo>
                <a:cubicBezTo>
                  <a:pt x="740859" y="824288"/>
                  <a:pt x="747944" y="818931"/>
                  <a:pt x="752372" y="824288"/>
                </a:cubicBezTo>
                <a:cubicBezTo>
                  <a:pt x="753258" y="829646"/>
                  <a:pt x="747058" y="827860"/>
                  <a:pt x="744401" y="828753"/>
                </a:cubicBezTo>
                <a:cubicBezTo>
                  <a:pt x="739087" y="828753"/>
                  <a:pt x="733774" y="831432"/>
                  <a:pt x="731117" y="835897"/>
                </a:cubicBezTo>
                <a:cubicBezTo>
                  <a:pt x="728460" y="839469"/>
                  <a:pt x="727574" y="844827"/>
                  <a:pt x="729345" y="848399"/>
                </a:cubicBezTo>
                <a:cubicBezTo>
                  <a:pt x="731117" y="849292"/>
                  <a:pt x="732002" y="851970"/>
                  <a:pt x="733774" y="850185"/>
                </a:cubicBezTo>
                <a:cubicBezTo>
                  <a:pt x="735545" y="848399"/>
                  <a:pt x="736430" y="844827"/>
                  <a:pt x="739087" y="843934"/>
                </a:cubicBezTo>
                <a:cubicBezTo>
                  <a:pt x="741744" y="843934"/>
                  <a:pt x="743516" y="844827"/>
                  <a:pt x="744401" y="847506"/>
                </a:cubicBezTo>
                <a:cubicBezTo>
                  <a:pt x="744401" y="849292"/>
                  <a:pt x="743516" y="853756"/>
                  <a:pt x="741744" y="855542"/>
                </a:cubicBezTo>
                <a:cubicBezTo>
                  <a:pt x="739087" y="857328"/>
                  <a:pt x="735545" y="859114"/>
                  <a:pt x="732888" y="859114"/>
                </a:cubicBezTo>
                <a:cubicBezTo>
                  <a:pt x="729345" y="858221"/>
                  <a:pt x="726688" y="853756"/>
                  <a:pt x="723146" y="857328"/>
                </a:cubicBezTo>
                <a:cubicBezTo>
                  <a:pt x="718717" y="861793"/>
                  <a:pt x="711632" y="860900"/>
                  <a:pt x="705433" y="860900"/>
                </a:cubicBezTo>
                <a:cubicBezTo>
                  <a:pt x="705433" y="860900"/>
                  <a:pt x="705433" y="860900"/>
                  <a:pt x="695690" y="856435"/>
                </a:cubicBezTo>
                <a:cubicBezTo>
                  <a:pt x="691262" y="860007"/>
                  <a:pt x="685948" y="859114"/>
                  <a:pt x="681520" y="858221"/>
                </a:cubicBezTo>
                <a:cubicBezTo>
                  <a:pt x="677092" y="858221"/>
                  <a:pt x="673549" y="857328"/>
                  <a:pt x="669121" y="858221"/>
                </a:cubicBezTo>
                <a:cubicBezTo>
                  <a:pt x="669121" y="858221"/>
                  <a:pt x="669121" y="858221"/>
                  <a:pt x="669121" y="856435"/>
                </a:cubicBezTo>
                <a:cubicBezTo>
                  <a:pt x="674435" y="854649"/>
                  <a:pt x="678863" y="850185"/>
                  <a:pt x="684177" y="851078"/>
                </a:cubicBezTo>
                <a:cubicBezTo>
                  <a:pt x="687720" y="851078"/>
                  <a:pt x="692148" y="851078"/>
                  <a:pt x="693919" y="847506"/>
                </a:cubicBezTo>
                <a:cubicBezTo>
                  <a:pt x="694805" y="843041"/>
                  <a:pt x="694805" y="836790"/>
                  <a:pt x="700119" y="835004"/>
                </a:cubicBezTo>
                <a:cubicBezTo>
                  <a:pt x="702776" y="834111"/>
                  <a:pt x="706318" y="832325"/>
                  <a:pt x="709861" y="834111"/>
                </a:cubicBezTo>
                <a:cubicBezTo>
                  <a:pt x="711632" y="835897"/>
                  <a:pt x="713404" y="838576"/>
                  <a:pt x="711632" y="841255"/>
                </a:cubicBezTo>
                <a:cubicBezTo>
                  <a:pt x="711632" y="844827"/>
                  <a:pt x="708090" y="843934"/>
                  <a:pt x="706318" y="843934"/>
                </a:cubicBezTo>
                <a:cubicBezTo>
                  <a:pt x="703661" y="842148"/>
                  <a:pt x="701004" y="843041"/>
                  <a:pt x="701004" y="845720"/>
                </a:cubicBezTo>
                <a:cubicBezTo>
                  <a:pt x="700119" y="850185"/>
                  <a:pt x="705433" y="851078"/>
                  <a:pt x="707204" y="852863"/>
                </a:cubicBezTo>
                <a:cubicBezTo>
                  <a:pt x="710747" y="853756"/>
                  <a:pt x="716946" y="855542"/>
                  <a:pt x="718717" y="851078"/>
                </a:cubicBezTo>
                <a:cubicBezTo>
                  <a:pt x="723146" y="844827"/>
                  <a:pt x="720489" y="835897"/>
                  <a:pt x="726688" y="829646"/>
                </a:cubicBezTo>
                <a:cubicBezTo>
                  <a:pt x="725803" y="823395"/>
                  <a:pt x="722260" y="816252"/>
                  <a:pt x="726688" y="810001"/>
                </a:cubicBezTo>
                <a:cubicBezTo>
                  <a:pt x="727574" y="808215"/>
                  <a:pt x="729345" y="807322"/>
                  <a:pt x="731117" y="806429"/>
                </a:cubicBezTo>
                <a:close/>
                <a:moveTo>
                  <a:pt x="844674" y="804128"/>
                </a:moveTo>
                <a:cubicBezTo>
                  <a:pt x="844674" y="804128"/>
                  <a:pt x="844674" y="804128"/>
                  <a:pt x="855457" y="808564"/>
                </a:cubicBezTo>
                <a:cubicBezTo>
                  <a:pt x="859950" y="809451"/>
                  <a:pt x="863544" y="812113"/>
                  <a:pt x="868037" y="812113"/>
                </a:cubicBezTo>
                <a:cubicBezTo>
                  <a:pt x="870733" y="812113"/>
                  <a:pt x="868936" y="814774"/>
                  <a:pt x="868037" y="815661"/>
                </a:cubicBezTo>
                <a:cubicBezTo>
                  <a:pt x="865341" y="819209"/>
                  <a:pt x="861747" y="822758"/>
                  <a:pt x="856356" y="822758"/>
                </a:cubicBezTo>
                <a:cubicBezTo>
                  <a:pt x="853660" y="824532"/>
                  <a:pt x="854558" y="828968"/>
                  <a:pt x="850065" y="829855"/>
                </a:cubicBezTo>
                <a:cubicBezTo>
                  <a:pt x="850065" y="829855"/>
                  <a:pt x="850065" y="829855"/>
                  <a:pt x="843775" y="831629"/>
                </a:cubicBezTo>
                <a:cubicBezTo>
                  <a:pt x="837485" y="829855"/>
                  <a:pt x="839282" y="822758"/>
                  <a:pt x="838384" y="818322"/>
                </a:cubicBezTo>
                <a:cubicBezTo>
                  <a:pt x="838384" y="817435"/>
                  <a:pt x="840181" y="815661"/>
                  <a:pt x="841080" y="814774"/>
                </a:cubicBezTo>
                <a:cubicBezTo>
                  <a:pt x="843775" y="813887"/>
                  <a:pt x="845572" y="816548"/>
                  <a:pt x="846471" y="818322"/>
                </a:cubicBezTo>
                <a:cubicBezTo>
                  <a:pt x="847370" y="820097"/>
                  <a:pt x="845572" y="821871"/>
                  <a:pt x="847370" y="823645"/>
                </a:cubicBezTo>
                <a:cubicBezTo>
                  <a:pt x="849167" y="822758"/>
                  <a:pt x="850065" y="820984"/>
                  <a:pt x="850065" y="819209"/>
                </a:cubicBezTo>
                <a:cubicBezTo>
                  <a:pt x="849167" y="815661"/>
                  <a:pt x="848268" y="812113"/>
                  <a:pt x="845572" y="812113"/>
                </a:cubicBezTo>
                <a:cubicBezTo>
                  <a:pt x="841978" y="810338"/>
                  <a:pt x="838384" y="812113"/>
                  <a:pt x="835688" y="814774"/>
                </a:cubicBezTo>
                <a:cubicBezTo>
                  <a:pt x="832094" y="812113"/>
                  <a:pt x="828499" y="809451"/>
                  <a:pt x="824006" y="808564"/>
                </a:cubicBezTo>
                <a:cubicBezTo>
                  <a:pt x="823108" y="807677"/>
                  <a:pt x="823108" y="806790"/>
                  <a:pt x="823108" y="805903"/>
                </a:cubicBezTo>
                <a:cubicBezTo>
                  <a:pt x="829398" y="802354"/>
                  <a:pt x="837485" y="801467"/>
                  <a:pt x="844674" y="804128"/>
                </a:cubicBezTo>
                <a:close/>
                <a:moveTo>
                  <a:pt x="262053" y="802510"/>
                </a:moveTo>
                <a:cubicBezTo>
                  <a:pt x="267357" y="799880"/>
                  <a:pt x="270892" y="804263"/>
                  <a:pt x="272660" y="807770"/>
                </a:cubicBezTo>
                <a:cubicBezTo>
                  <a:pt x="274428" y="812154"/>
                  <a:pt x="271776" y="816537"/>
                  <a:pt x="270008" y="820044"/>
                </a:cubicBezTo>
                <a:cubicBezTo>
                  <a:pt x="278848" y="826180"/>
                  <a:pt x="273544" y="838454"/>
                  <a:pt x="281500" y="844590"/>
                </a:cubicBezTo>
                <a:cubicBezTo>
                  <a:pt x="285035" y="847220"/>
                  <a:pt x="290339" y="847220"/>
                  <a:pt x="293875" y="845467"/>
                </a:cubicBezTo>
                <a:cubicBezTo>
                  <a:pt x="296527" y="843714"/>
                  <a:pt x="299178" y="841084"/>
                  <a:pt x="297411" y="837577"/>
                </a:cubicBezTo>
                <a:cubicBezTo>
                  <a:pt x="295643" y="835824"/>
                  <a:pt x="292107" y="838454"/>
                  <a:pt x="290339" y="836700"/>
                </a:cubicBezTo>
                <a:cubicBezTo>
                  <a:pt x="289455" y="834070"/>
                  <a:pt x="286803" y="831440"/>
                  <a:pt x="288571" y="828810"/>
                </a:cubicBezTo>
                <a:cubicBezTo>
                  <a:pt x="290339" y="826180"/>
                  <a:pt x="292991" y="827057"/>
                  <a:pt x="295643" y="826180"/>
                </a:cubicBezTo>
                <a:cubicBezTo>
                  <a:pt x="299178" y="827057"/>
                  <a:pt x="302714" y="829687"/>
                  <a:pt x="304482" y="834070"/>
                </a:cubicBezTo>
                <a:cubicBezTo>
                  <a:pt x="305366" y="835824"/>
                  <a:pt x="303598" y="840207"/>
                  <a:pt x="307134" y="841084"/>
                </a:cubicBezTo>
                <a:cubicBezTo>
                  <a:pt x="314206" y="839330"/>
                  <a:pt x="316857" y="847220"/>
                  <a:pt x="323045" y="847220"/>
                </a:cubicBezTo>
                <a:cubicBezTo>
                  <a:pt x="320393" y="850727"/>
                  <a:pt x="313322" y="850727"/>
                  <a:pt x="308902" y="848974"/>
                </a:cubicBezTo>
                <a:cubicBezTo>
                  <a:pt x="300946" y="843714"/>
                  <a:pt x="296527" y="858617"/>
                  <a:pt x="287687" y="855110"/>
                </a:cubicBezTo>
                <a:cubicBezTo>
                  <a:pt x="281500" y="854234"/>
                  <a:pt x="276196" y="848974"/>
                  <a:pt x="272660" y="845467"/>
                </a:cubicBezTo>
                <a:cubicBezTo>
                  <a:pt x="269124" y="847220"/>
                  <a:pt x="266473" y="850727"/>
                  <a:pt x="262053" y="849850"/>
                </a:cubicBezTo>
                <a:cubicBezTo>
                  <a:pt x="256749" y="848974"/>
                  <a:pt x="252329" y="844590"/>
                  <a:pt x="250562" y="839330"/>
                </a:cubicBezTo>
                <a:cubicBezTo>
                  <a:pt x="249678" y="836700"/>
                  <a:pt x="252329" y="834070"/>
                  <a:pt x="254097" y="832317"/>
                </a:cubicBezTo>
                <a:cubicBezTo>
                  <a:pt x="255865" y="831440"/>
                  <a:pt x="257633" y="833194"/>
                  <a:pt x="259401" y="833194"/>
                </a:cubicBezTo>
                <a:cubicBezTo>
                  <a:pt x="262937" y="835824"/>
                  <a:pt x="257633" y="841084"/>
                  <a:pt x="262053" y="842837"/>
                </a:cubicBezTo>
                <a:cubicBezTo>
                  <a:pt x="265589" y="842837"/>
                  <a:pt x="268240" y="840207"/>
                  <a:pt x="269124" y="838454"/>
                </a:cubicBezTo>
                <a:cubicBezTo>
                  <a:pt x="270892" y="835824"/>
                  <a:pt x="270892" y="831440"/>
                  <a:pt x="270008" y="828810"/>
                </a:cubicBezTo>
                <a:cubicBezTo>
                  <a:pt x="263821" y="822674"/>
                  <a:pt x="255865" y="820920"/>
                  <a:pt x="247910" y="820044"/>
                </a:cubicBezTo>
                <a:cubicBezTo>
                  <a:pt x="246142" y="819167"/>
                  <a:pt x="245258" y="816537"/>
                  <a:pt x="246142" y="813907"/>
                </a:cubicBezTo>
                <a:cubicBezTo>
                  <a:pt x="249678" y="812154"/>
                  <a:pt x="254981" y="813907"/>
                  <a:pt x="259401" y="815660"/>
                </a:cubicBezTo>
                <a:cubicBezTo>
                  <a:pt x="261169" y="815660"/>
                  <a:pt x="262937" y="813907"/>
                  <a:pt x="264705" y="812154"/>
                </a:cubicBezTo>
                <a:cubicBezTo>
                  <a:pt x="263821" y="809524"/>
                  <a:pt x="258517" y="808647"/>
                  <a:pt x="260285" y="805140"/>
                </a:cubicBezTo>
                <a:cubicBezTo>
                  <a:pt x="259401" y="803387"/>
                  <a:pt x="261169" y="802510"/>
                  <a:pt x="262053" y="802510"/>
                </a:cubicBezTo>
                <a:close/>
                <a:moveTo>
                  <a:pt x="803625" y="796705"/>
                </a:moveTo>
                <a:cubicBezTo>
                  <a:pt x="807955" y="796705"/>
                  <a:pt x="812285" y="799404"/>
                  <a:pt x="816614" y="802103"/>
                </a:cubicBezTo>
                <a:cubicBezTo>
                  <a:pt x="817480" y="803902"/>
                  <a:pt x="817480" y="806600"/>
                  <a:pt x="818346" y="808399"/>
                </a:cubicBezTo>
                <a:cubicBezTo>
                  <a:pt x="817480" y="811098"/>
                  <a:pt x="815748" y="812897"/>
                  <a:pt x="814016" y="815596"/>
                </a:cubicBezTo>
                <a:cubicBezTo>
                  <a:pt x="811419" y="815596"/>
                  <a:pt x="807955" y="816496"/>
                  <a:pt x="805357" y="814696"/>
                </a:cubicBezTo>
                <a:cubicBezTo>
                  <a:pt x="802760" y="812897"/>
                  <a:pt x="804491" y="809299"/>
                  <a:pt x="803625" y="806600"/>
                </a:cubicBezTo>
                <a:cubicBezTo>
                  <a:pt x="800162" y="805701"/>
                  <a:pt x="800162" y="809299"/>
                  <a:pt x="799296" y="811098"/>
                </a:cubicBezTo>
                <a:cubicBezTo>
                  <a:pt x="799296" y="815596"/>
                  <a:pt x="804491" y="817395"/>
                  <a:pt x="806223" y="820094"/>
                </a:cubicBezTo>
                <a:cubicBezTo>
                  <a:pt x="805357" y="823692"/>
                  <a:pt x="801894" y="823692"/>
                  <a:pt x="798430" y="823692"/>
                </a:cubicBezTo>
                <a:cubicBezTo>
                  <a:pt x="793235" y="822793"/>
                  <a:pt x="792369" y="816496"/>
                  <a:pt x="790637" y="812897"/>
                </a:cubicBezTo>
                <a:cubicBezTo>
                  <a:pt x="790637" y="812897"/>
                  <a:pt x="790637" y="812897"/>
                  <a:pt x="789771" y="797605"/>
                </a:cubicBezTo>
                <a:cubicBezTo>
                  <a:pt x="794100" y="796705"/>
                  <a:pt x="799296" y="797605"/>
                  <a:pt x="803625" y="796705"/>
                </a:cubicBezTo>
                <a:close/>
                <a:moveTo>
                  <a:pt x="854391" y="795118"/>
                </a:moveTo>
                <a:cubicBezTo>
                  <a:pt x="857193" y="795118"/>
                  <a:pt x="859994" y="796044"/>
                  <a:pt x="862796" y="796970"/>
                </a:cubicBezTo>
                <a:cubicBezTo>
                  <a:pt x="861862" y="800674"/>
                  <a:pt x="858127" y="803452"/>
                  <a:pt x="855325" y="805304"/>
                </a:cubicBezTo>
                <a:cubicBezTo>
                  <a:pt x="852524" y="806230"/>
                  <a:pt x="849722" y="803452"/>
                  <a:pt x="846921" y="802526"/>
                </a:cubicBezTo>
                <a:cubicBezTo>
                  <a:pt x="848789" y="798822"/>
                  <a:pt x="852524" y="797896"/>
                  <a:pt x="854391" y="795118"/>
                </a:cubicBezTo>
                <a:close/>
                <a:moveTo>
                  <a:pt x="773433" y="794949"/>
                </a:moveTo>
                <a:cubicBezTo>
                  <a:pt x="776409" y="794392"/>
                  <a:pt x="779276" y="794615"/>
                  <a:pt x="781481" y="797286"/>
                </a:cubicBezTo>
                <a:cubicBezTo>
                  <a:pt x="783244" y="799958"/>
                  <a:pt x="785008" y="803520"/>
                  <a:pt x="783244" y="807082"/>
                </a:cubicBezTo>
                <a:cubicBezTo>
                  <a:pt x="781481" y="810644"/>
                  <a:pt x="777071" y="808863"/>
                  <a:pt x="773543" y="808863"/>
                </a:cubicBezTo>
                <a:cubicBezTo>
                  <a:pt x="773543" y="807973"/>
                  <a:pt x="772661" y="807973"/>
                  <a:pt x="772661" y="807973"/>
                </a:cubicBezTo>
                <a:cubicBezTo>
                  <a:pt x="770897" y="808863"/>
                  <a:pt x="772661" y="810644"/>
                  <a:pt x="773543" y="811535"/>
                </a:cubicBezTo>
                <a:cubicBezTo>
                  <a:pt x="775307" y="814207"/>
                  <a:pt x="779717" y="813316"/>
                  <a:pt x="782363" y="811535"/>
                </a:cubicBezTo>
                <a:cubicBezTo>
                  <a:pt x="783244" y="811535"/>
                  <a:pt x="784126" y="810644"/>
                  <a:pt x="785890" y="810644"/>
                </a:cubicBezTo>
                <a:cubicBezTo>
                  <a:pt x="787654" y="815988"/>
                  <a:pt x="787654" y="822221"/>
                  <a:pt x="792946" y="824893"/>
                </a:cubicBezTo>
                <a:cubicBezTo>
                  <a:pt x="792064" y="828455"/>
                  <a:pt x="787654" y="826674"/>
                  <a:pt x="785890" y="827565"/>
                </a:cubicBezTo>
                <a:cubicBezTo>
                  <a:pt x="785890" y="827565"/>
                  <a:pt x="785890" y="827565"/>
                  <a:pt x="774425" y="825784"/>
                </a:cubicBezTo>
                <a:cubicBezTo>
                  <a:pt x="763842" y="821331"/>
                  <a:pt x="758550" y="811535"/>
                  <a:pt x="749731" y="805301"/>
                </a:cubicBezTo>
                <a:cubicBezTo>
                  <a:pt x="747967" y="804411"/>
                  <a:pt x="745321" y="803520"/>
                  <a:pt x="745321" y="801739"/>
                </a:cubicBezTo>
                <a:cubicBezTo>
                  <a:pt x="750613" y="797286"/>
                  <a:pt x="758550" y="794615"/>
                  <a:pt x="764724" y="797286"/>
                </a:cubicBezTo>
                <a:cubicBezTo>
                  <a:pt x="767369" y="796841"/>
                  <a:pt x="770456" y="795505"/>
                  <a:pt x="773433" y="794949"/>
                </a:cubicBezTo>
                <a:close/>
                <a:moveTo>
                  <a:pt x="162758" y="791924"/>
                </a:moveTo>
                <a:cubicBezTo>
                  <a:pt x="166115" y="791703"/>
                  <a:pt x="169556" y="792644"/>
                  <a:pt x="173167" y="795524"/>
                </a:cubicBezTo>
                <a:cubicBezTo>
                  <a:pt x="173167" y="795524"/>
                  <a:pt x="173167" y="795524"/>
                  <a:pt x="178583" y="800840"/>
                </a:cubicBezTo>
                <a:cubicBezTo>
                  <a:pt x="177680" y="803498"/>
                  <a:pt x="173167" y="804384"/>
                  <a:pt x="171361" y="806156"/>
                </a:cubicBezTo>
                <a:cubicBezTo>
                  <a:pt x="169556" y="803498"/>
                  <a:pt x="166848" y="801726"/>
                  <a:pt x="164140" y="800840"/>
                </a:cubicBezTo>
                <a:cubicBezTo>
                  <a:pt x="160529" y="800840"/>
                  <a:pt x="156918" y="801726"/>
                  <a:pt x="154210" y="804384"/>
                </a:cubicBezTo>
                <a:cubicBezTo>
                  <a:pt x="154210" y="806156"/>
                  <a:pt x="153308" y="807928"/>
                  <a:pt x="154210" y="809700"/>
                </a:cubicBezTo>
                <a:cubicBezTo>
                  <a:pt x="155113" y="810587"/>
                  <a:pt x="156918" y="810587"/>
                  <a:pt x="156918" y="808814"/>
                </a:cubicBezTo>
                <a:cubicBezTo>
                  <a:pt x="156918" y="807042"/>
                  <a:pt x="159627" y="806156"/>
                  <a:pt x="160529" y="804384"/>
                </a:cubicBezTo>
                <a:cubicBezTo>
                  <a:pt x="164140" y="803498"/>
                  <a:pt x="165945" y="806156"/>
                  <a:pt x="166848" y="808814"/>
                </a:cubicBezTo>
                <a:cubicBezTo>
                  <a:pt x="166848" y="812359"/>
                  <a:pt x="165043" y="815903"/>
                  <a:pt x="162335" y="818561"/>
                </a:cubicBezTo>
                <a:cubicBezTo>
                  <a:pt x="160529" y="822105"/>
                  <a:pt x="156918" y="819447"/>
                  <a:pt x="153308" y="819447"/>
                </a:cubicBezTo>
                <a:cubicBezTo>
                  <a:pt x="149697" y="815903"/>
                  <a:pt x="146086" y="812359"/>
                  <a:pt x="140670" y="812359"/>
                </a:cubicBezTo>
                <a:cubicBezTo>
                  <a:pt x="137059" y="811473"/>
                  <a:pt x="135254" y="807928"/>
                  <a:pt x="132546" y="806156"/>
                </a:cubicBezTo>
                <a:cubicBezTo>
                  <a:pt x="132546" y="806156"/>
                  <a:pt x="132546" y="806156"/>
                  <a:pt x="132546" y="804384"/>
                </a:cubicBezTo>
                <a:cubicBezTo>
                  <a:pt x="143378" y="803720"/>
                  <a:pt x="152687" y="792589"/>
                  <a:pt x="162758" y="791924"/>
                </a:cubicBezTo>
                <a:close/>
                <a:moveTo>
                  <a:pt x="874511" y="785593"/>
                </a:moveTo>
                <a:cubicBezTo>
                  <a:pt x="878014" y="785593"/>
                  <a:pt x="880642" y="785593"/>
                  <a:pt x="883269" y="787425"/>
                </a:cubicBezTo>
                <a:cubicBezTo>
                  <a:pt x="885021" y="790172"/>
                  <a:pt x="884145" y="794752"/>
                  <a:pt x="884145" y="796583"/>
                </a:cubicBezTo>
                <a:cubicBezTo>
                  <a:pt x="880642" y="802994"/>
                  <a:pt x="874511" y="807573"/>
                  <a:pt x="868379" y="809405"/>
                </a:cubicBezTo>
                <a:cubicBezTo>
                  <a:pt x="865752" y="808489"/>
                  <a:pt x="862248" y="809405"/>
                  <a:pt x="859621" y="807573"/>
                </a:cubicBezTo>
                <a:cubicBezTo>
                  <a:pt x="860497" y="804826"/>
                  <a:pt x="863124" y="802078"/>
                  <a:pt x="864876" y="801163"/>
                </a:cubicBezTo>
                <a:cubicBezTo>
                  <a:pt x="869255" y="800247"/>
                  <a:pt x="873635" y="798415"/>
                  <a:pt x="876262" y="794752"/>
                </a:cubicBezTo>
                <a:cubicBezTo>
                  <a:pt x="876262" y="792004"/>
                  <a:pt x="872759" y="792920"/>
                  <a:pt x="872759" y="790172"/>
                </a:cubicBezTo>
                <a:cubicBezTo>
                  <a:pt x="873635" y="788341"/>
                  <a:pt x="872759" y="786509"/>
                  <a:pt x="874511" y="785593"/>
                </a:cubicBezTo>
                <a:close/>
                <a:moveTo>
                  <a:pt x="227920" y="785593"/>
                </a:moveTo>
                <a:cubicBezTo>
                  <a:pt x="233150" y="786479"/>
                  <a:pt x="237508" y="790023"/>
                  <a:pt x="242737" y="788251"/>
                </a:cubicBezTo>
                <a:cubicBezTo>
                  <a:pt x="246223" y="790023"/>
                  <a:pt x="250581" y="791795"/>
                  <a:pt x="253196" y="795340"/>
                </a:cubicBezTo>
                <a:cubicBezTo>
                  <a:pt x="252324" y="797998"/>
                  <a:pt x="248838" y="796226"/>
                  <a:pt x="247095" y="797998"/>
                </a:cubicBezTo>
                <a:cubicBezTo>
                  <a:pt x="235765" y="805972"/>
                  <a:pt x="224434" y="823693"/>
                  <a:pt x="208746" y="816605"/>
                </a:cubicBezTo>
                <a:cubicBezTo>
                  <a:pt x="212232" y="813947"/>
                  <a:pt x="213975" y="809516"/>
                  <a:pt x="216590" y="806858"/>
                </a:cubicBezTo>
                <a:cubicBezTo>
                  <a:pt x="220076" y="807744"/>
                  <a:pt x="224434" y="807744"/>
                  <a:pt x="227049" y="804200"/>
                </a:cubicBezTo>
                <a:cubicBezTo>
                  <a:pt x="228792" y="801542"/>
                  <a:pt x="227920" y="799770"/>
                  <a:pt x="227920" y="796226"/>
                </a:cubicBezTo>
                <a:cubicBezTo>
                  <a:pt x="227920" y="796226"/>
                  <a:pt x="227920" y="796226"/>
                  <a:pt x="225306" y="793568"/>
                </a:cubicBezTo>
                <a:cubicBezTo>
                  <a:pt x="221819" y="796226"/>
                  <a:pt x="227920" y="799770"/>
                  <a:pt x="223563" y="801542"/>
                </a:cubicBezTo>
                <a:cubicBezTo>
                  <a:pt x="222691" y="802428"/>
                  <a:pt x="220948" y="803314"/>
                  <a:pt x="219205" y="803314"/>
                </a:cubicBezTo>
                <a:cubicBezTo>
                  <a:pt x="216590" y="798884"/>
                  <a:pt x="216590" y="792681"/>
                  <a:pt x="219205" y="787365"/>
                </a:cubicBezTo>
                <a:cubicBezTo>
                  <a:pt x="221819" y="786479"/>
                  <a:pt x="225306" y="786479"/>
                  <a:pt x="227920" y="785593"/>
                </a:cubicBezTo>
                <a:close/>
                <a:moveTo>
                  <a:pt x="148023" y="783284"/>
                </a:moveTo>
                <a:cubicBezTo>
                  <a:pt x="148023" y="783284"/>
                  <a:pt x="148023" y="783284"/>
                  <a:pt x="151595" y="789345"/>
                </a:cubicBezTo>
                <a:cubicBezTo>
                  <a:pt x="151595" y="791077"/>
                  <a:pt x="148916" y="791943"/>
                  <a:pt x="147130" y="791943"/>
                </a:cubicBezTo>
                <a:cubicBezTo>
                  <a:pt x="142666" y="791943"/>
                  <a:pt x="139094" y="788479"/>
                  <a:pt x="137308" y="785016"/>
                </a:cubicBezTo>
                <a:cubicBezTo>
                  <a:pt x="137308" y="785016"/>
                  <a:pt x="137308" y="785016"/>
                  <a:pt x="138201" y="784150"/>
                </a:cubicBezTo>
                <a:cubicBezTo>
                  <a:pt x="140880" y="785016"/>
                  <a:pt x="144451" y="782418"/>
                  <a:pt x="148023" y="783284"/>
                </a:cubicBezTo>
                <a:close/>
                <a:moveTo>
                  <a:pt x="202214" y="782656"/>
                </a:moveTo>
                <a:cubicBezTo>
                  <a:pt x="206728" y="783112"/>
                  <a:pt x="211127" y="784025"/>
                  <a:pt x="214831" y="784481"/>
                </a:cubicBezTo>
                <a:cubicBezTo>
                  <a:pt x="214831" y="784481"/>
                  <a:pt x="214831" y="784481"/>
                  <a:pt x="215757" y="785394"/>
                </a:cubicBezTo>
                <a:cubicBezTo>
                  <a:pt x="210201" y="794522"/>
                  <a:pt x="216683" y="810040"/>
                  <a:pt x="202793" y="815517"/>
                </a:cubicBezTo>
                <a:cubicBezTo>
                  <a:pt x="198162" y="817342"/>
                  <a:pt x="196310" y="813691"/>
                  <a:pt x="192606" y="812778"/>
                </a:cubicBezTo>
                <a:cubicBezTo>
                  <a:pt x="190754" y="809127"/>
                  <a:pt x="187050" y="805476"/>
                  <a:pt x="189828" y="801825"/>
                </a:cubicBezTo>
                <a:cubicBezTo>
                  <a:pt x="191680" y="799086"/>
                  <a:pt x="195384" y="798173"/>
                  <a:pt x="198162" y="799086"/>
                </a:cubicBezTo>
                <a:cubicBezTo>
                  <a:pt x="200014" y="799999"/>
                  <a:pt x="200014" y="803650"/>
                  <a:pt x="201866" y="803650"/>
                </a:cubicBezTo>
                <a:cubicBezTo>
                  <a:pt x="204645" y="801825"/>
                  <a:pt x="202793" y="799086"/>
                  <a:pt x="201866" y="797261"/>
                </a:cubicBezTo>
                <a:cubicBezTo>
                  <a:pt x="199088" y="794522"/>
                  <a:pt x="194458" y="794522"/>
                  <a:pt x="190754" y="795435"/>
                </a:cubicBezTo>
                <a:cubicBezTo>
                  <a:pt x="187050" y="795435"/>
                  <a:pt x="185198" y="804563"/>
                  <a:pt x="183346" y="797261"/>
                </a:cubicBezTo>
                <a:cubicBezTo>
                  <a:pt x="184272" y="792697"/>
                  <a:pt x="183346" y="786307"/>
                  <a:pt x="188902" y="783569"/>
                </a:cubicBezTo>
                <a:cubicBezTo>
                  <a:pt x="193069" y="782199"/>
                  <a:pt x="197699" y="782199"/>
                  <a:pt x="202214" y="782656"/>
                </a:cubicBezTo>
                <a:close/>
                <a:moveTo>
                  <a:pt x="776957" y="775870"/>
                </a:moveTo>
                <a:cubicBezTo>
                  <a:pt x="779339" y="775412"/>
                  <a:pt x="781607" y="776099"/>
                  <a:pt x="782967" y="779304"/>
                </a:cubicBezTo>
                <a:cubicBezTo>
                  <a:pt x="782967" y="783883"/>
                  <a:pt x="783874" y="788463"/>
                  <a:pt x="786596" y="793042"/>
                </a:cubicBezTo>
                <a:cubicBezTo>
                  <a:pt x="784782" y="796705"/>
                  <a:pt x="782060" y="792126"/>
                  <a:pt x="780246" y="791210"/>
                </a:cubicBezTo>
                <a:cubicBezTo>
                  <a:pt x="776617" y="789378"/>
                  <a:pt x="772989" y="791210"/>
                  <a:pt x="769360" y="791210"/>
                </a:cubicBezTo>
                <a:cubicBezTo>
                  <a:pt x="767546" y="787547"/>
                  <a:pt x="768453" y="782967"/>
                  <a:pt x="770267" y="779304"/>
                </a:cubicBezTo>
                <a:cubicBezTo>
                  <a:pt x="772082" y="777930"/>
                  <a:pt x="774576" y="776328"/>
                  <a:pt x="776957" y="775870"/>
                </a:cubicBezTo>
                <a:close/>
                <a:moveTo>
                  <a:pt x="122688" y="775274"/>
                </a:moveTo>
                <a:cubicBezTo>
                  <a:pt x="124762" y="775387"/>
                  <a:pt x="126605" y="776294"/>
                  <a:pt x="127066" y="778109"/>
                </a:cubicBezTo>
                <a:cubicBezTo>
                  <a:pt x="127988" y="781737"/>
                  <a:pt x="127066" y="783552"/>
                  <a:pt x="123379" y="784459"/>
                </a:cubicBezTo>
                <a:cubicBezTo>
                  <a:pt x="124301" y="788087"/>
                  <a:pt x="128910" y="790809"/>
                  <a:pt x="131675" y="792623"/>
                </a:cubicBezTo>
                <a:cubicBezTo>
                  <a:pt x="136284" y="793530"/>
                  <a:pt x="141814" y="792623"/>
                  <a:pt x="143658" y="796252"/>
                </a:cubicBezTo>
                <a:cubicBezTo>
                  <a:pt x="142736" y="798973"/>
                  <a:pt x="139971" y="798973"/>
                  <a:pt x="138127" y="799880"/>
                </a:cubicBezTo>
                <a:cubicBezTo>
                  <a:pt x="131675" y="799880"/>
                  <a:pt x="125222" y="798973"/>
                  <a:pt x="122457" y="793530"/>
                </a:cubicBezTo>
                <a:cubicBezTo>
                  <a:pt x="117848" y="788994"/>
                  <a:pt x="115083" y="783552"/>
                  <a:pt x="116926" y="777202"/>
                </a:cubicBezTo>
                <a:cubicBezTo>
                  <a:pt x="118309" y="775841"/>
                  <a:pt x="120614" y="775161"/>
                  <a:pt x="122688" y="775274"/>
                </a:cubicBezTo>
                <a:close/>
                <a:moveTo>
                  <a:pt x="221173" y="766769"/>
                </a:moveTo>
                <a:cubicBezTo>
                  <a:pt x="222289" y="766996"/>
                  <a:pt x="223629" y="767677"/>
                  <a:pt x="224521" y="767677"/>
                </a:cubicBezTo>
                <a:cubicBezTo>
                  <a:pt x="224521" y="767677"/>
                  <a:pt x="224521" y="767677"/>
                  <a:pt x="230772" y="771305"/>
                </a:cubicBezTo>
                <a:cubicBezTo>
                  <a:pt x="231665" y="774934"/>
                  <a:pt x="232558" y="779469"/>
                  <a:pt x="232558" y="782191"/>
                </a:cubicBezTo>
                <a:cubicBezTo>
                  <a:pt x="230772" y="784005"/>
                  <a:pt x="229879" y="781284"/>
                  <a:pt x="227200" y="782191"/>
                </a:cubicBezTo>
                <a:cubicBezTo>
                  <a:pt x="224521" y="782191"/>
                  <a:pt x="220057" y="783098"/>
                  <a:pt x="218271" y="779469"/>
                </a:cubicBezTo>
                <a:cubicBezTo>
                  <a:pt x="220057" y="776748"/>
                  <a:pt x="220057" y="772212"/>
                  <a:pt x="219164" y="768584"/>
                </a:cubicBezTo>
                <a:cubicBezTo>
                  <a:pt x="219164" y="766769"/>
                  <a:pt x="220057" y="766543"/>
                  <a:pt x="221173" y="766769"/>
                </a:cubicBezTo>
                <a:close/>
                <a:moveTo>
                  <a:pt x="823575" y="765810"/>
                </a:moveTo>
                <a:cubicBezTo>
                  <a:pt x="825256" y="764955"/>
                  <a:pt x="827777" y="766665"/>
                  <a:pt x="826937" y="768374"/>
                </a:cubicBezTo>
                <a:cubicBezTo>
                  <a:pt x="829458" y="774358"/>
                  <a:pt x="822735" y="774358"/>
                  <a:pt x="819373" y="776067"/>
                </a:cubicBezTo>
                <a:cubicBezTo>
                  <a:pt x="817692" y="774358"/>
                  <a:pt x="816011" y="773503"/>
                  <a:pt x="815171" y="770939"/>
                </a:cubicBezTo>
                <a:cubicBezTo>
                  <a:pt x="816852" y="768374"/>
                  <a:pt x="820213" y="767519"/>
                  <a:pt x="823575" y="765810"/>
                </a:cubicBezTo>
                <a:close/>
                <a:moveTo>
                  <a:pt x="853103" y="764426"/>
                </a:moveTo>
                <a:cubicBezTo>
                  <a:pt x="853103" y="764426"/>
                  <a:pt x="853103" y="764426"/>
                  <a:pt x="854858" y="769718"/>
                </a:cubicBezTo>
                <a:cubicBezTo>
                  <a:pt x="854858" y="774127"/>
                  <a:pt x="854858" y="779419"/>
                  <a:pt x="852226" y="782065"/>
                </a:cubicBezTo>
                <a:cubicBezTo>
                  <a:pt x="851349" y="787356"/>
                  <a:pt x="852226" y="792648"/>
                  <a:pt x="847840" y="796176"/>
                </a:cubicBezTo>
                <a:cubicBezTo>
                  <a:pt x="844330" y="799703"/>
                  <a:pt x="839067" y="799703"/>
                  <a:pt x="834680" y="799703"/>
                </a:cubicBezTo>
                <a:cubicBezTo>
                  <a:pt x="832048" y="797057"/>
                  <a:pt x="832048" y="794412"/>
                  <a:pt x="832048" y="790884"/>
                </a:cubicBezTo>
                <a:cubicBezTo>
                  <a:pt x="832048" y="789120"/>
                  <a:pt x="833803" y="788238"/>
                  <a:pt x="835558" y="787356"/>
                </a:cubicBezTo>
                <a:cubicBezTo>
                  <a:pt x="836435" y="788238"/>
                  <a:pt x="839067" y="788238"/>
                  <a:pt x="839067" y="786474"/>
                </a:cubicBezTo>
                <a:cubicBezTo>
                  <a:pt x="839067" y="784710"/>
                  <a:pt x="836435" y="784710"/>
                  <a:pt x="835558" y="784710"/>
                </a:cubicBezTo>
                <a:cubicBezTo>
                  <a:pt x="832048" y="785592"/>
                  <a:pt x="829416" y="788238"/>
                  <a:pt x="828539" y="790884"/>
                </a:cubicBezTo>
                <a:cubicBezTo>
                  <a:pt x="825030" y="795294"/>
                  <a:pt x="833803" y="800585"/>
                  <a:pt x="826785" y="801467"/>
                </a:cubicBezTo>
                <a:cubicBezTo>
                  <a:pt x="825907" y="794412"/>
                  <a:pt x="825030" y="786474"/>
                  <a:pt x="821521" y="781183"/>
                </a:cubicBezTo>
                <a:cubicBezTo>
                  <a:pt x="827662" y="774127"/>
                  <a:pt x="838189" y="779419"/>
                  <a:pt x="844330" y="771481"/>
                </a:cubicBezTo>
                <a:cubicBezTo>
                  <a:pt x="848717" y="770599"/>
                  <a:pt x="846962" y="761780"/>
                  <a:pt x="853103" y="764426"/>
                </a:cubicBezTo>
                <a:close/>
                <a:moveTo>
                  <a:pt x="793083" y="753843"/>
                </a:moveTo>
                <a:cubicBezTo>
                  <a:pt x="794878" y="754738"/>
                  <a:pt x="794878" y="756527"/>
                  <a:pt x="795775" y="758317"/>
                </a:cubicBezTo>
                <a:cubicBezTo>
                  <a:pt x="808337" y="769949"/>
                  <a:pt x="826283" y="783370"/>
                  <a:pt x="821796" y="803055"/>
                </a:cubicBezTo>
                <a:cubicBezTo>
                  <a:pt x="819105" y="802160"/>
                  <a:pt x="820002" y="799476"/>
                  <a:pt x="818207" y="797687"/>
                </a:cubicBezTo>
                <a:cubicBezTo>
                  <a:pt x="814618" y="795002"/>
                  <a:pt x="810132" y="795002"/>
                  <a:pt x="806543" y="792318"/>
                </a:cubicBezTo>
                <a:cubicBezTo>
                  <a:pt x="808337" y="789634"/>
                  <a:pt x="809235" y="786055"/>
                  <a:pt x="806543" y="782476"/>
                </a:cubicBezTo>
                <a:cubicBezTo>
                  <a:pt x="805645" y="779791"/>
                  <a:pt x="802954" y="778002"/>
                  <a:pt x="799364" y="778897"/>
                </a:cubicBezTo>
                <a:cubicBezTo>
                  <a:pt x="796673" y="778897"/>
                  <a:pt x="793981" y="780686"/>
                  <a:pt x="793083" y="783370"/>
                </a:cubicBezTo>
                <a:cubicBezTo>
                  <a:pt x="793083" y="785160"/>
                  <a:pt x="793083" y="786055"/>
                  <a:pt x="794878" y="786949"/>
                </a:cubicBezTo>
                <a:cubicBezTo>
                  <a:pt x="797570" y="786055"/>
                  <a:pt x="797570" y="779791"/>
                  <a:pt x="802056" y="782476"/>
                </a:cubicBezTo>
                <a:cubicBezTo>
                  <a:pt x="805645" y="784265"/>
                  <a:pt x="803851" y="788739"/>
                  <a:pt x="802954" y="791423"/>
                </a:cubicBezTo>
                <a:cubicBezTo>
                  <a:pt x="799364" y="794107"/>
                  <a:pt x="794878" y="795002"/>
                  <a:pt x="790392" y="793213"/>
                </a:cubicBezTo>
                <a:cubicBezTo>
                  <a:pt x="786802" y="790528"/>
                  <a:pt x="786802" y="786055"/>
                  <a:pt x="785905" y="781581"/>
                </a:cubicBezTo>
                <a:cubicBezTo>
                  <a:pt x="785905" y="781581"/>
                  <a:pt x="785905" y="781581"/>
                  <a:pt x="788597" y="774423"/>
                </a:cubicBezTo>
                <a:cubicBezTo>
                  <a:pt x="785008" y="767265"/>
                  <a:pt x="788597" y="761001"/>
                  <a:pt x="791289" y="755633"/>
                </a:cubicBezTo>
                <a:cubicBezTo>
                  <a:pt x="791289" y="755633"/>
                  <a:pt x="791289" y="755633"/>
                  <a:pt x="793083" y="753843"/>
                </a:cubicBezTo>
                <a:close/>
                <a:moveTo>
                  <a:pt x="154537" y="753765"/>
                </a:moveTo>
                <a:cubicBezTo>
                  <a:pt x="155320" y="755181"/>
                  <a:pt x="155992" y="757360"/>
                  <a:pt x="157783" y="757796"/>
                </a:cubicBezTo>
                <a:cubicBezTo>
                  <a:pt x="164052" y="760411"/>
                  <a:pt x="169425" y="762154"/>
                  <a:pt x="174798" y="764768"/>
                </a:cubicBezTo>
                <a:cubicBezTo>
                  <a:pt x="177484" y="766511"/>
                  <a:pt x="180171" y="769998"/>
                  <a:pt x="179275" y="773484"/>
                </a:cubicBezTo>
                <a:cubicBezTo>
                  <a:pt x="175693" y="778713"/>
                  <a:pt x="176589" y="786558"/>
                  <a:pt x="177484" y="792659"/>
                </a:cubicBezTo>
                <a:cubicBezTo>
                  <a:pt x="174798" y="793530"/>
                  <a:pt x="173007" y="790044"/>
                  <a:pt x="170320" y="790044"/>
                </a:cubicBezTo>
                <a:cubicBezTo>
                  <a:pt x="165843" y="790044"/>
                  <a:pt x="170320" y="784814"/>
                  <a:pt x="168529" y="781328"/>
                </a:cubicBezTo>
                <a:cubicBezTo>
                  <a:pt x="168529" y="778713"/>
                  <a:pt x="166738" y="776970"/>
                  <a:pt x="164947" y="775227"/>
                </a:cubicBezTo>
                <a:cubicBezTo>
                  <a:pt x="162261" y="775227"/>
                  <a:pt x="160470" y="774356"/>
                  <a:pt x="158679" y="776099"/>
                </a:cubicBezTo>
                <a:cubicBezTo>
                  <a:pt x="158679" y="776099"/>
                  <a:pt x="158679" y="776099"/>
                  <a:pt x="157783" y="776970"/>
                </a:cubicBezTo>
                <a:cubicBezTo>
                  <a:pt x="159574" y="778713"/>
                  <a:pt x="164052" y="777842"/>
                  <a:pt x="164052" y="781328"/>
                </a:cubicBezTo>
                <a:cubicBezTo>
                  <a:pt x="164947" y="783071"/>
                  <a:pt x="164052" y="785686"/>
                  <a:pt x="162261" y="787429"/>
                </a:cubicBezTo>
                <a:cubicBezTo>
                  <a:pt x="159574" y="787429"/>
                  <a:pt x="156888" y="789172"/>
                  <a:pt x="154201" y="786558"/>
                </a:cubicBezTo>
                <a:cubicBezTo>
                  <a:pt x="152410" y="783071"/>
                  <a:pt x="149724" y="778713"/>
                  <a:pt x="150619" y="774356"/>
                </a:cubicBezTo>
                <a:cubicBezTo>
                  <a:pt x="147932" y="772612"/>
                  <a:pt x="147037" y="768255"/>
                  <a:pt x="146141" y="765640"/>
                </a:cubicBezTo>
                <a:cubicBezTo>
                  <a:pt x="145246" y="761282"/>
                  <a:pt x="149724" y="757796"/>
                  <a:pt x="150619" y="754310"/>
                </a:cubicBezTo>
                <a:cubicBezTo>
                  <a:pt x="152858" y="751695"/>
                  <a:pt x="153753" y="752348"/>
                  <a:pt x="154537" y="753765"/>
                </a:cubicBezTo>
                <a:close/>
                <a:moveTo>
                  <a:pt x="176678" y="752255"/>
                </a:moveTo>
                <a:cubicBezTo>
                  <a:pt x="180488" y="753948"/>
                  <a:pt x="188108" y="755642"/>
                  <a:pt x="188108" y="761568"/>
                </a:cubicBezTo>
                <a:cubicBezTo>
                  <a:pt x="188108" y="761568"/>
                  <a:pt x="188108" y="761568"/>
                  <a:pt x="182393" y="764955"/>
                </a:cubicBezTo>
                <a:cubicBezTo>
                  <a:pt x="179536" y="762415"/>
                  <a:pt x="175726" y="759875"/>
                  <a:pt x="173821" y="756488"/>
                </a:cubicBezTo>
                <a:cubicBezTo>
                  <a:pt x="173821" y="754795"/>
                  <a:pt x="174773" y="753102"/>
                  <a:pt x="176678" y="752255"/>
                </a:cubicBezTo>
                <a:close/>
                <a:moveTo>
                  <a:pt x="208292" y="744318"/>
                </a:moveTo>
                <a:cubicBezTo>
                  <a:pt x="211921" y="747966"/>
                  <a:pt x="214642" y="753438"/>
                  <a:pt x="213735" y="758909"/>
                </a:cubicBezTo>
                <a:cubicBezTo>
                  <a:pt x="211014" y="764381"/>
                  <a:pt x="218271" y="769853"/>
                  <a:pt x="214642" y="776237"/>
                </a:cubicBezTo>
                <a:cubicBezTo>
                  <a:pt x="213735" y="778973"/>
                  <a:pt x="210107" y="778973"/>
                  <a:pt x="208292" y="779884"/>
                </a:cubicBezTo>
                <a:cubicBezTo>
                  <a:pt x="205571" y="778973"/>
                  <a:pt x="201035" y="779884"/>
                  <a:pt x="199221" y="777149"/>
                </a:cubicBezTo>
                <a:cubicBezTo>
                  <a:pt x="197407" y="770765"/>
                  <a:pt x="210107" y="773501"/>
                  <a:pt x="203757" y="768941"/>
                </a:cubicBezTo>
                <a:cubicBezTo>
                  <a:pt x="200128" y="768029"/>
                  <a:pt x="196500" y="769853"/>
                  <a:pt x="195592" y="772589"/>
                </a:cubicBezTo>
                <a:cubicBezTo>
                  <a:pt x="194685" y="774413"/>
                  <a:pt x="196500" y="778061"/>
                  <a:pt x="193778" y="778973"/>
                </a:cubicBezTo>
                <a:cubicBezTo>
                  <a:pt x="188335" y="778973"/>
                  <a:pt x="183800" y="783532"/>
                  <a:pt x="181985" y="787180"/>
                </a:cubicBezTo>
                <a:cubicBezTo>
                  <a:pt x="181078" y="786268"/>
                  <a:pt x="180171" y="783532"/>
                  <a:pt x="181078" y="781708"/>
                </a:cubicBezTo>
                <a:cubicBezTo>
                  <a:pt x="181078" y="768941"/>
                  <a:pt x="192871" y="763469"/>
                  <a:pt x="201035" y="755262"/>
                </a:cubicBezTo>
                <a:cubicBezTo>
                  <a:pt x="201035" y="755262"/>
                  <a:pt x="201035" y="755262"/>
                  <a:pt x="208292" y="744318"/>
                </a:cubicBezTo>
                <a:close/>
                <a:moveTo>
                  <a:pt x="875042" y="741333"/>
                </a:moveTo>
                <a:cubicBezTo>
                  <a:pt x="875949" y="741333"/>
                  <a:pt x="877764" y="739555"/>
                  <a:pt x="877764" y="741333"/>
                </a:cubicBezTo>
                <a:cubicBezTo>
                  <a:pt x="875949" y="746667"/>
                  <a:pt x="876857" y="753779"/>
                  <a:pt x="878671" y="759113"/>
                </a:cubicBezTo>
                <a:cubicBezTo>
                  <a:pt x="878671" y="761780"/>
                  <a:pt x="876857" y="760891"/>
                  <a:pt x="875949" y="760002"/>
                </a:cubicBezTo>
                <a:cubicBezTo>
                  <a:pt x="873228" y="754668"/>
                  <a:pt x="872321" y="747556"/>
                  <a:pt x="875042" y="741333"/>
                </a:cubicBezTo>
                <a:close/>
                <a:moveTo>
                  <a:pt x="904614" y="733262"/>
                </a:moveTo>
                <a:cubicBezTo>
                  <a:pt x="906166" y="734265"/>
                  <a:pt x="907717" y="735826"/>
                  <a:pt x="909491" y="736271"/>
                </a:cubicBezTo>
                <a:cubicBezTo>
                  <a:pt x="915698" y="742513"/>
                  <a:pt x="918358" y="754104"/>
                  <a:pt x="914811" y="763020"/>
                </a:cubicBezTo>
                <a:cubicBezTo>
                  <a:pt x="910377" y="779960"/>
                  <a:pt x="896190" y="793334"/>
                  <a:pt x="885550" y="808492"/>
                </a:cubicBezTo>
                <a:cubicBezTo>
                  <a:pt x="850081" y="853072"/>
                  <a:pt x="808406" y="888736"/>
                  <a:pt x="760523" y="918159"/>
                </a:cubicBezTo>
                <a:cubicBezTo>
                  <a:pt x="752543" y="922617"/>
                  <a:pt x="740129" y="925292"/>
                  <a:pt x="731262" y="920834"/>
                </a:cubicBezTo>
                <a:cubicBezTo>
                  <a:pt x="728602" y="919051"/>
                  <a:pt x="724168" y="916376"/>
                  <a:pt x="723281" y="912810"/>
                </a:cubicBezTo>
                <a:cubicBezTo>
                  <a:pt x="722395" y="911026"/>
                  <a:pt x="721508" y="910135"/>
                  <a:pt x="722395" y="909243"/>
                </a:cubicBezTo>
                <a:cubicBezTo>
                  <a:pt x="724168" y="909243"/>
                  <a:pt x="726828" y="913701"/>
                  <a:pt x="729488" y="914593"/>
                </a:cubicBezTo>
                <a:cubicBezTo>
                  <a:pt x="735695" y="918159"/>
                  <a:pt x="743676" y="919051"/>
                  <a:pt x="751656" y="919051"/>
                </a:cubicBezTo>
                <a:cubicBezTo>
                  <a:pt x="780918" y="903002"/>
                  <a:pt x="808406" y="880712"/>
                  <a:pt x="834120" y="856638"/>
                </a:cubicBezTo>
                <a:cubicBezTo>
                  <a:pt x="852741" y="838806"/>
                  <a:pt x="870475" y="821866"/>
                  <a:pt x="885550" y="800467"/>
                </a:cubicBezTo>
                <a:cubicBezTo>
                  <a:pt x="885550" y="800467"/>
                  <a:pt x="885550" y="800467"/>
                  <a:pt x="910377" y="765694"/>
                </a:cubicBezTo>
                <a:cubicBezTo>
                  <a:pt x="913924" y="758562"/>
                  <a:pt x="914811" y="747862"/>
                  <a:pt x="909491" y="740729"/>
                </a:cubicBezTo>
                <a:cubicBezTo>
                  <a:pt x="907717" y="737163"/>
                  <a:pt x="904170" y="735380"/>
                  <a:pt x="899737" y="733597"/>
                </a:cubicBezTo>
                <a:cubicBezTo>
                  <a:pt x="901510" y="731813"/>
                  <a:pt x="903062" y="732259"/>
                  <a:pt x="904614" y="733262"/>
                </a:cubicBezTo>
                <a:close/>
                <a:moveTo>
                  <a:pt x="870694" y="726855"/>
                </a:moveTo>
                <a:cubicBezTo>
                  <a:pt x="873366" y="729474"/>
                  <a:pt x="874257" y="732967"/>
                  <a:pt x="874257" y="736459"/>
                </a:cubicBezTo>
                <a:cubicBezTo>
                  <a:pt x="868913" y="741698"/>
                  <a:pt x="868913" y="749556"/>
                  <a:pt x="869804" y="756541"/>
                </a:cubicBezTo>
                <a:cubicBezTo>
                  <a:pt x="871585" y="759160"/>
                  <a:pt x="872476" y="762653"/>
                  <a:pt x="876038" y="764399"/>
                </a:cubicBezTo>
                <a:cubicBezTo>
                  <a:pt x="877819" y="763526"/>
                  <a:pt x="877819" y="762653"/>
                  <a:pt x="878709" y="760907"/>
                </a:cubicBezTo>
                <a:cubicBezTo>
                  <a:pt x="882271" y="760034"/>
                  <a:pt x="885834" y="756541"/>
                  <a:pt x="889396" y="760034"/>
                </a:cubicBezTo>
                <a:cubicBezTo>
                  <a:pt x="891177" y="761780"/>
                  <a:pt x="892958" y="764399"/>
                  <a:pt x="892958" y="767018"/>
                </a:cubicBezTo>
                <a:cubicBezTo>
                  <a:pt x="892958" y="771384"/>
                  <a:pt x="889396" y="774003"/>
                  <a:pt x="885834" y="776623"/>
                </a:cubicBezTo>
                <a:cubicBezTo>
                  <a:pt x="879600" y="779242"/>
                  <a:pt x="872476" y="776623"/>
                  <a:pt x="867132" y="772257"/>
                </a:cubicBezTo>
                <a:cubicBezTo>
                  <a:pt x="861789" y="766145"/>
                  <a:pt x="858227" y="760034"/>
                  <a:pt x="859117" y="752176"/>
                </a:cubicBezTo>
                <a:cubicBezTo>
                  <a:pt x="856446" y="744317"/>
                  <a:pt x="862680" y="738206"/>
                  <a:pt x="864461" y="732094"/>
                </a:cubicBezTo>
                <a:cubicBezTo>
                  <a:pt x="867132" y="730348"/>
                  <a:pt x="868023" y="727728"/>
                  <a:pt x="870694" y="726855"/>
                </a:cubicBezTo>
                <a:close/>
                <a:moveTo>
                  <a:pt x="124785" y="725267"/>
                </a:moveTo>
                <a:cubicBezTo>
                  <a:pt x="129194" y="728971"/>
                  <a:pt x="130958" y="734528"/>
                  <a:pt x="130076" y="741010"/>
                </a:cubicBezTo>
                <a:cubicBezTo>
                  <a:pt x="130076" y="742862"/>
                  <a:pt x="129194" y="745640"/>
                  <a:pt x="126548" y="747492"/>
                </a:cubicBezTo>
                <a:cubicBezTo>
                  <a:pt x="125667" y="747492"/>
                  <a:pt x="123903" y="745640"/>
                  <a:pt x="124785" y="743788"/>
                </a:cubicBezTo>
                <a:cubicBezTo>
                  <a:pt x="126548" y="741010"/>
                  <a:pt x="126548" y="736380"/>
                  <a:pt x="125667" y="731749"/>
                </a:cubicBezTo>
                <a:cubicBezTo>
                  <a:pt x="124785" y="730823"/>
                  <a:pt x="123021" y="728971"/>
                  <a:pt x="123903" y="726193"/>
                </a:cubicBezTo>
                <a:cubicBezTo>
                  <a:pt x="123903" y="726193"/>
                  <a:pt x="123903" y="726193"/>
                  <a:pt x="124785" y="725267"/>
                </a:cubicBezTo>
                <a:close/>
                <a:moveTo>
                  <a:pt x="902681" y="717297"/>
                </a:moveTo>
                <a:cubicBezTo>
                  <a:pt x="905342" y="717075"/>
                  <a:pt x="908002" y="717075"/>
                  <a:pt x="910662" y="718407"/>
                </a:cubicBezTo>
                <a:cubicBezTo>
                  <a:pt x="910662" y="718407"/>
                  <a:pt x="910662" y="718407"/>
                  <a:pt x="922190" y="726401"/>
                </a:cubicBezTo>
                <a:cubicBezTo>
                  <a:pt x="928398" y="734395"/>
                  <a:pt x="931058" y="744166"/>
                  <a:pt x="931058" y="753937"/>
                </a:cubicBezTo>
                <a:cubicBezTo>
                  <a:pt x="929284" y="755713"/>
                  <a:pt x="931058" y="758378"/>
                  <a:pt x="930171" y="761042"/>
                </a:cubicBezTo>
                <a:cubicBezTo>
                  <a:pt x="927511" y="763707"/>
                  <a:pt x="929284" y="768148"/>
                  <a:pt x="927511" y="770813"/>
                </a:cubicBezTo>
                <a:cubicBezTo>
                  <a:pt x="923964" y="785025"/>
                  <a:pt x="911549" y="795684"/>
                  <a:pt x="903568" y="808119"/>
                </a:cubicBezTo>
                <a:cubicBezTo>
                  <a:pt x="891153" y="822331"/>
                  <a:pt x="879625" y="838320"/>
                  <a:pt x="866324" y="851643"/>
                </a:cubicBezTo>
                <a:cubicBezTo>
                  <a:pt x="862777" y="852531"/>
                  <a:pt x="861890" y="856973"/>
                  <a:pt x="859230" y="858749"/>
                </a:cubicBezTo>
                <a:cubicBezTo>
                  <a:pt x="845928" y="870296"/>
                  <a:pt x="833514" y="882732"/>
                  <a:pt x="820212" y="892502"/>
                </a:cubicBezTo>
                <a:cubicBezTo>
                  <a:pt x="819325" y="896055"/>
                  <a:pt x="814892" y="896055"/>
                  <a:pt x="813118" y="898720"/>
                </a:cubicBezTo>
                <a:cubicBezTo>
                  <a:pt x="795383" y="912044"/>
                  <a:pt x="778534" y="924479"/>
                  <a:pt x="760799" y="933361"/>
                </a:cubicBezTo>
                <a:cubicBezTo>
                  <a:pt x="744837" y="939579"/>
                  <a:pt x="724441" y="936914"/>
                  <a:pt x="712914" y="924479"/>
                </a:cubicBezTo>
                <a:cubicBezTo>
                  <a:pt x="707593" y="918261"/>
                  <a:pt x="704046" y="910267"/>
                  <a:pt x="705819" y="903161"/>
                </a:cubicBezTo>
                <a:cubicBezTo>
                  <a:pt x="707593" y="900496"/>
                  <a:pt x="711140" y="903161"/>
                  <a:pt x="714687" y="903161"/>
                </a:cubicBezTo>
                <a:cubicBezTo>
                  <a:pt x="717347" y="907602"/>
                  <a:pt x="719121" y="913820"/>
                  <a:pt x="723555" y="918261"/>
                </a:cubicBezTo>
                <a:cubicBezTo>
                  <a:pt x="731536" y="925367"/>
                  <a:pt x="743950" y="928920"/>
                  <a:pt x="754592" y="923591"/>
                </a:cubicBezTo>
                <a:cubicBezTo>
                  <a:pt x="774987" y="917373"/>
                  <a:pt x="790062" y="900496"/>
                  <a:pt x="807797" y="889838"/>
                </a:cubicBezTo>
                <a:cubicBezTo>
                  <a:pt x="844155" y="860526"/>
                  <a:pt x="876965" y="825884"/>
                  <a:pt x="903568" y="789466"/>
                </a:cubicBezTo>
                <a:cubicBezTo>
                  <a:pt x="909775" y="782360"/>
                  <a:pt x="915983" y="774366"/>
                  <a:pt x="916870" y="765484"/>
                </a:cubicBezTo>
                <a:cubicBezTo>
                  <a:pt x="920417" y="755713"/>
                  <a:pt x="920417" y="744166"/>
                  <a:pt x="914209" y="736172"/>
                </a:cubicBezTo>
                <a:cubicBezTo>
                  <a:pt x="909775" y="729954"/>
                  <a:pt x="903568" y="727289"/>
                  <a:pt x="896474" y="726401"/>
                </a:cubicBezTo>
                <a:cubicBezTo>
                  <a:pt x="894700" y="723736"/>
                  <a:pt x="893814" y="721072"/>
                  <a:pt x="894700" y="717519"/>
                </a:cubicBezTo>
                <a:cubicBezTo>
                  <a:pt x="897361" y="717963"/>
                  <a:pt x="900021" y="717519"/>
                  <a:pt x="902681" y="717297"/>
                </a:cubicBezTo>
                <a:close/>
                <a:moveTo>
                  <a:pt x="98581" y="715042"/>
                </a:moveTo>
                <a:cubicBezTo>
                  <a:pt x="100353" y="714155"/>
                  <a:pt x="101239" y="715930"/>
                  <a:pt x="100353" y="716817"/>
                </a:cubicBezTo>
                <a:cubicBezTo>
                  <a:pt x="93265" y="720366"/>
                  <a:pt x="88834" y="725690"/>
                  <a:pt x="86176" y="732789"/>
                </a:cubicBezTo>
                <a:cubicBezTo>
                  <a:pt x="85290" y="738113"/>
                  <a:pt x="84404" y="746099"/>
                  <a:pt x="87948" y="750536"/>
                </a:cubicBezTo>
                <a:cubicBezTo>
                  <a:pt x="88834" y="755860"/>
                  <a:pt x="93265" y="760297"/>
                  <a:pt x="95037" y="764733"/>
                </a:cubicBezTo>
                <a:cubicBezTo>
                  <a:pt x="114530" y="792241"/>
                  <a:pt x="134909" y="821523"/>
                  <a:pt x="159718" y="845481"/>
                </a:cubicBezTo>
                <a:cubicBezTo>
                  <a:pt x="172123" y="858791"/>
                  <a:pt x="186299" y="871214"/>
                  <a:pt x="200476" y="882749"/>
                </a:cubicBezTo>
                <a:cubicBezTo>
                  <a:pt x="214653" y="893397"/>
                  <a:pt x="228830" y="905820"/>
                  <a:pt x="245665" y="912918"/>
                </a:cubicBezTo>
                <a:cubicBezTo>
                  <a:pt x="251867" y="914693"/>
                  <a:pt x="261613" y="914693"/>
                  <a:pt x="266044" y="908482"/>
                </a:cubicBezTo>
                <a:cubicBezTo>
                  <a:pt x="269588" y="905820"/>
                  <a:pt x="267816" y="898721"/>
                  <a:pt x="272246" y="899608"/>
                </a:cubicBezTo>
                <a:cubicBezTo>
                  <a:pt x="271360" y="905820"/>
                  <a:pt x="269588" y="912031"/>
                  <a:pt x="263385" y="914693"/>
                </a:cubicBezTo>
                <a:cubicBezTo>
                  <a:pt x="255411" y="917355"/>
                  <a:pt x="247437" y="915580"/>
                  <a:pt x="239462" y="913806"/>
                </a:cubicBezTo>
                <a:cubicBezTo>
                  <a:pt x="219969" y="904045"/>
                  <a:pt x="204020" y="889848"/>
                  <a:pt x="186299" y="875650"/>
                </a:cubicBezTo>
                <a:cubicBezTo>
                  <a:pt x="154402" y="848143"/>
                  <a:pt x="125162" y="815311"/>
                  <a:pt x="103011" y="781593"/>
                </a:cubicBezTo>
                <a:cubicBezTo>
                  <a:pt x="95923" y="770057"/>
                  <a:pt x="84404" y="758522"/>
                  <a:pt x="81746" y="744325"/>
                </a:cubicBezTo>
                <a:cubicBezTo>
                  <a:pt x="84404" y="732789"/>
                  <a:pt x="85290" y="717704"/>
                  <a:pt x="98581" y="715042"/>
                </a:cubicBezTo>
                <a:close/>
                <a:moveTo>
                  <a:pt x="127525" y="707991"/>
                </a:moveTo>
                <a:cubicBezTo>
                  <a:pt x="128411" y="706217"/>
                  <a:pt x="131069" y="707991"/>
                  <a:pt x="131955" y="708879"/>
                </a:cubicBezTo>
                <a:cubicBezTo>
                  <a:pt x="139930" y="717750"/>
                  <a:pt x="145246" y="730170"/>
                  <a:pt x="143474" y="741702"/>
                </a:cubicBezTo>
                <a:cubicBezTo>
                  <a:pt x="143474" y="749687"/>
                  <a:pt x="139930" y="756784"/>
                  <a:pt x="133727" y="761219"/>
                </a:cubicBezTo>
                <a:cubicBezTo>
                  <a:pt x="128411" y="762994"/>
                  <a:pt x="120437" y="766542"/>
                  <a:pt x="115120" y="762994"/>
                </a:cubicBezTo>
                <a:cubicBezTo>
                  <a:pt x="111576" y="762106"/>
                  <a:pt x="108032" y="757671"/>
                  <a:pt x="108032" y="753235"/>
                </a:cubicBezTo>
                <a:cubicBezTo>
                  <a:pt x="107146" y="748799"/>
                  <a:pt x="108918" y="746138"/>
                  <a:pt x="111576" y="744364"/>
                </a:cubicBezTo>
                <a:cubicBezTo>
                  <a:pt x="114234" y="742590"/>
                  <a:pt x="116892" y="742590"/>
                  <a:pt x="119551" y="743477"/>
                </a:cubicBezTo>
                <a:cubicBezTo>
                  <a:pt x="124867" y="745251"/>
                  <a:pt x="120437" y="755897"/>
                  <a:pt x="127525" y="751461"/>
                </a:cubicBezTo>
                <a:cubicBezTo>
                  <a:pt x="133727" y="745251"/>
                  <a:pt x="134613" y="736380"/>
                  <a:pt x="132841" y="728395"/>
                </a:cubicBezTo>
                <a:cubicBezTo>
                  <a:pt x="131069" y="725734"/>
                  <a:pt x="130183" y="721298"/>
                  <a:pt x="126639" y="719524"/>
                </a:cubicBezTo>
                <a:cubicBezTo>
                  <a:pt x="125753" y="715088"/>
                  <a:pt x="126639" y="711540"/>
                  <a:pt x="127525" y="707991"/>
                </a:cubicBezTo>
                <a:close/>
                <a:moveTo>
                  <a:pt x="933078" y="707805"/>
                </a:moveTo>
                <a:cubicBezTo>
                  <a:pt x="937119" y="708731"/>
                  <a:pt x="938129" y="711509"/>
                  <a:pt x="940150" y="714287"/>
                </a:cubicBezTo>
                <a:cubicBezTo>
                  <a:pt x="942170" y="720770"/>
                  <a:pt x="942170" y="730956"/>
                  <a:pt x="936109" y="736512"/>
                </a:cubicBezTo>
                <a:cubicBezTo>
                  <a:pt x="935099" y="737438"/>
                  <a:pt x="931058" y="741142"/>
                  <a:pt x="931058" y="736512"/>
                </a:cubicBezTo>
                <a:cubicBezTo>
                  <a:pt x="932068" y="733734"/>
                  <a:pt x="935099" y="731882"/>
                  <a:pt x="937119" y="729104"/>
                </a:cubicBezTo>
                <a:cubicBezTo>
                  <a:pt x="938129" y="722622"/>
                  <a:pt x="938129" y="715213"/>
                  <a:pt x="932068" y="711509"/>
                </a:cubicBezTo>
                <a:cubicBezTo>
                  <a:pt x="932068" y="709657"/>
                  <a:pt x="933078" y="708731"/>
                  <a:pt x="933078" y="707805"/>
                </a:cubicBezTo>
                <a:close/>
                <a:moveTo>
                  <a:pt x="142388" y="707099"/>
                </a:moveTo>
                <a:cubicBezTo>
                  <a:pt x="142388" y="708863"/>
                  <a:pt x="143340" y="709745"/>
                  <a:pt x="145245" y="710627"/>
                </a:cubicBezTo>
                <a:cubicBezTo>
                  <a:pt x="145245" y="711508"/>
                  <a:pt x="145245" y="714154"/>
                  <a:pt x="143340" y="713272"/>
                </a:cubicBezTo>
                <a:cubicBezTo>
                  <a:pt x="140483" y="713272"/>
                  <a:pt x="140483" y="710627"/>
                  <a:pt x="140483" y="708863"/>
                </a:cubicBezTo>
                <a:cubicBezTo>
                  <a:pt x="140483" y="707981"/>
                  <a:pt x="140483" y="706217"/>
                  <a:pt x="142388" y="707099"/>
                </a:cubicBezTo>
                <a:close/>
                <a:moveTo>
                  <a:pt x="93884" y="700837"/>
                </a:moveTo>
                <a:cubicBezTo>
                  <a:pt x="97444" y="699836"/>
                  <a:pt x="101228" y="699614"/>
                  <a:pt x="105234" y="700948"/>
                </a:cubicBezTo>
                <a:cubicBezTo>
                  <a:pt x="105234" y="703616"/>
                  <a:pt x="105234" y="707172"/>
                  <a:pt x="104344" y="708951"/>
                </a:cubicBezTo>
                <a:cubicBezTo>
                  <a:pt x="100783" y="713397"/>
                  <a:pt x="95441" y="708951"/>
                  <a:pt x="91880" y="713397"/>
                </a:cubicBezTo>
                <a:cubicBezTo>
                  <a:pt x="80307" y="721400"/>
                  <a:pt x="77637" y="736517"/>
                  <a:pt x="79417" y="749856"/>
                </a:cubicBezTo>
                <a:cubicBezTo>
                  <a:pt x="82978" y="764084"/>
                  <a:pt x="93661" y="775644"/>
                  <a:pt x="101673" y="788093"/>
                </a:cubicBezTo>
                <a:cubicBezTo>
                  <a:pt x="116807" y="808545"/>
                  <a:pt x="132832" y="828998"/>
                  <a:pt x="150637" y="847672"/>
                </a:cubicBezTo>
                <a:cubicBezTo>
                  <a:pt x="171112" y="869014"/>
                  <a:pt x="194258" y="888577"/>
                  <a:pt x="219185" y="906362"/>
                </a:cubicBezTo>
                <a:cubicBezTo>
                  <a:pt x="224527" y="910808"/>
                  <a:pt x="230758" y="913475"/>
                  <a:pt x="236990" y="917922"/>
                </a:cubicBezTo>
                <a:cubicBezTo>
                  <a:pt x="245893" y="921479"/>
                  <a:pt x="259246" y="922368"/>
                  <a:pt x="267258" y="917922"/>
                </a:cubicBezTo>
                <a:cubicBezTo>
                  <a:pt x="275271" y="913475"/>
                  <a:pt x="276161" y="904583"/>
                  <a:pt x="277941" y="896580"/>
                </a:cubicBezTo>
                <a:cubicBezTo>
                  <a:pt x="280612" y="894801"/>
                  <a:pt x="285063" y="893023"/>
                  <a:pt x="288624" y="893023"/>
                </a:cubicBezTo>
                <a:cubicBezTo>
                  <a:pt x="291295" y="898358"/>
                  <a:pt x="288624" y="903694"/>
                  <a:pt x="287734" y="909029"/>
                </a:cubicBezTo>
                <a:cubicBezTo>
                  <a:pt x="283283" y="922368"/>
                  <a:pt x="271710" y="933928"/>
                  <a:pt x="256575" y="933928"/>
                </a:cubicBezTo>
                <a:cubicBezTo>
                  <a:pt x="244112" y="934817"/>
                  <a:pt x="232539" y="929482"/>
                  <a:pt x="221856" y="922368"/>
                </a:cubicBezTo>
                <a:cubicBezTo>
                  <a:pt x="196039" y="904583"/>
                  <a:pt x="173783" y="884131"/>
                  <a:pt x="150637" y="863678"/>
                </a:cubicBezTo>
                <a:cubicBezTo>
                  <a:pt x="130161" y="844115"/>
                  <a:pt x="111466" y="822773"/>
                  <a:pt x="96332" y="799653"/>
                </a:cubicBezTo>
                <a:cubicBezTo>
                  <a:pt x="89210" y="791650"/>
                  <a:pt x="84759" y="781868"/>
                  <a:pt x="78527" y="773865"/>
                </a:cubicBezTo>
                <a:cubicBezTo>
                  <a:pt x="71405" y="762305"/>
                  <a:pt x="64283" y="748967"/>
                  <a:pt x="66954" y="734739"/>
                </a:cubicBezTo>
                <a:cubicBezTo>
                  <a:pt x="70515" y="724068"/>
                  <a:pt x="72295" y="711619"/>
                  <a:pt x="83868" y="705394"/>
                </a:cubicBezTo>
                <a:cubicBezTo>
                  <a:pt x="86984" y="703616"/>
                  <a:pt x="90323" y="701837"/>
                  <a:pt x="93884" y="700837"/>
                </a:cubicBezTo>
                <a:close/>
                <a:moveTo>
                  <a:pt x="957139" y="696692"/>
                </a:moveTo>
                <a:cubicBezTo>
                  <a:pt x="958046" y="698597"/>
                  <a:pt x="956232" y="700502"/>
                  <a:pt x="955325" y="701454"/>
                </a:cubicBezTo>
                <a:cubicBezTo>
                  <a:pt x="953510" y="700502"/>
                  <a:pt x="952603" y="699549"/>
                  <a:pt x="951696" y="698597"/>
                </a:cubicBezTo>
                <a:cubicBezTo>
                  <a:pt x="952603" y="696692"/>
                  <a:pt x="955325" y="696692"/>
                  <a:pt x="957139" y="696692"/>
                </a:cubicBezTo>
                <a:close/>
                <a:moveTo>
                  <a:pt x="967570" y="693009"/>
                </a:moveTo>
                <a:cubicBezTo>
                  <a:pt x="967570" y="693009"/>
                  <a:pt x="967570" y="693009"/>
                  <a:pt x="966715" y="701899"/>
                </a:cubicBezTo>
                <a:cubicBezTo>
                  <a:pt x="965861" y="706344"/>
                  <a:pt x="963296" y="709900"/>
                  <a:pt x="959877" y="712567"/>
                </a:cubicBezTo>
                <a:cubicBezTo>
                  <a:pt x="956458" y="712567"/>
                  <a:pt x="957313" y="708122"/>
                  <a:pt x="956458" y="705455"/>
                </a:cubicBezTo>
                <a:cubicBezTo>
                  <a:pt x="959877" y="701010"/>
                  <a:pt x="959877" y="690342"/>
                  <a:pt x="967570" y="693009"/>
                </a:cubicBezTo>
                <a:close/>
                <a:moveTo>
                  <a:pt x="922467" y="692333"/>
                </a:moveTo>
                <a:cubicBezTo>
                  <a:pt x="927260" y="690544"/>
                  <a:pt x="932054" y="690767"/>
                  <a:pt x="936521" y="692333"/>
                </a:cubicBezTo>
                <a:cubicBezTo>
                  <a:pt x="940988" y="693898"/>
                  <a:pt x="945128" y="696804"/>
                  <a:pt x="948614" y="700382"/>
                </a:cubicBezTo>
                <a:cubicBezTo>
                  <a:pt x="955587" y="708431"/>
                  <a:pt x="956458" y="721847"/>
                  <a:pt x="952972" y="731685"/>
                </a:cubicBezTo>
                <a:cubicBezTo>
                  <a:pt x="949486" y="739734"/>
                  <a:pt x="945128" y="749572"/>
                  <a:pt x="935540" y="752255"/>
                </a:cubicBezTo>
                <a:cubicBezTo>
                  <a:pt x="934669" y="752255"/>
                  <a:pt x="933797" y="750466"/>
                  <a:pt x="934669" y="749572"/>
                </a:cubicBezTo>
                <a:cubicBezTo>
                  <a:pt x="934669" y="749572"/>
                  <a:pt x="934669" y="749572"/>
                  <a:pt x="933797" y="742417"/>
                </a:cubicBezTo>
                <a:cubicBezTo>
                  <a:pt x="939898" y="739734"/>
                  <a:pt x="941641" y="733473"/>
                  <a:pt x="943385" y="728107"/>
                </a:cubicBezTo>
                <a:cubicBezTo>
                  <a:pt x="943385" y="728107"/>
                  <a:pt x="943385" y="728107"/>
                  <a:pt x="945128" y="719164"/>
                </a:cubicBezTo>
                <a:cubicBezTo>
                  <a:pt x="943385" y="712009"/>
                  <a:pt x="938155" y="704854"/>
                  <a:pt x="931182" y="703065"/>
                </a:cubicBezTo>
                <a:cubicBezTo>
                  <a:pt x="928568" y="705748"/>
                  <a:pt x="931182" y="708431"/>
                  <a:pt x="929439" y="710220"/>
                </a:cubicBezTo>
                <a:cubicBezTo>
                  <a:pt x="927696" y="712903"/>
                  <a:pt x="925081" y="714692"/>
                  <a:pt x="922467" y="715586"/>
                </a:cubicBezTo>
                <a:cubicBezTo>
                  <a:pt x="918109" y="715586"/>
                  <a:pt x="915494" y="711114"/>
                  <a:pt x="912879" y="707537"/>
                </a:cubicBezTo>
                <a:cubicBezTo>
                  <a:pt x="912008" y="700382"/>
                  <a:pt x="918109" y="695910"/>
                  <a:pt x="922467" y="692333"/>
                </a:cubicBezTo>
                <a:close/>
                <a:moveTo>
                  <a:pt x="69656" y="691930"/>
                </a:moveTo>
                <a:cubicBezTo>
                  <a:pt x="70510" y="691930"/>
                  <a:pt x="70510" y="692837"/>
                  <a:pt x="71365" y="693744"/>
                </a:cubicBezTo>
                <a:cubicBezTo>
                  <a:pt x="72220" y="697373"/>
                  <a:pt x="67091" y="695559"/>
                  <a:pt x="67091" y="699187"/>
                </a:cubicBezTo>
                <a:cubicBezTo>
                  <a:pt x="65382" y="704630"/>
                  <a:pt x="66237" y="710073"/>
                  <a:pt x="69656" y="715516"/>
                </a:cubicBezTo>
                <a:cubicBezTo>
                  <a:pt x="69656" y="716423"/>
                  <a:pt x="68801" y="717330"/>
                  <a:pt x="67946" y="717330"/>
                </a:cubicBezTo>
                <a:cubicBezTo>
                  <a:pt x="63672" y="714609"/>
                  <a:pt x="62817" y="708259"/>
                  <a:pt x="61108" y="703723"/>
                </a:cubicBezTo>
                <a:cubicBezTo>
                  <a:pt x="61963" y="699187"/>
                  <a:pt x="64527" y="692837"/>
                  <a:pt x="69656" y="691930"/>
                </a:cubicBezTo>
                <a:close/>
                <a:moveTo>
                  <a:pt x="850647" y="682405"/>
                </a:moveTo>
                <a:cubicBezTo>
                  <a:pt x="849750" y="685918"/>
                  <a:pt x="850647" y="689431"/>
                  <a:pt x="851544" y="692943"/>
                </a:cubicBezTo>
                <a:cubicBezTo>
                  <a:pt x="850647" y="696456"/>
                  <a:pt x="847955" y="699969"/>
                  <a:pt x="849750" y="704360"/>
                </a:cubicBezTo>
                <a:cubicBezTo>
                  <a:pt x="856031" y="710507"/>
                  <a:pt x="859620" y="720167"/>
                  <a:pt x="856928" y="728949"/>
                </a:cubicBezTo>
                <a:cubicBezTo>
                  <a:pt x="855133" y="732462"/>
                  <a:pt x="851544" y="734218"/>
                  <a:pt x="849750" y="736853"/>
                </a:cubicBezTo>
                <a:cubicBezTo>
                  <a:pt x="852442" y="740366"/>
                  <a:pt x="853339" y="744757"/>
                  <a:pt x="851544" y="749148"/>
                </a:cubicBezTo>
                <a:cubicBezTo>
                  <a:pt x="848853" y="753539"/>
                  <a:pt x="845263" y="755295"/>
                  <a:pt x="840777" y="757051"/>
                </a:cubicBezTo>
                <a:cubicBezTo>
                  <a:pt x="838983" y="756173"/>
                  <a:pt x="835393" y="756173"/>
                  <a:pt x="835393" y="753539"/>
                </a:cubicBezTo>
                <a:cubicBezTo>
                  <a:pt x="834496" y="750904"/>
                  <a:pt x="837188" y="749148"/>
                  <a:pt x="838983" y="748269"/>
                </a:cubicBezTo>
                <a:cubicBezTo>
                  <a:pt x="840777" y="748269"/>
                  <a:pt x="842572" y="748269"/>
                  <a:pt x="843469" y="746513"/>
                </a:cubicBezTo>
                <a:cubicBezTo>
                  <a:pt x="843469" y="743879"/>
                  <a:pt x="841674" y="742122"/>
                  <a:pt x="839880" y="742122"/>
                </a:cubicBezTo>
                <a:cubicBezTo>
                  <a:pt x="832702" y="740366"/>
                  <a:pt x="826421" y="744757"/>
                  <a:pt x="821037" y="749148"/>
                </a:cubicBezTo>
                <a:cubicBezTo>
                  <a:pt x="819242" y="753539"/>
                  <a:pt x="817448" y="757930"/>
                  <a:pt x="817448" y="762321"/>
                </a:cubicBezTo>
                <a:cubicBezTo>
                  <a:pt x="816551" y="764955"/>
                  <a:pt x="813859" y="764955"/>
                  <a:pt x="812064" y="764955"/>
                </a:cubicBezTo>
                <a:cubicBezTo>
                  <a:pt x="808475" y="759686"/>
                  <a:pt x="812064" y="753539"/>
                  <a:pt x="812962" y="747391"/>
                </a:cubicBezTo>
                <a:cubicBezTo>
                  <a:pt x="812962" y="745635"/>
                  <a:pt x="812064" y="744757"/>
                  <a:pt x="810270" y="744757"/>
                </a:cubicBezTo>
                <a:cubicBezTo>
                  <a:pt x="806681" y="744757"/>
                  <a:pt x="807578" y="750026"/>
                  <a:pt x="803989" y="750904"/>
                </a:cubicBezTo>
                <a:cubicBezTo>
                  <a:pt x="802194" y="750904"/>
                  <a:pt x="799502" y="749148"/>
                  <a:pt x="798605" y="747391"/>
                </a:cubicBezTo>
                <a:cubicBezTo>
                  <a:pt x="797708" y="744757"/>
                  <a:pt x="798605" y="741244"/>
                  <a:pt x="800400" y="739488"/>
                </a:cubicBezTo>
                <a:cubicBezTo>
                  <a:pt x="803092" y="736853"/>
                  <a:pt x="806681" y="734218"/>
                  <a:pt x="810270" y="735975"/>
                </a:cubicBezTo>
                <a:cubicBezTo>
                  <a:pt x="814756" y="735975"/>
                  <a:pt x="818345" y="740366"/>
                  <a:pt x="822832" y="736853"/>
                </a:cubicBezTo>
                <a:cubicBezTo>
                  <a:pt x="827318" y="734218"/>
                  <a:pt x="831804" y="731584"/>
                  <a:pt x="837188" y="734218"/>
                </a:cubicBezTo>
                <a:cubicBezTo>
                  <a:pt x="841674" y="732462"/>
                  <a:pt x="846161" y="728949"/>
                  <a:pt x="848853" y="725437"/>
                </a:cubicBezTo>
                <a:cubicBezTo>
                  <a:pt x="850647" y="720167"/>
                  <a:pt x="848853" y="715776"/>
                  <a:pt x="845263" y="712264"/>
                </a:cubicBezTo>
                <a:cubicBezTo>
                  <a:pt x="842572" y="710507"/>
                  <a:pt x="839880" y="712264"/>
                  <a:pt x="838085" y="713142"/>
                </a:cubicBezTo>
                <a:cubicBezTo>
                  <a:pt x="836291" y="713142"/>
                  <a:pt x="835393" y="715776"/>
                  <a:pt x="837188" y="716655"/>
                </a:cubicBezTo>
                <a:cubicBezTo>
                  <a:pt x="838085" y="717533"/>
                  <a:pt x="838983" y="720167"/>
                  <a:pt x="838983" y="721046"/>
                </a:cubicBezTo>
                <a:cubicBezTo>
                  <a:pt x="836291" y="723680"/>
                  <a:pt x="833599" y="726315"/>
                  <a:pt x="830907" y="724558"/>
                </a:cubicBezTo>
                <a:cubicBezTo>
                  <a:pt x="827318" y="722802"/>
                  <a:pt x="826421" y="720167"/>
                  <a:pt x="825523" y="716655"/>
                </a:cubicBezTo>
                <a:cubicBezTo>
                  <a:pt x="824626" y="713142"/>
                  <a:pt x="826421" y="710507"/>
                  <a:pt x="828215" y="707873"/>
                </a:cubicBezTo>
                <a:cubicBezTo>
                  <a:pt x="832702" y="706994"/>
                  <a:pt x="836291" y="703482"/>
                  <a:pt x="839880" y="699969"/>
                </a:cubicBezTo>
                <a:cubicBezTo>
                  <a:pt x="839880" y="699969"/>
                  <a:pt x="839880" y="699969"/>
                  <a:pt x="842572" y="691187"/>
                </a:cubicBezTo>
                <a:cubicBezTo>
                  <a:pt x="845263" y="688552"/>
                  <a:pt x="846161" y="684162"/>
                  <a:pt x="850647" y="682405"/>
                </a:cubicBezTo>
                <a:close/>
                <a:moveTo>
                  <a:pt x="923121" y="679230"/>
                </a:moveTo>
                <a:lnTo>
                  <a:pt x="924708" y="679230"/>
                </a:lnTo>
                <a:cubicBezTo>
                  <a:pt x="924708" y="679230"/>
                  <a:pt x="924708" y="679230"/>
                  <a:pt x="927883" y="686487"/>
                </a:cubicBezTo>
                <a:cubicBezTo>
                  <a:pt x="925502" y="687394"/>
                  <a:pt x="920740" y="691930"/>
                  <a:pt x="919946" y="686487"/>
                </a:cubicBezTo>
                <a:cubicBezTo>
                  <a:pt x="919946" y="683766"/>
                  <a:pt x="920740" y="680137"/>
                  <a:pt x="923121" y="679230"/>
                </a:cubicBezTo>
                <a:close/>
                <a:moveTo>
                  <a:pt x="50512" y="678260"/>
                </a:moveTo>
                <a:cubicBezTo>
                  <a:pt x="52298" y="678480"/>
                  <a:pt x="54441" y="679142"/>
                  <a:pt x="56346" y="678701"/>
                </a:cubicBezTo>
                <a:cubicBezTo>
                  <a:pt x="56346" y="681346"/>
                  <a:pt x="52536" y="682228"/>
                  <a:pt x="50631" y="683992"/>
                </a:cubicBezTo>
                <a:cubicBezTo>
                  <a:pt x="48726" y="683992"/>
                  <a:pt x="48726" y="681346"/>
                  <a:pt x="46821" y="680465"/>
                </a:cubicBezTo>
                <a:cubicBezTo>
                  <a:pt x="47297" y="678260"/>
                  <a:pt x="48726" y="678039"/>
                  <a:pt x="50512" y="678260"/>
                </a:cubicBezTo>
                <a:close/>
                <a:moveTo>
                  <a:pt x="69705" y="676055"/>
                </a:moveTo>
                <a:cubicBezTo>
                  <a:pt x="75096" y="676055"/>
                  <a:pt x="81387" y="676945"/>
                  <a:pt x="85879" y="681395"/>
                </a:cubicBezTo>
                <a:cubicBezTo>
                  <a:pt x="88575" y="684955"/>
                  <a:pt x="91271" y="689404"/>
                  <a:pt x="90372" y="694744"/>
                </a:cubicBezTo>
                <a:cubicBezTo>
                  <a:pt x="89474" y="698304"/>
                  <a:pt x="86778" y="701864"/>
                  <a:pt x="83184" y="702754"/>
                </a:cubicBezTo>
                <a:cubicBezTo>
                  <a:pt x="80488" y="702754"/>
                  <a:pt x="76894" y="701864"/>
                  <a:pt x="75995" y="699194"/>
                </a:cubicBezTo>
                <a:cubicBezTo>
                  <a:pt x="74198" y="695634"/>
                  <a:pt x="77792" y="692964"/>
                  <a:pt x="75995" y="689404"/>
                </a:cubicBezTo>
                <a:cubicBezTo>
                  <a:pt x="73299" y="684955"/>
                  <a:pt x="69705" y="691184"/>
                  <a:pt x="65212" y="691184"/>
                </a:cubicBezTo>
                <a:cubicBezTo>
                  <a:pt x="58922" y="695634"/>
                  <a:pt x="58023" y="703644"/>
                  <a:pt x="59820" y="710763"/>
                </a:cubicBezTo>
                <a:cubicBezTo>
                  <a:pt x="60719" y="716103"/>
                  <a:pt x="67009" y="718773"/>
                  <a:pt x="66111" y="725003"/>
                </a:cubicBezTo>
                <a:cubicBezTo>
                  <a:pt x="64313" y="727672"/>
                  <a:pt x="66111" y="733012"/>
                  <a:pt x="61618" y="734792"/>
                </a:cubicBezTo>
                <a:cubicBezTo>
                  <a:pt x="54429" y="730342"/>
                  <a:pt x="50835" y="722333"/>
                  <a:pt x="46342" y="715213"/>
                </a:cubicBezTo>
                <a:cubicBezTo>
                  <a:pt x="43646" y="704534"/>
                  <a:pt x="47240" y="693854"/>
                  <a:pt x="54429" y="685845"/>
                </a:cubicBezTo>
                <a:cubicBezTo>
                  <a:pt x="58922" y="681395"/>
                  <a:pt x="63415" y="677835"/>
                  <a:pt x="69705" y="676055"/>
                </a:cubicBezTo>
                <a:close/>
                <a:moveTo>
                  <a:pt x="33426" y="671292"/>
                </a:moveTo>
                <a:cubicBezTo>
                  <a:pt x="43248" y="672208"/>
                  <a:pt x="43248" y="682282"/>
                  <a:pt x="46820" y="688693"/>
                </a:cubicBezTo>
                <a:cubicBezTo>
                  <a:pt x="45927" y="691441"/>
                  <a:pt x="45034" y="693272"/>
                  <a:pt x="43248" y="695104"/>
                </a:cubicBezTo>
                <a:cubicBezTo>
                  <a:pt x="36998" y="692357"/>
                  <a:pt x="32533" y="684114"/>
                  <a:pt x="32533" y="676787"/>
                </a:cubicBezTo>
                <a:cubicBezTo>
                  <a:pt x="33426" y="674956"/>
                  <a:pt x="32533" y="672208"/>
                  <a:pt x="33426" y="671292"/>
                </a:cubicBezTo>
                <a:close/>
                <a:moveTo>
                  <a:pt x="920973" y="669705"/>
                </a:moveTo>
                <a:cubicBezTo>
                  <a:pt x="924708" y="669705"/>
                  <a:pt x="923774" y="673369"/>
                  <a:pt x="922840" y="674284"/>
                </a:cubicBezTo>
                <a:cubicBezTo>
                  <a:pt x="920039" y="676116"/>
                  <a:pt x="917237" y="679779"/>
                  <a:pt x="915370" y="682527"/>
                </a:cubicBezTo>
                <a:cubicBezTo>
                  <a:pt x="913502" y="686190"/>
                  <a:pt x="919105" y="692601"/>
                  <a:pt x="913502" y="693517"/>
                </a:cubicBezTo>
                <a:cubicBezTo>
                  <a:pt x="908833" y="688938"/>
                  <a:pt x="908833" y="683443"/>
                  <a:pt x="911634" y="677948"/>
                </a:cubicBezTo>
                <a:cubicBezTo>
                  <a:pt x="913502" y="674284"/>
                  <a:pt x="917237" y="671537"/>
                  <a:pt x="920973" y="669705"/>
                </a:cubicBezTo>
                <a:close/>
                <a:moveTo>
                  <a:pt x="157416" y="664943"/>
                </a:moveTo>
                <a:cubicBezTo>
                  <a:pt x="158298" y="664943"/>
                  <a:pt x="159180" y="667594"/>
                  <a:pt x="159180" y="668478"/>
                </a:cubicBezTo>
                <a:cubicBezTo>
                  <a:pt x="161826" y="673781"/>
                  <a:pt x="161826" y="679967"/>
                  <a:pt x="160062" y="685270"/>
                </a:cubicBezTo>
                <a:cubicBezTo>
                  <a:pt x="160062" y="685270"/>
                  <a:pt x="160062" y="685270"/>
                  <a:pt x="160944" y="689688"/>
                </a:cubicBezTo>
                <a:cubicBezTo>
                  <a:pt x="166236" y="690572"/>
                  <a:pt x="171527" y="690572"/>
                  <a:pt x="175055" y="694107"/>
                </a:cubicBezTo>
                <a:cubicBezTo>
                  <a:pt x="176819" y="697642"/>
                  <a:pt x="180347" y="702061"/>
                  <a:pt x="176819" y="705596"/>
                </a:cubicBezTo>
                <a:cubicBezTo>
                  <a:pt x="174173" y="707364"/>
                  <a:pt x="172409" y="708248"/>
                  <a:pt x="169763" y="707364"/>
                </a:cubicBezTo>
                <a:cubicBezTo>
                  <a:pt x="167117" y="705596"/>
                  <a:pt x="166236" y="703829"/>
                  <a:pt x="167117" y="700294"/>
                </a:cubicBezTo>
                <a:cubicBezTo>
                  <a:pt x="167999" y="699410"/>
                  <a:pt x="167999" y="697642"/>
                  <a:pt x="166236" y="696759"/>
                </a:cubicBezTo>
                <a:cubicBezTo>
                  <a:pt x="162708" y="696759"/>
                  <a:pt x="160062" y="699410"/>
                  <a:pt x="157416" y="702945"/>
                </a:cubicBezTo>
                <a:cubicBezTo>
                  <a:pt x="156534" y="705596"/>
                  <a:pt x="155652" y="710015"/>
                  <a:pt x="159180" y="712666"/>
                </a:cubicBezTo>
                <a:cubicBezTo>
                  <a:pt x="164472" y="722388"/>
                  <a:pt x="176819" y="711783"/>
                  <a:pt x="182110" y="721504"/>
                </a:cubicBezTo>
                <a:cubicBezTo>
                  <a:pt x="185638" y="723271"/>
                  <a:pt x="188284" y="721504"/>
                  <a:pt x="192694" y="721504"/>
                </a:cubicBezTo>
                <a:cubicBezTo>
                  <a:pt x="196221" y="722388"/>
                  <a:pt x="198867" y="725039"/>
                  <a:pt x="200631" y="728574"/>
                </a:cubicBezTo>
                <a:cubicBezTo>
                  <a:pt x="200631" y="729458"/>
                  <a:pt x="202395" y="731225"/>
                  <a:pt x="200631" y="732993"/>
                </a:cubicBezTo>
                <a:cubicBezTo>
                  <a:pt x="199749" y="734760"/>
                  <a:pt x="197103" y="736528"/>
                  <a:pt x="195339" y="735644"/>
                </a:cubicBezTo>
                <a:cubicBezTo>
                  <a:pt x="192694" y="734760"/>
                  <a:pt x="192694" y="729458"/>
                  <a:pt x="190048" y="730342"/>
                </a:cubicBezTo>
                <a:cubicBezTo>
                  <a:pt x="188284" y="737412"/>
                  <a:pt x="190048" y="746249"/>
                  <a:pt x="184756" y="750668"/>
                </a:cubicBezTo>
                <a:cubicBezTo>
                  <a:pt x="182992" y="750668"/>
                  <a:pt x="180347" y="749784"/>
                  <a:pt x="179465" y="748017"/>
                </a:cubicBezTo>
                <a:cubicBezTo>
                  <a:pt x="180347" y="744482"/>
                  <a:pt x="181228" y="740063"/>
                  <a:pt x="181228" y="735644"/>
                </a:cubicBezTo>
                <a:cubicBezTo>
                  <a:pt x="179465" y="731225"/>
                  <a:pt x="175055" y="727690"/>
                  <a:pt x="170645" y="725039"/>
                </a:cubicBezTo>
                <a:cubicBezTo>
                  <a:pt x="168881" y="724155"/>
                  <a:pt x="166236" y="725923"/>
                  <a:pt x="163590" y="725923"/>
                </a:cubicBezTo>
                <a:cubicBezTo>
                  <a:pt x="161826" y="727690"/>
                  <a:pt x="160944" y="729458"/>
                  <a:pt x="160944" y="731225"/>
                </a:cubicBezTo>
                <a:cubicBezTo>
                  <a:pt x="161826" y="734760"/>
                  <a:pt x="167117" y="732109"/>
                  <a:pt x="167999" y="736528"/>
                </a:cubicBezTo>
                <a:cubicBezTo>
                  <a:pt x="168881" y="740063"/>
                  <a:pt x="166236" y="742714"/>
                  <a:pt x="163590" y="742714"/>
                </a:cubicBezTo>
                <a:cubicBezTo>
                  <a:pt x="160062" y="742714"/>
                  <a:pt x="155652" y="741831"/>
                  <a:pt x="153888" y="737412"/>
                </a:cubicBezTo>
                <a:cubicBezTo>
                  <a:pt x="151243" y="732109"/>
                  <a:pt x="152125" y="725923"/>
                  <a:pt x="155652" y="722388"/>
                </a:cubicBezTo>
                <a:cubicBezTo>
                  <a:pt x="155652" y="719736"/>
                  <a:pt x="152125" y="717969"/>
                  <a:pt x="151243" y="715318"/>
                </a:cubicBezTo>
                <a:cubicBezTo>
                  <a:pt x="146833" y="710015"/>
                  <a:pt x="148597" y="702061"/>
                  <a:pt x="151243" y="696759"/>
                </a:cubicBezTo>
                <a:cubicBezTo>
                  <a:pt x="153888" y="694991"/>
                  <a:pt x="155652" y="692340"/>
                  <a:pt x="155652" y="688805"/>
                </a:cubicBezTo>
                <a:cubicBezTo>
                  <a:pt x="152125" y="680851"/>
                  <a:pt x="152125" y="672013"/>
                  <a:pt x="157416" y="664943"/>
                </a:cubicBezTo>
                <a:close/>
                <a:moveTo>
                  <a:pt x="76694" y="663355"/>
                </a:moveTo>
                <a:cubicBezTo>
                  <a:pt x="78714" y="663355"/>
                  <a:pt x="79725" y="665087"/>
                  <a:pt x="80735" y="666819"/>
                </a:cubicBezTo>
                <a:cubicBezTo>
                  <a:pt x="80735" y="668551"/>
                  <a:pt x="81745" y="672014"/>
                  <a:pt x="79725" y="672880"/>
                </a:cubicBezTo>
                <a:cubicBezTo>
                  <a:pt x="79725" y="672880"/>
                  <a:pt x="79725" y="672880"/>
                  <a:pt x="70633" y="672014"/>
                </a:cubicBezTo>
                <a:cubicBezTo>
                  <a:pt x="71643" y="668551"/>
                  <a:pt x="75684" y="665087"/>
                  <a:pt x="76694" y="663355"/>
                </a:cubicBezTo>
                <a:close/>
                <a:moveTo>
                  <a:pt x="927883" y="661314"/>
                </a:moveTo>
                <a:cubicBezTo>
                  <a:pt x="926109" y="669478"/>
                  <a:pt x="916350" y="667664"/>
                  <a:pt x="911915" y="674014"/>
                </a:cubicBezTo>
                <a:cubicBezTo>
                  <a:pt x="909253" y="677642"/>
                  <a:pt x="906592" y="683085"/>
                  <a:pt x="908366" y="688528"/>
                </a:cubicBezTo>
                <a:cubicBezTo>
                  <a:pt x="908366" y="693971"/>
                  <a:pt x="914576" y="697599"/>
                  <a:pt x="910141" y="702135"/>
                </a:cubicBezTo>
                <a:cubicBezTo>
                  <a:pt x="905705" y="703042"/>
                  <a:pt x="903044" y="697599"/>
                  <a:pt x="900382" y="693971"/>
                </a:cubicBezTo>
                <a:cubicBezTo>
                  <a:pt x="897721" y="686714"/>
                  <a:pt x="897721" y="678549"/>
                  <a:pt x="901269" y="671292"/>
                </a:cubicBezTo>
                <a:cubicBezTo>
                  <a:pt x="908366" y="664942"/>
                  <a:pt x="918125" y="658592"/>
                  <a:pt x="927883" y="661314"/>
                </a:cubicBezTo>
                <a:close/>
                <a:moveTo>
                  <a:pt x="79453" y="657005"/>
                </a:moveTo>
                <a:cubicBezTo>
                  <a:pt x="84744" y="658819"/>
                  <a:pt x="84744" y="665169"/>
                  <a:pt x="86508" y="668798"/>
                </a:cubicBezTo>
                <a:cubicBezTo>
                  <a:pt x="86508" y="671519"/>
                  <a:pt x="86508" y="674241"/>
                  <a:pt x="84744" y="676055"/>
                </a:cubicBezTo>
                <a:cubicBezTo>
                  <a:pt x="82098" y="676055"/>
                  <a:pt x="84744" y="671519"/>
                  <a:pt x="83862" y="669705"/>
                </a:cubicBezTo>
                <a:cubicBezTo>
                  <a:pt x="83862" y="665169"/>
                  <a:pt x="82098" y="661541"/>
                  <a:pt x="78571" y="658819"/>
                </a:cubicBezTo>
                <a:cubicBezTo>
                  <a:pt x="78571" y="658819"/>
                  <a:pt x="78571" y="658819"/>
                  <a:pt x="79453" y="657005"/>
                </a:cubicBezTo>
                <a:close/>
                <a:moveTo>
                  <a:pt x="968046" y="655417"/>
                </a:moveTo>
                <a:cubicBezTo>
                  <a:pt x="970745" y="657216"/>
                  <a:pt x="969846" y="660815"/>
                  <a:pt x="969846" y="663513"/>
                </a:cubicBezTo>
                <a:cubicBezTo>
                  <a:pt x="967147" y="669810"/>
                  <a:pt x="962649" y="676107"/>
                  <a:pt x="956352" y="679705"/>
                </a:cubicBezTo>
                <a:cubicBezTo>
                  <a:pt x="952754" y="680605"/>
                  <a:pt x="948256" y="682404"/>
                  <a:pt x="944658" y="679705"/>
                </a:cubicBezTo>
                <a:cubicBezTo>
                  <a:pt x="943758" y="677906"/>
                  <a:pt x="944658" y="676107"/>
                  <a:pt x="946457" y="676107"/>
                </a:cubicBezTo>
                <a:cubicBezTo>
                  <a:pt x="952754" y="676107"/>
                  <a:pt x="958151" y="672509"/>
                  <a:pt x="961749" y="667111"/>
                </a:cubicBezTo>
                <a:cubicBezTo>
                  <a:pt x="965348" y="663513"/>
                  <a:pt x="960850" y="656317"/>
                  <a:pt x="968046" y="655417"/>
                </a:cubicBezTo>
                <a:close/>
                <a:moveTo>
                  <a:pt x="77899" y="644503"/>
                </a:moveTo>
                <a:cubicBezTo>
                  <a:pt x="84310" y="642717"/>
                  <a:pt x="88889" y="648968"/>
                  <a:pt x="93468" y="652540"/>
                </a:cubicBezTo>
                <a:cubicBezTo>
                  <a:pt x="93468" y="652540"/>
                  <a:pt x="93468" y="652540"/>
                  <a:pt x="98047" y="659683"/>
                </a:cubicBezTo>
                <a:cubicBezTo>
                  <a:pt x="100795" y="668613"/>
                  <a:pt x="99879" y="679328"/>
                  <a:pt x="95300" y="685579"/>
                </a:cubicBezTo>
                <a:cubicBezTo>
                  <a:pt x="90721" y="685579"/>
                  <a:pt x="91636" y="681114"/>
                  <a:pt x="88889" y="679328"/>
                </a:cubicBezTo>
                <a:cubicBezTo>
                  <a:pt x="88889" y="675757"/>
                  <a:pt x="90721" y="672185"/>
                  <a:pt x="89805" y="668613"/>
                </a:cubicBezTo>
                <a:cubicBezTo>
                  <a:pt x="90721" y="660576"/>
                  <a:pt x="83394" y="656112"/>
                  <a:pt x="78815" y="651647"/>
                </a:cubicBezTo>
                <a:cubicBezTo>
                  <a:pt x="77899" y="649861"/>
                  <a:pt x="76983" y="647182"/>
                  <a:pt x="77899" y="644503"/>
                </a:cubicBezTo>
                <a:close/>
                <a:moveTo>
                  <a:pt x="981360" y="644305"/>
                </a:moveTo>
                <a:cubicBezTo>
                  <a:pt x="984867" y="646088"/>
                  <a:pt x="983113" y="650544"/>
                  <a:pt x="983113" y="654109"/>
                </a:cubicBezTo>
                <a:cubicBezTo>
                  <a:pt x="986620" y="669260"/>
                  <a:pt x="976977" y="680845"/>
                  <a:pt x="966457" y="688867"/>
                </a:cubicBezTo>
                <a:cubicBezTo>
                  <a:pt x="956813" y="695105"/>
                  <a:pt x="944540" y="693323"/>
                  <a:pt x="934896" y="687084"/>
                </a:cubicBezTo>
                <a:cubicBezTo>
                  <a:pt x="930513" y="683519"/>
                  <a:pt x="927883" y="678172"/>
                  <a:pt x="927883" y="671933"/>
                </a:cubicBezTo>
                <a:cubicBezTo>
                  <a:pt x="929636" y="668368"/>
                  <a:pt x="930513" y="663912"/>
                  <a:pt x="934896" y="663021"/>
                </a:cubicBezTo>
                <a:cubicBezTo>
                  <a:pt x="938403" y="663021"/>
                  <a:pt x="941910" y="663021"/>
                  <a:pt x="942787" y="666586"/>
                </a:cubicBezTo>
                <a:cubicBezTo>
                  <a:pt x="945417" y="671933"/>
                  <a:pt x="940157" y="674607"/>
                  <a:pt x="940157" y="679063"/>
                </a:cubicBezTo>
                <a:cubicBezTo>
                  <a:pt x="942787" y="682628"/>
                  <a:pt x="946293" y="683519"/>
                  <a:pt x="950677" y="683519"/>
                </a:cubicBezTo>
                <a:cubicBezTo>
                  <a:pt x="959443" y="684410"/>
                  <a:pt x="967333" y="676389"/>
                  <a:pt x="970840" y="669260"/>
                </a:cubicBezTo>
                <a:cubicBezTo>
                  <a:pt x="973470" y="664803"/>
                  <a:pt x="974347" y="658565"/>
                  <a:pt x="971717" y="653217"/>
                </a:cubicBezTo>
                <a:cubicBezTo>
                  <a:pt x="974347" y="648761"/>
                  <a:pt x="978730" y="647870"/>
                  <a:pt x="981360" y="644305"/>
                </a:cubicBezTo>
                <a:close/>
                <a:moveTo>
                  <a:pt x="38185" y="637955"/>
                </a:moveTo>
                <a:cubicBezTo>
                  <a:pt x="42630" y="638844"/>
                  <a:pt x="39963" y="643289"/>
                  <a:pt x="41741" y="645956"/>
                </a:cubicBezTo>
                <a:cubicBezTo>
                  <a:pt x="41741" y="650401"/>
                  <a:pt x="46186" y="652179"/>
                  <a:pt x="48853" y="654846"/>
                </a:cubicBezTo>
                <a:cubicBezTo>
                  <a:pt x="52409" y="656624"/>
                  <a:pt x="56854" y="653957"/>
                  <a:pt x="59521" y="656624"/>
                </a:cubicBezTo>
                <a:cubicBezTo>
                  <a:pt x="57743" y="660180"/>
                  <a:pt x="52409" y="659291"/>
                  <a:pt x="48853" y="659291"/>
                </a:cubicBezTo>
                <a:cubicBezTo>
                  <a:pt x="41741" y="655735"/>
                  <a:pt x="38185" y="647734"/>
                  <a:pt x="37296" y="639733"/>
                </a:cubicBezTo>
                <a:cubicBezTo>
                  <a:pt x="37296" y="639733"/>
                  <a:pt x="37296" y="639733"/>
                  <a:pt x="38185" y="637955"/>
                </a:cubicBezTo>
                <a:close/>
                <a:moveTo>
                  <a:pt x="938759" y="630017"/>
                </a:moveTo>
                <a:cubicBezTo>
                  <a:pt x="944129" y="630017"/>
                  <a:pt x="950395" y="630017"/>
                  <a:pt x="954870" y="632675"/>
                </a:cubicBezTo>
                <a:cubicBezTo>
                  <a:pt x="952185" y="635333"/>
                  <a:pt x="946814" y="635333"/>
                  <a:pt x="943234" y="633561"/>
                </a:cubicBezTo>
                <a:cubicBezTo>
                  <a:pt x="932493" y="635333"/>
                  <a:pt x="921752" y="638878"/>
                  <a:pt x="917277" y="649510"/>
                </a:cubicBezTo>
                <a:cubicBezTo>
                  <a:pt x="911011" y="649510"/>
                  <a:pt x="902060" y="646852"/>
                  <a:pt x="894900" y="651282"/>
                </a:cubicBezTo>
                <a:cubicBezTo>
                  <a:pt x="884159" y="655712"/>
                  <a:pt x="876998" y="668117"/>
                  <a:pt x="876998" y="680522"/>
                </a:cubicBezTo>
                <a:cubicBezTo>
                  <a:pt x="876998" y="680522"/>
                  <a:pt x="876998" y="680522"/>
                  <a:pt x="878789" y="690268"/>
                </a:cubicBezTo>
                <a:cubicBezTo>
                  <a:pt x="882369" y="694699"/>
                  <a:pt x="885054" y="699129"/>
                  <a:pt x="888634" y="703559"/>
                </a:cubicBezTo>
                <a:cubicBezTo>
                  <a:pt x="887739" y="715078"/>
                  <a:pt x="891320" y="727482"/>
                  <a:pt x="898480" y="735457"/>
                </a:cubicBezTo>
                <a:cubicBezTo>
                  <a:pt x="901165" y="738115"/>
                  <a:pt x="905641" y="739001"/>
                  <a:pt x="907431" y="742545"/>
                </a:cubicBezTo>
                <a:cubicBezTo>
                  <a:pt x="907431" y="744317"/>
                  <a:pt x="904746" y="743431"/>
                  <a:pt x="903851" y="742545"/>
                </a:cubicBezTo>
                <a:cubicBezTo>
                  <a:pt x="894900" y="738115"/>
                  <a:pt x="885949" y="729254"/>
                  <a:pt x="885949" y="718622"/>
                </a:cubicBezTo>
                <a:cubicBezTo>
                  <a:pt x="885949" y="718622"/>
                  <a:pt x="885949" y="718622"/>
                  <a:pt x="884159" y="705331"/>
                </a:cubicBezTo>
                <a:cubicBezTo>
                  <a:pt x="878789" y="698243"/>
                  <a:pt x="872523" y="690268"/>
                  <a:pt x="871628" y="680522"/>
                </a:cubicBezTo>
                <a:cubicBezTo>
                  <a:pt x="870733" y="667231"/>
                  <a:pt x="876998" y="653940"/>
                  <a:pt x="889529" y="648624"/>
                </a:cubicBezTo>
                <a:cubicBezTo>
                  <a:pt x="896690" y="644194"/>
                  <a:pt x="905641" y="644194"/>
                  <a:pt x="913696" y="645080"/>
                </a:cubicBezTo>
                <a:cubicBezTo>
                  <a:pt x="920857" y="637992"/>
                  <a:pt x="928913" y="631789"/>
                  <a:pt x="938759" y="630017"/>
                </a:cubicBezTo>
                <a:close/>
                <a:moveTo>
                  <a:pt x="23586" y="628430"/>
                </a:moveTo>
                <a:cubicBezTo>
                  <a:pt x="27145" y="629315"/>
                  <a:pt x="30705" y="632857"/>
                  <a:pt x="33375" y="634627"/>
                </a:cubicBezTo>
                <a:cubicBezTo>
                  <a:pt x="31595" y="644366"/>
                  <a:pt x="36935" y="654105"/>
                  <a:pt x="44945" y="660302"/>
                </a:cubicBezTo>
                <a:cubicBezTo>
                  <a:pt x="48504" y="663843"/>
                  <a:pt x="54734" y="662958"/>
                  <a:pt x="59184" y="661187"/>
                </a:cubicBezTo>
                <a:cubicBezTo>
                  <a:pt x="63634" y="660302"/>
                  <a:pt x="63634" y="655875"/>
                  <a:pt x="63634" y="652334"/>
                </a:cubicBezTo>
                <a:cubicBezTo>
                  <a:pt x="63634" y="652334"/>
                  <a:pt x="61854" y="651449"/>
                  <a:pt x="60964" y="651449"/>
                </a:cubicBezTo>
                <a:cubicBezTo>
                  <a:pt x="59184" y="649678"/>
                  <a:pt x="54734" y="648793"/>
                  <a:pt x="56514" y="645251"/>
                </a:cubicBezTo>
                <a:cubicBezTo>
                  <a:pt x="57404" y="642595"/>
                  <a:pt x="60074" y="639054"/>
                  <a:pt x="63634" y="639054"/>
                </a:cubicBezTo>
                <a:cubicBezTo>
                  <a:pt x="66303" y="639054"/>
                  <a:pt x="69863" y="638169"/>
                  <a:pt x="71643" y="640825"/>
                </a:cubicBezTo>
                <a:cubicBezTo>
                  <a:pt x="76983" y="647022"/>
                  <a:pt x="76093" y="656761"/>
                  <a:pt x="72533" y="662958"/>
                </a:cubicBezTo>
                <a:cubicBezTo>
                  <a:pt x="68083" y="670926"/>
                  <a:pt x="59184" y="674467"/>
                  <a:pt x="50284" y="674467"/>
                </a:cubicBezTo>
                <a:cubicBezTo>
                  <a:pt x="44945" y="671811"/>
                  <a:pt x="39605" y="670926"/>
                  <a:pt x="34265" y="667385"/>
                </a:cubicBezTo>
                <a:cubicBezTo>
                  <a:pt x="24476" y="657646"/>
                  <a:pt x="18246" y="641710"/>
                  <a:pt x="23586" y="628430"/>
                </a:cubicBezTo>
                <a:close/>
                <a:moveTo>
                  <a:pt x="940843" y="619097"/>
                </a:moveTo>
                <a:cubicBezTo>
                  <a:pt x="948924" y="617317"/>
                  <a:pt x="957903" y="618207"/>
                  <a:pt x="965085" y="621766"/>
                </a:cubicBezTo>
                <a:cubicBezTo>
                  <a:pt x="965085" y="621766"/>
                  <a:pt x="965085" y="621766"/>
                  <a:pt x="965983" y="623546"/>
                </a:cubicBezTo>
                <a:cubicBezTo>
                  <a:pt x="965983" y="626215"/>
                  <a:pt x="962392" y="627105"/>
                  <a:pt x="960596" y="628885"/>
                </a:cubicBezTo>
                <a:cubicBezTo>
                  <a:pt x="954311" y="628885"/>
                  <a:pt x="948026" y="624436"/>
                  <a:pt x="940843" y="626215"/>
                </a:cubicBezTo>
                <a:cubicBezTo>
                  <a:pt x="930967" y="627105"/>
                  <a:pt x="921091" y="631554"/>
                  <a:pt x="914806" y="639562"/>
                </a:cubicBezTo>
                <a:cubicBezTo>
                  <a:pt x="912112" y="643122"/>
                  <a:pt x="909419" y="639562"/>
                  <a:pt x="906725" y="640452"/>
                </a:cubicBezTo>
                <a:cubicBezTo>
                  <a:pt x="895053" y="641342"/>
                  <a:pt x="884279" y="644901"/>
                  <a:pt x="877096" y="653799"/>
                </a:cubicBezTo>
                <a:cubicBezTo>
                  <a:pt x="877096" y="653799"/>
                  <a:pt x="877096" y="653799"/>
                  <a:pt x="875301" y="654689"/>
                </a:cubicBezTo>
                <a:cubicBezTo>
                  <a:pt x="870811" y="662697"/>
                  <a:pt x="867220" y="671595"/>
                  <a:pt x="868118" y="682273"/>
                </a:cubicBezTo>
                <a:cubicBezTo>
                  <a:pt x="869016" y="692061"/>
                  <a:pt x="877096" y="700959"/>
                  <a:pt x="882483" y="709857"/>
                </a:cubicBezTo>
                <a:cubicBezTo>
                  <a:pt x="882483" y="712527"/>
                  <a:pt x="882483" y="716086"/>
                  <a:pt x="883381" y="718755"/>
                </a:cubicBezTo>
                <a:cubicBezTo>
                  <a:pt x="883381" y="728543"/>
                  <a:pt x="890564" y="737441"/>
                  <a:pt x="898645" y="743670"/>
                </a:cubicBezTo>
                <a:cubicBezTo>
                  <a:pt x="902236" y="746339"/>
                  <a:pt x="909419" y="745450"/>
                  <a:pt x="910317" y="751678"/>
                </a:cubicBezTo>
                <a:cubicBezTo>
                  <a:pt x="909419" y="753458"/>
                  <a:pt x="911214" y="757017"/>
                  <a:pt x="907623" y="757017"/>
                </a:cubicBezTo>
                <a:cubicBezTo>
                  <a:pt x="895053" y="757017"/>
                  <a:pt x="886973" y="746339"/>
                  <a:pt x="879790" y="737441"/>
                </a:cubicBezTo>
                <a:cubicBezTo>
                  <a:pt x="876198" y="729433"/>
                  <a:pt x="873505" y="719645"/>
                  <a:pt x="871709" y="709857"/>
                </a:cubicBezTo>
                <a:cubicBezTo>
                  <a:pt x="860037" y="696510"/>
                  <a:pt x="856446" y="676045"/>
                  <a:pt x="863629" y="660028"/>
                </a:cubicBezTo>
                <a:cubicBezTo>
                  <a:pt x="866322" y="655579"/>
                  <a:pt x="867220" y="651130"/>
                  <a:pt x="869914" y="646681"/>
                </a:cubicBezTo>
                <a:cubicBezTo>
                  <a:pt x="877994" y="639562"/>
                  <a:pt x="886075" y="633334"/>
                  <a:pt x="895951" y="632444"/>
                </a:cubicBezTo>
                <a:cubicBezTo>
                  <a:pt x="901338" y="632444"/>
                  <a:pt x="905827" y="631554"/>
                  <a:pt x="909419" y="632444"/>
                </a:cubicBezTo>
                <a:cubicBezTo>
                  <a:pt x="920193" y="627995"/>
                  <a:pt x="929171" y="620876"/>
                  <a:pt x="940843" y="619097"/>
                </a:cubicBezTo>
                <a:close/>
                <a:moveTo>
                  <a:pt x="62974" y="610947"/>
                </a:moveTo>
                <a:cubicBezTo>
                  <a:pt x="66083" y="610947"/>
                  <a:pt x="69414" y="611618"/>
                  <a:pt x="72523" y="612066"/>
                </a:cubicBezTo>
                <a:cubicBezTo>
                  <a:pt x="77852" y="614751"/>
                  <a:pt x="82293" y="618332"/>
                  <a:pt x="84958" y="623703"/>
                </a:cubicBezTo>
                <a:cubicBezTo>
                  <a:pt x="88511" y="629075"/>
                  <a:pt x="92952" y="621913"/>
                  <a:pt x="96505" y="624599"/>
                </a:cubicBezTo>
                <a:cubicBezTo>
                  <a:pt x="106276" y="627284"/>
                  <a:pt x="116046" y="630865"/>
                  <a:pt x="121376" y="639817"/>
                </a:cubicBezTo>
                <a:cubicBezTo>
                  <a:pt x="126705" y="648769"/>
                  <a:pt x="129370" y="660407"/>
                  <a:pt x="126705" y="670254"/>
                </a:cubicBezTo>
                <a:cubicBezTo>
                  <a:pt x="123152" y="679206"/>
                  <a:pt x="120488" y="687263"/>
                  <a:pt x="111605" y="692634"/>
                </a:cubicBezTo>
                <a:cubicBezTo>
                  <a:pt x="114270" y="706062"/>
                  <a:pt x="108940" y="719490"/>
                  <a:pt x="99170" y="726652"/>
                </a:cubicBezTo>
                <a:cubicBezTo>
                  <a:pt x="97393" y="727547"/>
                  <a:pt x="94729" y="727547"/>
                  <a:pt x="92952" y="728442"/>
                </a:cubicBezTo>
                <a:cubicBezTo>
                  <a:pt x="93840" y="720385"/>
                  <a:pt x="104499" y="723071"/>
                  <a:pt x="106276" y="715909"/>
                </a:cubicBezTo>
                <a:cubicBezTo>
                  <a:pt x="109829" y="707852"/>
                  <a:pt x="109829" y="698005"/>
                  <a:pt x="108052" y="690844"/>
                </a:cubicBezTo>
                <a:cubicBezTo>
                  <a:pt x="116046" y="682787"/>
                  <a:pt x="124041" y="672940"/>
                  <a:pt x="124041" y="660407"/>
                </a:cubicBezTo>
                <a:cubicBezTo>
                  <a:pt x="123152" y="650559"/>
                  <a:pt x="120488" y="640712"/>
                  <a:pt x="111605" y="635341"/>
                </a:cubicBezTo>
                <a:cubicBezTo>
                  <a:pt x="104499" y="630865"/>
                  <a:pt x="94729" y="627284"/>
                  <a:pt x="86735" y="630865"/>
                </a:cubicBezTo>
                <a:cubicBezTo>
                  <a:pt x="84070" y="629075"/>
                  <a:pt x="84070" y="624599"/>
                  <a:pt x="80517" y="621913"/>
                </a:cubicBezTo>
                <a:cubicBezTo>
                  <a:pt x="75187" y="617437"/>
                  <a:pt x="69858" y="614751"/>
                  <a:pt x="61864" y="613856"/>
                </a:cubicBezTo>
                <a:cubicBezTo>
                  <a:pt x="60087" y="614751"/>
                  <a:pt x="56534" y="614751"/>
                  <a:pt x="54758" y="613856"/>
                </a:cubicBezTo>
                <a:cubicBezTo>
                  <a:pt x="56979" y="611618"/>
                  <a:pt x="59865" y="610947"/>
                  <a:pt x="62974" y="610947"/>
                </a:cubicBezTo>
                <a:close/>
                <a:moveTo>
                  <a:pt x="942824" y="598267"/>
                </a:moveTo>
                <a:cubicBezTo>
                  <a:pt x="943664" y="598267"/>
                  <a:pt x="945345" y="598267"/>
                  <a:pt x="945345" y="599133"/>
                </a:cubicBezTo>
                <a:cubicBezTo>
                  <a:pt x="945345" y="602597"/>
                  <a:pt x="941143" y="602597"/>
                  <a:pt x="939462" y="605194"/>
                </a:cubicBezTo>
                <a:cubicBezTo>
                  <a:pt x="937781" y="607792"/>
                  <a:pt x="936100" y="610390"/>
                  <a:pt x="935260" y="614719"/>
                </a:cubicBezTo>
                <a:cubicBezTo>
                  <a:pt x="935260" y="615585"/>
                  <a:pt x="933579" y="617317"/>
                  <a:pt x="931058" y="617317"/>
                </a:cubicBezTo>
                <a:cubicBezTo>
                  <a:pt x="931058" y="610390"/>
                  <a:pt x="936100" y="601731"/>
                  <a:pt x="942824" y="598267"/>
                </a:cubicBezTo>
                <a:close/>
                <a:moveTo>
                  <a:pt x="58383" y="595290"/>
                </a:moveTo>
                <a:cubicBezTo>
                  <a:pt x="69019" y="593505"/>
                  <a:pt x="78769" y="597075"/>
                  <a:pt x="87632" y="601537"/>
                </a:cubicBezTo>
                <a:cubicBezTo>
                  <a:pt x="87632" y="601537"/>
                  <a:pt x="87632" y="601537"/>
                  <a:pt x="92950" y="607783"/>
                </a:cubicBezTo>
                <a:cubicBezTo>
                  <a:pt x="96496" y="613137"/>
                  <a:pt x="104473" y="610460"/>
                  <a:pt x="110677" y="613137"/>
                </a:cubicBezTo>
                <a:cubicBezTo>
                  <a:pt x="127518" y="618492"/>
                  <a:pt x="140813" y="635447"/>
                  <a:pt x="142586" y="654187"/>
                </a:cubicBezTo>
                <a:cubicBezTo>
                  <a:pt x="145245" y="661326"/>
                  <a:pt x="141700" y="670250"/>
                  <a:pt x="140813" y="678281"/>
                </a:cubicBezTo>
                <a:cubicBezTo>
                  <a:pt x="138154" y="688097"/>
                  <a:pt x="131950" y="695236"/>
                  <a:pt x="124859" y="703268"/>
                </a:cubicBezTo>
                <a:cubicBezTo>
                  <a:pt x="125745" y="719331"/>
                  <a:pt x="118654" y="733609"/>
                  <a:pt x="104473" y="740748"/>
                </a:cubicBezTo>
                <a:cubicBezTo>
                  <a:pt x="100927" y="744317"/>
                  <a:pt x="95609" y="744317"/>
                  <a:pt x="90291" y="744317"/>
                </a:cubicBezTo>
                <a:cubicBezTo>
                  <a:pt x="89405" y="741640"/>
                  <a:pt x="89405" y="737178"/>
                  <a:pt x="90291" y="734501"/>
                </a:cubicBezTo>
                <a:cubicBezTo>
                  <a:pt x="93837" y="730931"/>
                  <a:pt x="98268" y="730931"/>
                  <a:pt x="101814" y="729147"/>
                </a:cubicBezTo>
                <a:cubicBezTo>
                  <a:pt x="108905" y="722900"/>
                  <a:pt x="115995" y="715761"/>
                  <a:pt x="116882" y="705052"/>
                </a:cubicBezTo>
                <a:cubicBezTo>
                  <a:pt x="116882" y="705052"/>
                  <a:pt x="116882" y="705052"/>
                  <a:pt x="116882" y="694344"/>
                </a:cubicBezTo>
                <a:cubicBezTo>
                  <a:pt x="130177" y="683635"/>
                  <a:pt x="134609" y="665788"/>
                  <a:pt x="131063" y="649725"/>
                </a:cubicBezTo>
                <a:cubicBezTo>
                  <a:pt x="127518" y="635447"/>
                  <a:pt x="114223" y="623846"/>
                  <a:pt x="100041" y="622061"/>
                </a:cubicBezTo>
                <a:cubicBezTo>
                  <a:pt x="96496" y="622954"/>
                  <a:pt x="92064" y="621169"/>
                  <a:pt x="89405" y="621169"/>
                </a:cubicBezTo>
                <a:cubicBezTo>
                  <a:pt x="84973" y="613137"/>
                  <a:pt x="75223" y="608676"/>
                  <a:pt x="66360" y="606891"/>
                </a:cubicBezTo>
                <a:cubicBezTo>
                  <a:pt x="60155" y="606891"/>
                  <a:pt x="54837" y="608676"/>
                  <a:pt x="48633" y="611353"/>
                </a:cubicBezTo>
                <a:cubicBezTo>
                  <a:pt x="44201" y="610460"/>
                  <a:pt x="40656" y="606891"/>
                  <a:pt x="38883" y="603321"/>
                </a:cubicBezTo>
                <a:cubicBezTo>
                  <a:pt x="44201" y="597967"/>
                  <a:pt x="51292" y="597075"/>
                  <a:pt x="58383" y="595290"/>
                </a:cubicBezTo>
                <a:close/>
                <a:moveTo>
                  <a:pt x="949780" y="585166"/>
                </a:moveTo>
                <a:cubicBezTo>
                  <a:pt x="954378" y="585490"/>
                  <a:pt x="958976" y="587000"/>
                  <a:pt x="962480" y="590019"/>
                </a:cubicBezTo>
                <a:cubicBezTo>
                  <a:pt x="962480" y="590019"/>
                  <a:pt x="962480" y="590019"/>
                  <a:pt x="965107" y="593470"/>
                </a:cubicBezTo>
                <a:cubicBezTo>
                  <a:pt x="965983" y="597784"/>
                  <a:pt x="965983" y="602098"/>
                  <a:pt x="963356" y="605549"/>
                </a:cubicBezTo>
                <a:cubicBezTo>
                  <a:pt x="960728" y="608137"/>
                  <a:pt x="956349" y="609863"/>
                  <a:pt x="952845" y="608137"/>
                </a:cubicBezTo>
                <a:cubicBezTo>
                  <a:pt x="950218" y="606412"/>
                  <a:pt x="948466" y="603824"/>
                  <a:pt x="949342" y="600373"/>
                </a:cubicBezTo>
                <a:cubicBezTo>
                  <a:pt x="949342" y="599510"/>
                  <a:pt x="950218" y="597784"/>
                  <a:pt x="950218" y="596059"/>
                </a:cubicBezTo>
                <a:cubicBezTo>
                  <a:pt x="947590" y="593470"/>
                  <a:pt x="944087" y="595196"/>
                  <a:pt x="941459" y="595196"/>
                </a:cubicBezTo>
                <a:cubicBezTo>
                  <a:pt x="933576" y="599510"/>
                  <a:pt x="927445" y="609000"/>
                  <a:pt x="927445" y="619353"/>
                </a:cubicBezTo>
                <a:cubicBezTo>
                  <a:pt x="923941" y="621079"/>
                  <a:pt x="920438" y="622804"/>
                  <a:pt x="916935" y="623667"/>
                </a:cubicBezTo>
                <a:cubicBezTo>
                  <a:pt x="915183" y="618491"/>
                  <a:pt x="918686" y="612451"/>
                  <a:pt x="919562" y="606412"/>
                </a:cubicBezTo>
                <a:cubicBezTo>
                  <a:pt x="924817" y="599510"/>
                  <a:pt x="927445" y="590882"/>
                  <a:pt x="937079" y="587431"/>
                </a:cubicBezTo>
                <a:cubicBezTo>
                  <a:pt x="940583" y="585706"/>
                  <a:pt x="945181" y="584843"/>
                  <a:pt x="949780" y="585166"/>
                </a:cubicBezTo>
                <a:close/>
                <a:moveTo>
                  <a:pt x="65242" y="581844"/>
                </a:moveTo>
                <a:cubicBezTo>
                  <a:pt x="66400" y="582370"/>
                  <a:pt x="67789" y="583420"/>
                  <a:pt x="69178" y="583420"/>
                </a:cubicBezTo>
                <a:cubicBezTo>
                  <a:pt x="69178" y="583420"/>
                  <a:pt x="69178" y="583420"/>
                  <a:pt x="72882" y="589303"/>
                </a:cubicBezTo>
                <a:cubicBezTo>
                  <a:pt x="72882" y="589303"/>
                  <a:pt x="72882" y="589303"/>
                  <a:pt x="73808" y="592665"/>
                </a:cubicBezTo>
                <a:cubicBezTo>
                  <a:pt x="69178" y="593505"/>
                  <a:pt x="69178" y="588463"/>
                  <a:pt x="67326" y="585941"/>
                </a:cubicBezTo>
                <a:cubicBezTo>
                  <a:pt x="67326" y="585941"/>
                  <a:pt x="67326" y="585941"/>
                  <a:pt x="62696" y="583420"/>
                </a:cubicBezTo>
                <a:cubicBezTo>
                  <a:pt x="63159" y="581319"/>
                  <a:pt x="64085" y="581319"/>
                  <a:pt x="65242" y="581844"/>
                </a:cubicBezTo>
                <a:close/>
                <a:moveTo>
                  <a:pt x="127102" y="578579"/>
                </a:moveTo>
                <a:cubicBezTo>
                  <a:pt x="128784" y="579571"/>
                  <a:pt x="130130" y="581335"/>
                  <a:pt x="131027" y="583099"/>
                </a:cubicBezTo>
                <a:cubicBezTo>
                  <a:pt x="134616" y="589272"/>
                  <a:pt x="129233" y="594564"/>
                  <a:pt x="130130" y="600737"/>
                </a:cubicBezTo>
                <a:cubicBezTo>
                  <a:pt x="134616" y="604265"/>
                  <a:pt x="137308" y="609557"/>
                  <a:pt x="137308" y="614848"/>
                </a:cubicBezTo>
                <a:cubicBezTo>
                  <a:pt x="137308" y="614848"/>
                  <a:pt x="137308" y="614848"/>
                  <a:pt x="136411" y="615730"/>
                </a:cubicBezTo>
                <a:cubicBezTo>
                  <a:pt x="131924" y="610439"/>
                  <a:pt x="122952" y="609557"/>
                  <a:pt x="121157" y="601619"/>
                </a:cubicBezTo>
                <a:cubicBezTo>
                  <a:pt x="120260" y="600737"/>
                  <a:pt x="118465" y="599855"/>
                  <a:pt x="116671" y="599855"/>
                </a:cubicBezTo>
                <a:cubicBezTo>
                  <a:pt x="119363" y="597210"/>
                  <a:pt x="118465" y="592800"/>
                  <a:pt x="122055" y="591918"/>
                </a:cubicBezTo>
                <a:cubicBezTo>
                  <a:pt x="123849" y="591036"/>
                  <a:pt x="124746" y="589272"/>
                  <a:pt x="124746" y="587508"/>
                </a:cubicBezTo>
                <a:cubicBezTo>
                  <a:pt x="122952" y="585744"/>
                  <a:pt x="120260" y="585744"/>
                  <a:pt x="119363" y="583099"/>
                </a:cubicBezTo>
                <a:cubicBezTo>
                  <a:pt x="119363" y="581335"/>
                  <a:pt x="121157" y="579571"/>
                  <a:pt x="121157" y="578689"/>
                </a:cubicBezTo>
                <a:cubicBezTo>
                  <a:pt x="123400" y="577366"/>
                  <a:pt x="125419" y="577586"/>
                  <a:pt x="127102" y="578579"/>
                </a:cubicBezTo>
                <a:close/>
                <a:moveTo>
                  <a:pt x="61945" y="564930"/>
                </a:moveTo>
                <a:cubicBezTo>
                  <a:pt x="70893" y="565807"/>
                  <a:pt x="79841" y="570194"/>
                  <a:pt x="84314" y="579844"/>
                </a:cubicBezTo>
                <a:cubicBezTo>
                  <a:pt x="86999" y="585108"/>
                  <a:pt x="89683" y="591249"/>
                  <a:pt x="88788" y="597390"/>
                </a:cubicBezTo>
                <a:cubicBezTo>
                  <a:pt x="84314" y="598267"/>
                  <a:pt x="80735" y="595635"/>
                  <a:pt x="78051" y="593881"/>
                </a:cubicBezTo>
                <a:cubicBezTo>
                  <a:pt x="78051" y="588617"/>
                  <a:pt x="75367" y="585985"/>
                  <a:pt x="72682" y="582476"/>
                </a:cubicBezTo>
                <a:cubicBezTo>
                  <a:pt x="69103" y="579844"/>
                  <a:pt x="64630" y="576335"/>
                  <a:pt x="59261" y="577212"/>
                </a:cubicBezTo>
                <a:cubicBezTo>
                  <a:pt x="57471" y="581599"/>
                  <a:pt x="58366" y="586862"/>
                  <a:pt x="52103" y="588617"/>
                </a:cubicBezTo>
                <a:cubicBezTo>
                  <a:pt x="49419" y="589494"/>
                  <a:pt x="46734" y="588617"/>
                  <a:pt x="44945" y="587740"/>
                </a:cubicBezTo>
                <a:cubicBezTo>
                  <a:pt x="40471" y="583353"/>
                  <a:pt x="42260" y="577212"/>
                  <a:pt x="44050" y="572826"/>
                </a:cubicBezTo>
                <a:cubicBezTo>
                  <a:pt x="48524" y="567562"/>
                  <a:pt x="54787" y="565807"/>
                  <a:pt x="61945" y="564930"/>
                </a:cubicBezTo>
                <a:close/>
                <a:moveTo>
                  <a:pt x="906363" y="553817"/>
                </a:moveTo>
                <a:cubicBezTo>
                  <a:pt x="908127" y="554699"/>
                  <a:pt x="909009" y="557345"/>
                  <a:pt x="908127" y="559109"/>
                </a:cubicBezTo>
                <a:cubicBezTo>
                  <a:pt x="907245" y="560873"/>
                  <a:pt x="905481" y="561755"/>
                  <a:pt x="903717" y="562637"/>
                </a:cubicBezTo>
                <a:cubicBezTo>
                  <a:pt x="899308" y="567928"/>
                  <a:pt x="894898" y="574102"/>
                  <a:pt x="898426" y="581157"/>
                </a:cubicBezTo>
                <a:cubicBezTo>
                  <a:pt x="901953" y="583803"/>
                  <a:pt x="905481" y="588213"/>
                  <a:pt x="909891" y="585567"/>
                </a:cubicBezTo>
                <a:cubicBezTo>
                  <a:pt x="910773" y="584685"/>
                  <a:pt x="912537" y="584685"/>
                  <a:pt x="912537" y="582921"/>
                </a:cubicBezTo>
                <a:cubicBezTo>
                  <a:pt x="912537" y="580275"/>
                  <a:pt x="908127" y="578512"/>
                  <a:pt x="909891" y="574984"/>
                </a:cubicBezTo>
                <a:cubicBezTo>
                  <a:pt x="912537" y="572338"/>
                  <a:pt x="916064" y="572338"/>
                  <a:pt x="918710" y="574102"/>
                </a:cubicBezTo>
                <a:cubicBezTo>
                  <a:pt x="921356" y="575866"/>
                  <a:pt x="923120" y="579394"/>
                  <a:pt x="923120" y="582039"/>
                </a:cubicBezTo>
                <a:cubicBezTo>
                  <a:pt x="923120" y="588213"/>
                  <a:pt x="919592" y="592623"/>
                  <a:pt x="915182" y="594387"/>
                </a:cubicBezTo>
                <a:cubicBezTo>
                  <a:pt x="913419" y="594387"/>
                  <a:pt x="909009" y="595269"/>
                  <a:pt x="909009" y="598796"/>
                </a:cubicBezTo>
                <a:cubicBezTo>
                  <a:pt x="910773" y="604970"/>
                  <a:pt x="906363" y="609380"/>
                  <a:pt x="903717" y="613789"/>
                </a:cubicBezTo>
                <a:cubicBezTo>
                  <a:pt x="898426" y="620845"/>
                  <a:pt x="886079" y="614671"/>
                  <a:pt x="882551" y="623491"/>
                </a:cubicBezTo>
                <a:cubicBezTo>
                  <a:pt x="879905" y="628782"/>
                  <a:pt x="874613" y="633192"/>
                  <a:pt x="868440" y="633192"/>
                </a:cubicBezTo>
                <a:cubicBezTo>
                  <a:pt x="867558" y="630546"/>
                  <a:pt x="871968" y="627900"/>
                  <a:pt x="873731" y="624373"/>
                </a:cubicBezTo>
                <a:cubicBezTo>
                  <a:pt x="877259" y="620845"/>
                  <a:pt x="879023" y="615553"/>
                  <a:pt x="878141" y="610262"/>
                </a:cubicBezTo>
                <a:cubicBezTo>
                  <a:pt x="877259" y="605852"/>
                  <a:pt x="873731" y="599678"/>
                  <a:pt x="877259" y="595269"/>
                </a:cubicBezTo>
                <a:cubicBezTo>
                  <a:pt x="879023" y="592623"/>
                  <a:pt x="882551" y="589977"/>
                  <a:pt x="885197" y="592623"/>
                </a:cubicBezTo>
                <a:cubicBezTo>
                  <a:pt x="886960" y="594387"/>
                  <a:pt x="889606" y="597032"/>
                  <a:pt x="888724" y="599678"/>
                </a:cubicBezTo>
                <a:cubicBezTo>
                  <a:pt x="886960" y="601442"/>
                  <a:pt x="883433" y="601442"/>
                  <a:pt x="883433" y="604970"/>
                </a:cubicBezTo>
                <a:cubicBezTo>
                  <a:pt x="884315" y="608498"/>
                  <a:pt x="887842" y="610262"/>
                  <a:pt x="890488" y="610262"/>
                </a:cubicBezTo>
                <a:cubicBezTo>
                  <a:pt x="894898" y="611144"/>
                  <a:pt x="897544" y="608498"/>
                  <a:pt x="900190" y="605852"/>
                </a:cubicBezTo>
                <a:cubicBezTo>
                  <a:pt x="901953" y="600560"/>
                  <a:pt x="901953" y="593505"/>
                  <a:pt x="896662" y="589977"/>
                </a:cubicBezTo>
                <a:cubicBezTo>
                  <a:pt x="892252" y="586449"/>
                  <a:pt x="889606" y="579394"/>
                  <a:pt x="889606" y="574102"/>
                </a:cubicBezTo>
                <a:cubicBezTo>
                  <a:pt x="885197" y="574102"/>
                  <a:pt x="881669" y="569692"/>
                  <a:pt x="879905" y="565282"/>
                </a:cubicBezTo>
                <a:cubicBezTo>
                  <a:pt x="879023" y="562637"/>
                  <a:pt x="879023" y="559109"/>
                  <a:pt x="880787" y="556463"/>
                </a:cubicBezTo>
                <a:cubicBezTo>
                  <a:pt x="882551" y="553817"/>
                  <a:pt x="885197" y="556463"/>
                  <a:pt x="886960" y="556463"/>
                </a:cubicBezTo>
                <a:cubicBezTo>
                  <a:pt x="893134" y="558227"/>
                  <a:pt x="883433" y="567928"/>
                  <a:pt x="893134" y="564400"/>
                </a:cubicBezTo>
                <a:cubicBezTo>
                  <a:pt x="896662" y="559109"/>
                  <a:pt x="901071" y="556463"/>
                  <a:pt x="906363" y="553817"/>
                </a:cubicBezTo>
                <a:close/>
                <a:moveTo>
                  <a:pt x="967769" y="553364"/>
                </a:moveTo>
                <a:cubicBezTo>
                  <a:pt x="968662" y="550642"/>
                  <a:pt x="971341" y="552456"/>
                  <a:pt x="972234" y="553364"/>
                </a:cubicBezTo>
                <a:cubicBezTo>
                  <a:pt x="972234" y="553364"/>
                  <a:pt x="972234" y="553364"/>
                  <a:pt x="978484" y="561528"/>
                </a:cubicBezTo>
                <a:cubicBezTo>
                  <a:pt x="980270" y="567878"/>
                  <a:pt x="979377" y="573321"/>
                  <a:pt x="976698" y="578764"/>
                </a:cubicBezTo>
                <a:cubicBezTo>
                  <a:pt x="974913" y="581485"/>
                  <a:pt x="971341" y="582392"/>
                  <a:pt x="968662" y="581485"/>
                </a:cubicBezTo>
                <a:cubicBezTo>
                  <a:pt x="965983" y="580578"/>
                  <a:pt x="966876" y="576949"/>
                  <a:pt x="966876" y="574228"/>
                </a:cubicBezTo>
                <a:cubicBezTo>
                  <a:pt x="969555" y="572414"/>
                  <a:pt x="973127" y="572414"/>
                  <a:pt x="972234" y="568785"/>
                </a:cubicBezTo>
                <a:cubicBezTo>
                  <a:pt x="974020" y="562435"/>
                  <a:pt x="967769" y="558806"/>
                  <a:pt x="967769" y="553364"/>
                </a:cubicBezTo>
                <a:close/>
                <a:moveTo>
                  <a:pt x="957411" y="549055"/>
                </a:moveTo>
                <a:cubicBezTo>
                  <a:pt x="960268" y="549055"/>
                  <a:pt x="963126" y="549962"/>
                  <a:pt x="965031" y="552684"/>
                </a:cubicBezTo>
                <a:cubicBezTo>
                  <a:pt x="965983" y="556312"/>
                  <a:pt x="965983" y="558127"/>
                  <a:pt x="965031" y="561755"/>
                </a:cubicBezTo>
                <a:cubicBezTo>
                  <a:pt x="962173" y="560848"/>
                  <a:pt x="959316" y="559034"/>
                  <a:pt x="956458" y="558127"/>
                </a:cubicBezTo>
                <a:cubicBezTo>
                  <a:pt x="956458" y="555405"/>
                  <a:pt x="956458" y="551777"/>
                  <a:pt x="957411" y="549055"/>
                </a:cubicBezTo>
                <a:close/>
                <a:moveTo>
                  <a:pt x="912405" y="542705"/>
                </a:moveTo>
                <a:cubicBezTo>
                  <a:pt x="915083" y="543587"/>
                  <a:pt x="918655" y="543587"/>
                  <a:pt x="922227" y="543587"/>
                </a:cubicBezTo>
                <a:cubicBezTo>
                  <a:pt x="923120" y="546233"/>
                  <a:pt x="920441" y="549761"/>
                  <a:pt x="921334" y="553288"/>
                </a:cubicBezTo>
                <a:cubicBezTo>
                  <a:pt x="919548" y="555934"/>
                  <a:pt x="915976" y="558580"/>
                  <a:pt x="912405" y="558580"/>
                </a:cubicBezTo>
                <a:cubicBezTo>
                  <a:pt x="912405" y="558580"/>
                  <a:pt x="912405" y="558580"/>
                  <a:pt x="911512" y="558580"/>
                </a:cubicBezTo>
                <a:cubicBezTo>
                  <a:pt x="911512" y="553288"/>
                  <a:pt x="908833" y="547115"/>
                  <a:pt x="912405" y="542705"/>
                </a:cubicBezTo>
                <a:close/>
                <a:moveTo>
                  <a:pt x="40888" y="539530"/>
                </a:moveTo>
                <a:cubicBezTo>
                  <a:pt x="40888" y="539530"/>
                  <a:pt x="40888" y="539530"/>
                  <a:pt x="40888" y="543860"/>
                </a:cubicBezTo>
                <a:cubicBezTo>
                  <a:pt x="38131" y="546457"/>
                  <a:pt x="36293" y="549921"/>
                  <a:pt x="36293" y="553385"/>
                </a:cubicBezTo>
                <a:cubicBezTo>
                  <a:pt x="36293" y="557714"/>
                  <a:pt x="43645" y="555982"/>
                  <a:pt x="41807" y="561178"/>
                </a:cubicBezTo>
                <a:cubicBezTo>
                  <a:pt x="41807" y="563776"/>
                  <a:pt x="39969" y="566373"/>
                  <a:pt x="38131" y="567239"/>
                </a:cubicBezTo>
                <a:cubicBezTo>
                  <a:pt x="34454" y="568105"/>
                  <a:pt x="30778" y="565507"/>
                  <a:pt x="28940" y="562910"/>
                </a:cubicBezTo>
                <a:cubicBezTo>
                  <a:pt x="26183" y="558580"/>
                  <a:pt x="26183" y="550787"/>
                  <a:pt x="28021" y="546457"/>
                </a:cubicBezTo>
                <a:cubicBezTo>
                  <a:pt x="31697" y="543860"/>
                  <a:pt x="36293" y="540396"/>
                  <a:pt x="40888" y="539530"/>
                </a:cubicBezTo>
                <a:close/>
                <a:moveTo>
                  <a:pt x="102092" y="536355"/>
                </a:moveTo>
                <a:cubicBezTo>
                  <a:pt x="108215" y="539030"/>
                  <a:pt x="114338" y="542596"/>
                  <a:pt x="116087" y="549729"/>
                </a:cubicBezTo>
                <a:cubicBezTo>
                  <a:pt x="117837" y="551512"/>
                  <a:pt x="120461" y="551512"/>
                  <a:pt x="122211" y="551512"/>
                </a:cubicBezTo>
                <a:cubicBezTo>
                  <a:pt x="122211" y="551512"/>
                  <a:pt x="122211" y="551512"/>
                  <a:pt x="123960" y="548838"/>
                </a:cubicBezTo>
                <a:cubicBezTo>
                  <a:pt x="123085" y="547054"/>
                  <a:pt x="118712" y="546163"/>
                  <a:pt x="120461" y="542596"/>
                </a:cubicBezTo>
                <a:cubicBezTo>
                  <a:pt x="121336" y="541705"/>
                  <a:pt x="122211" y="539030"/>
                  <a:pt x="123960" y="539922"/>
                </a:cubicBezTo>
                <a:cubicBezTo>
                  <a:pt x="127459" y="539922"/>
                  <a:pt x="130083" y="542596"/>
                  <a:pt x="130958" y="546163"/>
                </a:cubicBezTo>
                <a:cubicBezTo>
                  <a:pt x="130958" y="549729"/>
                  <a:pt x="130958" y="553296"/>
                  <a:pt x="128334" y="555970"/>
                </a:cubicBezTo>
                <a:cubicBezTo>
                  <a:pt x="125710" y="558645"/>
                  <a:pt x="121336" y="557754"/>
                  <a:pt x="118712" y="560428"/>
                </a:cubicBezTo>
                <a:cubicBezTo>
                  <a:pt x="119586" y="566670"/>
                  <a:pt x="116087" y="571128"/>
                  <a:pt x="114338" y="575586"/>
                </a:cubicBezTo>
                <a:cubicBezTo>
                  <a:pt x="111714" y="577369"/>
                  <a:pt x="108215" y="578260"/>
                  <a:pt x="108215" y="582718"/>
                </a:cubicBezTo>
                <a:cubicBezTo>
                  <a:pt x="107340" y="585393"/>
                  <a:pt x="108215" y="588960"/>
                  <a:pt x="109964" y="591634"/>
                </a:cubicBezTo>
                <a:cubicBezTo>
                  <a:pt x="109964" y="591634"/>
                  <a:pt x="109964" y="591634"/>
                  <a:pt x="114338" y="594309"/>
                </a:cubicBezTo>
                <a:cubicBezTo>
                  <a:pt x="112589" y="596093"/>
                  <a:pt x="113463" y="601442"/>
                  <a:pt x="109964" y="598767"/>
                </a:cubicBezTo>
                <a:cubicBezTo>
                  <a:pt x="103841" y="596984"/>
                  <a:pt x="102092" y="589851"/>
                  <a:pt x="100342" y="585393"/>
                </a:cubicBezTo>
                <a:cubicBezTo>
                  <a:pt x="100342" y="585393"/>
                  <a:pt x="100342" y="585393"/>
                  <a:pt x="101217" y="580044"/>
                </a:cubicBezTo>
                <a:cubicBezTo>
                  <a:pt x="95969" y="578260"/>
                  <a:pt x="90720" y="575586"/>
                  <a:pt x="88971" y="570236"/>
                </a:cubicBezTo>
                <a:cubicBezTo>
                  <a:pt x="88971" y="567561"/>
                  <a:pt x="88096" y="564886"/>
                  <a:pt x="90720" y="562212"/>
                </a:cubicBezTo>
                <a:cubicBezTo>
                  <a:pt x="92470" y="561320"/>
                  <a:pt x="95094" y="561320"/>
                  <a:pt x="96843" y="562212"/>
                </a:cubicBezTo>
                <a:cubicBezTo>
                  <a:pt x="100342" y="564886"/>
                  <a:pt x="93344" y="570236"/>
                  <a:pt x="99467" y="571128"/>
                </a:cubicBezTo>
                <a:cubicBezTo>
                  <a:pt x="102966" y="572019"/>
                  <a:pt x="106465" y="571128"/>
                  <a:pt x="108215" y="568453"/>
                </a:cubicBezTo>
                <a:cubicBezTo>
                  <a:pt x="111714" y="563995"/>
                  <a:pt x="111714" y="557754"/>
                  <a:pt x="110839" y="553296"/>
                </a:cubicBezTo>
                <a:cubicBezTo>
                  <a:pt x="108215" y="548838"/>
                  <a:pt x="105591" y="545271"/>
                  <a:pt x="101217" y="543488"/>
                </a:cubicBezTo>
                <a:cubicBezTo>
                  <a:pt x="99467" y="541705"/>
                  <a:pt x="101217" y="539030"/>
                  <a:pt x="101217" y="537247"/>
                </a:cubicBezTo>
                <a:cubicBezTo>
                  <a:pt x="101217" y="537247"/>
                  <a:pt x="101217" y="537247"/>
                  <a:pt x="102092" y="536355"/>
                </a:cubicBezTo>
                <a:close/>
                <a:moveTo>
                  <a:pt x="55055" y="534053"/>
                </a:moveTo>
                <a:cubicBezTo>
                  <a:pt x="55055" y="538419"/>
                  <a:pt x="59520" y="545404"/>
                  <a:pt x="52376" y="547150"/>
                </a:cubicBezTo>
                <a:cubicBezTo>
                  <a:pt x="50591" y="548023"/>
                  <a:pt x="48805" y="550642"/>
                  <a:pt x="47019" y="549769"/>
                </a:cubicBezTo>
                <a:cubicBezTo>
                  <a:pt x="46126" y="545404"/>
                  <a:pt x="45233" y="541038"/>
                  <a:pt x="47019" y="537546"/>
                </a:cubicBezTo>
                <a:cubicBezTo>
                  <a:pt x="49698" y="536673"/>
                  <a:pt x="51483" y="533180"/>
                  <a:pt x="55055" y="534053"/>
                </a:cubicBezTo>
                <a:close/>
                <a:moveTo>
                  <a:pt x="939246" y="530005"/>
                </a:moveTo>
                <a:cubicBezTo>
                  <a:pt x="942756" y="530904"/>
                  <a:pt x="941878" y="534498"/>
                  <a:pt x="943633" y="536295"/>
                </a:cubicBezTo>
                <a:cubicBezTo>
                  <a:pt x="942756" y="539890"/>
                  <a:pt x="938369" y="538092"/>
                  <a:pt x="936614" y="540788"/>
                </a:cubicBezTo>
                <a:cubicBezTo>
                  <a:pt x="933983" y="542585"/>
                  <a:pt x="933105" y="545281"/>
                  <a:pt x="933105" y="547977"/>
                </a:cubicBezTo>
                <a:cubicBezTo>
                  <a:pt x="933983" y="550673"/>
                  <a:pt x="935737" y="554267"/>
                  <a:pt x="938369" y="556064"/>
                </a:cubicBezTo>
                <a:cubicBezTo>
                  <a:pt x="941001" y="555166"/>
                  <a:pt x="943633" y="556963"/>
                  <a:pt x="943633" y="554267"/>
                </a:cubicBezTo>
                <a:cubicBezTo>
                  <a:pt x="943633" y="550673"/>
                  <a:pt x="937492" y="553368"/>
                  <a:pt x="937492" y="548875"/>
                </a:cubicBezTo>
                <a:cubicBezTo>
                  <a:pt x="937492" y="547078"/>
                  <a:pt x="937492" y="545281"/>
                  <a:pt x="939246" y="543484"/>
                </a:cubicBezTo>
                <a:cubicBezTo>
                  <a:pt x="941878" y="541687"/>
                  <a:pt x="945388" y="541687"/>
                  <a:pt x="948019" y="543484"/>
                </a:cubicBezTo>
                <a:cubicBezTo>
                  <a:pt x="952406" y="547078"/>
                  <a:pt x="953283" y="550673"/>
                  <a:pt x="952406" y="555166"/>
                </a:cubicBezTo>
                <a:cubicBezTo>
                  <a:pt x="951529" y="559658"/>
                  <a:pt x="947142" y="561456"/>
                  <a:pt x="943633" y="563253"/>
                </a:cubicBezTo>
                <a:cubicBezTo>
                  <a:pt x="941878" y="568644"/>
                  <a:pt x="941878" y="574934"/>
                  <a:pt x="935737" y="576732"/>
                </a:cubicBezTo>
                <a:cubicBezTo>
                  <a:pt x="934860" y="576732"/>
                  <a:pt x="933105" y="577630"/>
                  <a:pt x="932228" y="577630"/>
                </a:cubicBezTo>
                <a:cubicBezTo>
                  <a:pt x="930473" y="565050"/>
                  <a:pt x="919946" y="553368"/>
                  <a:pt x="928719" y="541687"/>
                </a:cubicBezTo>
                <a:cubicBezTo>
                  <a:pt x="933105" y="538991"/>
                  <a:pt x="938369" y="536295"/>
                  <a:pt x="939246" y="530005"/>
                </a:cubicBezTo>
                <a:close/>
                <a:moveTo>
                  <a:pt x="95961" y="528594"/>
                </a:moveTo>
                <a:cubicBezTo>
                  <a:pt x="97476" y="528594"/>
                  <a:pt x="98775" y="529035"/>
                  <a:pt x="99208" y="531240"/>
                </a:cubicBezTo>
                <a:cubicBezTo>
                  <a:pt x="98342" y="534768"/>
                  <a:pt x="97476" y="539177"/>
                  <a:pt x="97476" y="542705"/>
                </a:cubicBezTo>
                <a:cubicBezTo>
                  <a:pt x="94012" y="542705"/>
                  <a:pt x="92281" y="540059"/>
                  <a:pt x="89683" y="537413"/>
                </a:cubicBezTo>
                <a:cubicBezTo>
                  <a:pt x="89683" y="534768"/>
                  <a:pt x="89683" y="531240"/>
                  <a:pt x="91415" y="528594"/>
                </a:cubicBezTo>
                <a:cubicBezTo>
                  <a:pt x="92714" y="529035"/>
                  <a:pt x="94445" y="528594"/>
                  <a:pt x="95961" y="528594"/>
                </a:cubicBezTo>
                <a:close/>
                <a:moveTo>
                  <a:pt x="970340" y="523655"/>
                </a:moveTo>
                <a:cubicBezTo>
                  <a:pt x="972998" y="523655"/>
                  <a:pt x="975656" y="525387"/>
                  <a:pt x="975656" y="527119"/>
                </a:cubicBezTo>
                <a:cubicBezTo>
                  <a:pt x="978314" y="530582"/>
                  <a:pt x="976542" y="533180"/>
                  <a:pt x="976542" y="536644"/>
                </a:cubicBezTo>
                <a:cubicBezTo>
                  <a:pt x="980086" y="538376"/>
                  <a:pt x="981858" y="541839"/>
                  <a:pt x="981858" y="545303"/>
                </a:cubicBezTo>
                <a:cubicBezTo>
                  <a:pt x="981858" y="547901"/>
                  <a:pt x="981858" y="550498"/>
                  <a:pt x="980086" y="552230"/>
                </a:cubicBezTo>
                <a:cubicBezTo>
                  <a:pt x="972112" y="549632"/>
                  <a:pt x="965023" y="547035"/>
                  <a:pt x="957935" y="544437"/>
                </a:cubicBezTo>
                <a:cubicBezTo>
                  <a:pt x="952619" y="540973"/>
                  <a:pt x="945530" y="535778"/>
                  <a:pt x="943758" y="527985"/>
                </a:cubicBezTo>
                <a:cubicBezTo>
                  <a:pt x="944644" y="527119"/>
                  <a:pt x="944644" y="525387"/>
                  <a:pt x="946416" y="525387"/>
                </a:cubicBezTo>
                <a:cubicBezTo>
                  <a:pt x="949074" y="528851"/>
                  <a:pt x="954391" y="527985"/>
                  <a:pt x="958821" y="528851"/>
                </a:cubicBezTo>
                <a:cubicBezTo>
                  <a:pt x="959707" y="533180"/>
                  <a:pt x="959707" y="537510"/>
                  <a:pt x="965023" y="540107"/>
                </a:cubicBezTo>
                <a:cubicBezTo>
                  <a:pt x="965909" y="540107"/>
                  <a:pt x="967681" y="541839"/>
                  <a:pt x="969453" y="540107"/>
                </a:cubicBezTo>
                <a:cubicBezTo>
                  <a:pt x="969453" y="537510"/>
                  <a:pt x="965023" y="537510"/>
                  <a:pt x="964137" y="534912"/>
                </a:cubicBezTo>
                <a:cubicBezTo>
                  <a:pt x="963251" y="533180"/>
                  <a:pt x="963251" y="528851"/>
                  <a:pt x="965023" y="527119"/>
                </a:cubicBezTo>
                <a:cubicBezTo>
                  <a:pt x="965909" y="525387"/>
                  <a:pt x="968567" y="524521"/>
                  <a:pt x="970340" y="523655"/>
                </a:cubicBezTo>
                <a:close/>
                <a:moveTo>
                  <a:pt x="905369" y="514130"/>
                </a:moveTo>
                <a:cubicBezTo>
                  <a:pt x="908833" y="514130"/>
                  <a:pt x="914028" y="514130"/>
                  <a:pt x="914894" y="518628"/>
                </a:cubicBezTo>
                <a:cubicBezTo>
                  <a:pt x="915760" y="520427"/>
                  <a:pt x="914894" y="522226"/>
                  <a:pt x="914894" y="524025"/>
                </a:cubicBezTo>
                <a:cubicBezTo>
                  <a:pt x="914028" y="525824"/>
                  <a:pt x="911431" y="526724"/>
                  <a:pt x="909699" y="525824"/>
                </a:cubicBezTo>
                <a:cubicBezTo>
                  <a:pt x="908833" y="525824"/>
                  <a:pt x="907967" y="524925"/>
                  <a:pt x="907101" y="524925"/>
                </a:cubicBezTo>
                <a:cubicBezTo>
                  <a:pt x="905369" y="526724"/>
                  <a:pt x="907967" y="527624"/>
                  <a:pt x="908833" y="528523"/>
                </a:cubicBezTo>
                <a:cubicBezTo>
                  <a:pt x="911431" y="530322"/>
                  <a:pt x="914028" y="530322"/>
                  <a:pt x="915760" y="529423"/>
                </a:cubicBezTo>
                <a:cubicBezTo>
                  <a:pt x="918358" y="527624"/>
                  <a:pt x="918358" y="524925"/>
                  <a:pt x="920090" y="522226"/>
                </a:cubicBezTo>
                <a:cubicBezTo>
                  <a:pt x="920090" y="522226"/>
                  <a:pt x="920090" y="522226"/>
                  <a:pt x="929615" y="526724"/>
                </a:cubicBezTo>
                <a:cubicBezTo>
                  <a:pt x="929615" y="526724"/>
                  <a:pt x="929615" y="526724"/>
                  <a:pt x="937408" y="526724"/>
                </a:cubicBezTo>
                <a:cubicBezTo>
                  <a:pt x="935676" y="532121"/>
                  <a:pt x="931347" y="536619"/>
                  <a:pt x="926151" y="538418"/>
                </a:cubicBezTo>
                <a:cubicBezTo>
                  <a:pt x="914028" y="541117"/>
                  <a:pt x="902772" y="534820"/>
                  <a:pt x="890649" y="538418"/>
                </a:cubicBezTo>
                <a:cubicBezTo>
                  <a:pt x="889783" y="537519"/>
                  <a:pt x="890649" y="534820"/>
                  <a:pt x="890649" y="533021"/>
                </a:cubicBezTo>
                <a:cubicBezTo>
                  <a:pt x="893247" y="527624"/>
                  <a:pt x="900174" y="527624"/>
                  <a:pt x="899308" y="521327"/>
                </a:cubicBezTo>
                <a:cubicBezTo>
                  <a:pt x="899308" y="517728"/>
                  <a:pt x="902772" y="515929"/>
                  <a:pt x="905369" y="514130"/>
                </a:cubicBezTo>
                <a:close/>
                <a:moveTo>
                  <a:pt x="67691" y="514130"/>
                </a:moveTo>
                <a:cubicBezTo>
                  <a:pt x="72127" y="514130"/>
                  <a:pt x="71240" y="519625"/>
                  <a:pt x="74788" y="521457"/>
                </a:cubicBezTo>
                <a:cubicBezTo>
                  <a:pt x="78337" y="524205"/>
                  <a:pt x="81885" y="526036"/>
                  <a:pt x="86321" y="528784"/>
                </a:cubicBezTo>
                <a:cubicBezTo>
                  <a:pt x="88095" y="537027"/>
                  <a:pt x="81885" y="543438"/>
                  <a:pt x="78337" y="549849"/>
                </a:cubicBezTo>
                <a:cubicBezTo>
                  <a:pt x="78337" y="549849"/>
                  <a:pt x="78337" y="549849"/>
                  <a:pt x="76562" y="559008"/>
                </a:cubicBezTo>
                <a:cubicBezTo>
                  <a:pt x="73901" y="561755"/>
                  <a:pt x="71240" y="557176"/>
                  <a:pt x="68578" y="557176"/>
                </a:cubicBezTo>
                <a:cubicBezTo>
                  <a:pt x="62369" y="552596"/>
                  <a:pt x="65030" y="543438"/>
                  <a:pt x="58820" y="539774"/>
                </a:cubicBezTo>
                <a:cubicBezTo>
                  <a:pt x="58820" y="536111"/>
                  <a:pt x="57933" y="533363"/>
                  <a:pt x="58820" y="529700"/>
                </a:cubicBezTo>
                <a:cubicBezTo>
                  <a:pt x="61481" y="527868"/>
                  <a:pt x="65030" y="524205"/>
                  <a:pt x="67691" y="526952"/>
                </a:cubicBezTo>
                <a:cubicBezTo>
                  <a:pt x="71240" y="529700"/>
                  <a:pt x="69465" y="534279"/>
                  <a:pt x="69465" y="537943"/>
                </a:cubicBezTo>
                <a:cubicBezTo>
                  <a:pt x="71240" y="537943"/>
                  <a:pt x="73014" y="535195"/>
                  <a:pt x="73901" y="533363"/>
                </a:cubicBezTo>
                <a:cubicBezTo>
                  <a:pt x="74788" y="527868"/>
                  <a:pt x="73014" y="523289"/>
                  <a:pt x="67691" y="521457"/>
                </a:cubicBezTo>
                <a:cubicBezTo>
                  <a:pt x="66804" y="521457"/>
                  <a:pt x="65917" y="519625"/>
                  <a:pt x="65917" y="518709"/>
                </a:cubicBezTo>
                <a:cubicBezTo>
                  <a:pt x="65917" y="516878"/>
                  <a:pt x="66804" y="515046"/>
                  <a:pt x="67691" y="514130"/>
                </a:cubicBezTo>
                <a:close/>
                <a:moveTo>
                  <a:pt x="64968" y="503017"/>
                </a:moveTo>
                <a:cubicBezTo>
                  <a:pt x="65870" y="514884"/>
                  <a:pt x="59556" y="524924"/>
                  <a:pt x="49634" y="530401"/>
                </a:cubicBezTo>
                <a:cubicBezTo>
                  <a:pt x="43321" y="532227"/>
                  <a:pt x="37007" y="535878"/>
                  <a:pt x="30693" y="539529"/>
                </a:cubicBezTo>
                <a:cubicBezTo>
                  <a:pt x="27085" y="538616"/>
                  <a:pt x="27987" y="534965"/>
                  <a:pt x="26183" y="532227"/>
                </a:cubicBezTo>
                <a:cubicBezTo>
                  <a:pt x="27085" y="526750"/>
                  <a:pt x="30693" y="522186"/>
                  <a:pt x="29791" y="516709"/>
                </a:cubicBezTo>
                <a:cubicBezTo>
                  <a:pt x="28889" y="513058"/>
                  <a:pt x="33399" y="511232"/>
                  <a:pt x="35203" y="508494"/>
                </a:cubicBezTo>
                <a:cubicBezTo>
                  <a:pt x="37007" y="506668"/>
                  <a:pt x="40615" y="505756"/>
                  <a:pt x="43321" y="506668"/>
                </a:cubicBezTo>
                <a:cubicBezTo>
                  <a:pt x="46026" y="508494"/>
                  <a:pt x="48732" y="511232"/>
                  <a:pt x="49634" y="513971"/>
                </a:cubicBezTo>
                <a:cubicBezTo>
                  <a:pt x="49634" y="516709"/>
                  <a:pt x="49634" y="519448"/>
                  <a:pt x="46928" y="520360"/>
                </a:cubicBezTo>
                <a:cubicBezTo>
                  <a:pt x="45124" y="520360"/>
                  <a:pt x="44222" y="520360"/>
                  <a:pt x="42419" y="519448"/>
                </a:cubicBezTo>
                <a:cubicBezTo>
                  <a:pt x="41517" y="517622"/>
                  <a:pt x="42419" y="515796"/>
                  <a:pt x="40615" y="514884"/>
                </a:cubicBezTo>
                <a:cubicBezTo>
                  <a:pt x="38811" y="514884"/>
                  <a:pt x="38811" y="516709"/>
                  <a:pt x="38811" y="518535"/>
                </a:cubicBezTo>
                <a:cubicBezTo>
                  <a:pt x="38811" y="520360"/>
                  <a:pt x="40615" y="522186"/>
                  <a:pt x="43321" y="523099"/>
                </a:cubicBezTo>
                <a:cubicBezTo>
                  <a:pt x="46928" y="524924"/>
                  <a:pt x="49634" y="521273"/>
                  <a:pt x="52340" y="519448"/>
                </a:cubicBezTo>
                <a:cubicBezTo>
                  <a:pt x="55046" y="515796"/>
                  <a:pt x="50536" y="509407"/>
                  <a:pt x="56850" y="508494"/>
                </a:cubicBezTo>
                <a:cubicBezTo>
                  <a:pt x="60458" y="507581"/>
                  <a:pt x="61360" y="503930"/>
                  <a:pt x="64968" y="503017"/>
                </a:cubicBezTo>
                <a:close/>
                <a:moveTo>
                  <a:pt x="107592" y="500194"/>
                </a:moveTo>
                <a:cubicBezTo>
                  <a:pt x="110589" y="501056"/>
                  <a:pt x="113253" y="502995"/>
                  <a:pt x="114141" y="506011"/>
                </a:cubicBezTo>
                <a:cubicBezTo>
                  <a:pt x="114141" y="512905"/>
                  <a:pt x="123020" y="513767"/>
                  <a:pt x="123020" y="520661"/>
                </a:cubicBezTo>
                <a:cubicBezTo>
                  <a:pt x="122132" y="523246"/>
                  <a:pt x="122132" y="526694"/>
                  <a:pt x="120356" y="528417"/>
                </a:cubicBezTo>
                <a:cubicBezTo>
                  <a:pt x="117692" y="528417"/>
                  <a:pt x="115917" y="526694"/>
                  <a:pt x="114141" y="525832"/>
                </a:cubicBezTo>
                <a:cubicBezTo>
                  <a:pt x="114141" y="525832"/>
                  <a:pt x="114141" y="525832"/>
                  <a:pt x="88391" y="524108"/>
                </a:cubicBezTo>
                <a:cubicBezTo>
                  <a:pt x="80400" y="521523"/>
                  <a:pt x="73297" y="517214"/>
                  <a:pt x="70633" y="509458"/>
                </a:cubicBezTo>
                <a:cubicBezTo>
                  <a:pt x="70633" y="509458"/>
                  <a:pt x="70633" y="509458"/>
                  <a:pt x="70633" y="508596"/>
                </a:cubicBezTo>
                <a:cubicBezTo>
                  <a:pt x="77736" y="511182"/>
                  <a:pt x="84840" y="509458"/>
                  <a:pt x="90167" y="506011"/>
                </a:cubicBezTo>
                <a:cubicBezTo>
                  <a:pt x="91055" y="509458"/>
                  <a:pt x="92831" y="513767"/>
                  <a:pt x="97270" y="514629"/>
                </a:cubicBezTo>
                <a:cubicBezTo>
                  <a:pt x="100822" y="515491"/>
                  <a:pt x="102598" y="513767"/>
                  <a:pt x="105262" y="512043"/>
                </a:cubicBezTo>
                <a:cubicBezTo>
                  <a:pt x="106150" y="511182"/>
                  <a:pt x="105262" y="508596"/>
                  <a:pt x="105262" y="507735"/>
                </a:cubicBezTo>
                <a:cubicBezTo>
                  <a:pt x="105262" y="507735"/>
                  <a:pt x="105262" y="507735"/>
                  <a:pt x="103486" y="506873"/>
                </a:cubicBezTo>
                <a:cubicBezTo>
                  <a:pt x="101710" y="507735"/>
                  <a:pt x="102598" y="509458"/>
                  <a:pt x="100822" y="510320"/>
                </a:cubicBezTo>
                <a:cubicBezTo>
                  <a:pt x="98158" y="511182"/>
                  <a:pt x="94607" y="510320"/>
                  <a:pt x="94607" y="506873"/>
                </a:cubicBezTo>
                <a:cubicBezTo>
                  <a:pt x="94607" y="504288"/>
                  <a:pt x="96382" y="501702"/>
                  <a:pt x="99046" y="500840"/>
                </a:cubicBezTo>
                <a:cubicBezTo>
                  <a:pt x="101266" y="499548"/>
                  <a:pt x="104596" y="499332"/>
                  <a:pt x="107592" y="500194"/>
                </a:cubicBezTo>
                <a:close/>
                <a:moveTo>
                  <a:pt x="893663" y="499843"/>
                </a:moveTo>
                <a:cubicBezTo>
                  <a:pt x="898073" y="501638"/>
                  <a:pt x="896309" y="507021"/>
                  <a:pt x="900719" y="508816"/>
                </a:cubicBezTo>
                <a:cubicBezTo>
                  <a:pt x="902483" y="512405"/>
                  <a:pt x="897191" y="512405"/>
                  <a:pt x="896309" y="515994"/>
                </a:cubicBezTo>
                <a:cubicBezTo>
                  <a:pt x="895427" y="517788"/>
                  <a:pt x="896309" y="519583"/>
                  <a:pt x="894545" y="520480"/>
                </a:cubicBezTo>
                <a:cubicBezTo>
                  <a:pt x="890136" y="518686"/>
                  <a:pt x="888372" y="513302"/>
                  <a:pt x="886608" y="508816"/>
                </a:cubicBezTo>
                <a:cubicBezTo>
                  <a:pt x="888372" y="506124"/>
                  <a:pt x="890136" y="502535"/>
                  <a:pt x="893663" y="499843"/>
                </a:cubicBezTo>
                <a:close/>
                <a:moveTo>
                  <a:pt x="962201" y="499155"/>
                </a:moveTo>
                <a:cubicBezTo>
                  <a:pt x="967524" y="502753"/>
                  <a:pt x="971960" y="506351"/>
                  <a:pt x="975508" y="511749"/>
                </a:cubicBezTo>
                <a:cubicBezTo>
                  <a:pt x="975508" y="511749"/>
                  <a:pt x="975508" y="511749"/>
                  <a:pt x="974621" y="514447"/>
                </a:cubicBezTo>
                <a:cubicBezTo>
                  <a:pt x="970185" y="519845"/>
                  <a:pt x="963976" y="524343"/>
                  <a:pt x="956879" y="525242"/>
                </a:cubicBezTo>
                <a:cubicBezTo>
                  <a:pt x="952443" y="525242"/>
                  <a:pt x="948895" y="524343"/>
                  <a:pt x="945346" y="521644"/>
                </a:cubicBezTo>
                <a:cubicBezTo>
                  <a:pt x="945346" y="521644"/>
                  <a:pt x="945346" y="521644"/>
                  <a:pt x="945346" y="518046"/>
                </a:cubicBezTo>
                <a:cubicBezTo>
                  <a:pt x="948895" y="518046"/>
                  <a:pt x="951556" y="520744"/>
                  <a:pt x="955104" y="519845"/>
                </a:cubicBezTo>
                <a:cubicBezTo>
                  <a:pt x="956879" y="518046"/>
                  <a:pt x="959540" y="516246"/>
                  <a:pt x="959540" y="512648"/>
                </a:cubicBezTo>
                <a:cubicBezTo>
                  <a:pt x="959540" y="511749"/>
                  <a:pt x="959540" y="511749"/>
                  <a:pt x="958653" y="510849"/>
                </a:cubicBezTo>
                <a:cubicBezTo>
                  <a:pt x="956879" y="512648"/>
                  <a:pt x="955104" y="517146"/>
                  <a:pt x="951556" y="515347"/>
                </a:cubicBezTo>
                <a:cubicBezTo>
                  <a:pt x="948895" y="513548"/>
                  <a:pt x="946233" y="510849"/>
                  <a:pt x="947120" y="507251"/>
                </a:cubicBezTo>
                <a:cubicBezTo>
                  <a:pt x="946233" y="503653"/>
                  <a:pt x="948895" y="500954"/>
                  <a:pt x="950669" y="500054"/>
                </a:cubicBezTo>
                <a:cubicBezTo>
                  <a:pt x="954217" y="498255"/>
                  <a:pt x="958653" y="498255"/>
                  <a:pt x="962201" y="499155"/>
                </a:cubicBezTo>
                <a:close/>
                <a:moveTo>
                  <a:pt x="932790" y="498255"/>
                </a:moveTo>
                <a:cubicBezTo>
                  <a:pt x="936446" y="498255"/>
                  <a:pt x="939188" y="499996"/>
                  <a:pt x="941930" y="501737"/>
                </a:cubicBezTo>
                <a:cubicBezTo>
                  <a:pt x="941930" y="501737"/>
                  <a:pt x="941930" y="501737"/>
                  <a:pt x="941930" y="502608"/>
                </a:cubicBezTo>
                <a:cubicBezTo>
                  <a:pt x="938274" y="501737"/>
                  <a:pt x="933704" y="502608"/>
                  <a:pt x="930048" y="505220"/>
                </a:cubicBezTo>
                <a:cubicBezTo>
                  <a:pt x="928220" y="506961"/>
                  <a:pt x="927306" y="509572"/>
                  <a:pt x="929134" y="512184"/>
                </a:cubicBezTo>
                <a:cubicBezTo>
                  <a:pt x="929134" y="514796"/>
                  <a:pt x="930962" y="515666"/>
                  <a:pt x="933704" y="516537"/>
                </a:cubicBezTo>
                <a:cubicBezTo>
                  <a:pt x="934618" y="517407"/>
                  <a:pt x="935532" y="516537"/>
                  <a:pt x="935532" y="515666"/>
                </a:cubicBezTo>
                <a:cubicBezTo>
                  <a:pt x="934618" y="513054"/>
                  <a:pt x="930048" y="511313"/>
                  <a:pt x="932790" y="508702"/>
                </a:cubicBezTo>
                <a:cubicBezTo>
                  <a:pt x="934618" y="506961"/>
                  <a:pt x="937360" y="505220"/>
                  <a:pt x="939188" y="506961"/>
                </a:cubicBezTo>
                <a:cubicBezTo>
                  <a:pt x="942844" y="508702"/>
                  <a:pt x="943758" y="513054"/>
                  <a:pt x="943758" y="515666"/>
                </a:cubicBezTo>
                <a:cubicBezTo>
                  <a:pt x="941930" y="518278"/>
                  <a:pt x="941016" y="520889"/>
                  <a:pt x="938274" y="521760"/>
                </a:cubicBezTo>
                <a:cubicBezTo>
                  <a:pt x="928220" y="525242"/>
                  <a:pt x="920908" y="517407"/>
                  <a:pt x="913596" y="511313"/>
                </a:cubicBezTo>
                <a:cubicBezTo>
                  <a:pt x="913596" y="511313"/>
                  <a:pt x="913596" y="511313"/>
                  <a:pt x="914510" y="508702"/>
                </a:cubicBezTo>
                <a:cubicBezTo>
                  <a:pt x="919080" y="504349"/>
                  <a:pt x="925478" y="499126"/>
                  <a:pt x="932790" y="498255"/>
                </a:cubicBezTo>
                <a:close/>
                <a:moveTo>
                  <a:pt x="115744" y="483269"/>
                </a:moveTo>
                <a:cubicBezTo>
                  <a:pt x="122227" y="482380"/>
                  <a:pt x="124079" y="488603"/>
                  <a:pt x="127783" y="492159"/>
                </a:cubicBezTo>
                <a:cubicBezTo>
                  <a:pt x="124079" y="496604"/>
                  <a:pt x="123153" y="501938"/>
                  <a:pt x="119449" y="504605"/>
                </a:cubicBezTo>
                <a:cubicBezTo>
                  <a:pt x="116670" y="500160"/>
                  <a:pt x="112040" y="495715"/>
                  <a:pt x="106484" y="494826"/>
                </a:cubicBezTo>
                <a:cubicBezTo>
                  <a:pt x="106484" y="494826"/>
                  <a:pt x="106484" y="494826"/>
                  <a:pt x="105558" y="493937"/>
                </a:cubicBezTo>
                <a:cubicBezTo>
                  <a:pt x="110188" y="491270"/>
                  <a:pt x="112966" y="486825"/>
                  <a:pt x="115744" y="483269"/>
                </a:cubicBezTo>
                <a:close/>
                <a:moveTo>
                  <a:pt x="73856" y="481201"/>
                </a:moveTo>
                <a:cubicBezTo>
                  <a:pt x="83910" y="476030"/>
                  <a:pt x="91222" y="484648"/>
                  <a:pt x="97620" y="492404"/>
                </a:cubicBezTo>
                <a:cubicBezTo>
                  <a:pt x="97620" y="492404"/>
                  <a:pt x="97620" y="492404"/>
                  <a:pt x="97620" y="494989"/>
                </a:cubicBezTo>
                <a:cubicBezTo>
                  <a:pt x="91222" y="500160"/>
                  <a:pt x="84824" y="506192"/>
                  <a:pt x="74770" y="505330"/>
                </a:cubicBezTo>
                <a:cubicBezTo>
                  <a:pt x="71114" y="504469"/>
                  <a:pt x="69286" y="501883"/>
                  <a:pt x="68372" y="499298"/>
                </a:cubicBezTo>
                <a:cubicBezTo>
                  <a:pt x="71114" y="498436"/>
                  <a:pt x="72942" y="501021"/>
                  <a:pt x="75684" y="500160"/>
                </a:cubicBezTo>
                <a:cubicBezTo>
                  <a:pt x="79340" y="499298"/>
                  <a:pt x="82996" y="496713"/>
                  <a:pt x="83910" y="494127"/>
                </a:cubicBezTo>
                <a:cubicBezTo>
                  <a:pt x="83910" y="490680"/>
                  <a:pt x="82996" y="487233"/>
                  <a:pt x="79340" y="485510"/>
                </a:cubicBezTo>
                <a:cubicBezTo>
                  <a:pt x="79340" y="485510"/>
                  <a:pt x="78426" y="484648"/>
                  <a:pt x="77512" y="485510"/>
                </a:cubicBezTo>
                <a:cubicBezTo>
                  <a:pt x="76598" y="488095"/>
                  <a:pt x="80254" y="490680"/>
                  <a:pt x="79340" y="493266"/>
                </a:cubicBezTo>
                <a:cubicBezTo>
                  <a:pt x="77512" y="495851"/>
                  <a:pt x="73856" y="495851"/>
                  <a:pt x="71114" y="494989"/>
                </a:cubicBezTo>
                <a:cubicBezTo>
                  <a:pt x="68372" y="494127"/>
                  <a:pt x="67458" y="491542"/>
                  <a:pt x="67458" y="488957"/>
                </a:cubicBezTo>
                <a:cubicBezTo>
                  <a:pt x="67458" y="485510"/>
                  <a:pt x="70200" y="482924"/>
                  <a:pt x="73856" y="481201"/>
                </a:cubicBezTo>
                <a:close/>
                <a:moveTo>
                  <a:pt x="911679" y="479999"/>
                </a:moveTo>
                <a:cubicBezTo>
                  <a:pt x="916716" y="478978"/>
                  <a:pt x="921752" y="478298"/>
                  <a:pt x="927445" y="480566"/>
                </a:cubicBezTo>
                <a:cubicBezTo>
                  <a:pt x="932700" y="482380"/>
                  <a:pt x="937956" y="487823"/>
                  <a:pt x="940583" y="493266"/>
                </a:cubicBezTo>
                <a:cubicBezTo>
                  <a:pt x="940583" y="494173"/>
                  <a:pt x="940583" y="495987"/>
                  <a:pt x="939707" y="495987"/>
                </a:cubicBezTo>
                <a:cubicBezTo>
                  <a:pt x="933576" y="492359"/>
                  <a:pt x="926569" y="494173"/>
                  <a:pt x="921314" y="497802"/>
                </a:cubicBezTo>
                <a:cubicBezTo>
                  <a:pt x="918686" y="497802"/>
                  <a:pt x="919562" y="495080"/>
                  <a:pt x="917810" y="493266"/>
                </a:cubicBezTo>
                <a:cubicBezTo>
                  <a:pt x="915183" y="492359"/>
                  <a:pt x="912555" y="490544"/>
                  <a:pt x="909928" y="491452"/>
                </a:cubicBezTo>
                <a:cubicBezTo>
                  <a:pt x="908176" y="492359"/>
                  <a:pt x="905548" y="495080"/>
                  <a:pt x="906424" y="496894"/>
                </a:cubicBezTo>
                <a:cubicBezTo>
                  <a:pt x="909052" y="499616"/>
                  <a:pt x="909928" y="493266"/>
                  <a:pt x="914307" y="495080"/>
                </a:cubicBezTo>
                <a:cubicBezTo>
                  <a:pt x="916059" y="496894"/>
                  <a:pt x="916935" y="500523"/>
                  <a:pt x="915183" y="503244"/>
                </a:cubicBezTo>
                <a:cubicBezTo>
                  <a:pt x="913431" y="505966"/>
                  <a:pt x="911679" y="506873"/>
                  <a:pt x="908176" y="507780"/>
                </a:cubicBezTo>
                <a:cubicBezTo>
                  <a:pt x="902045" y="506873"/>
                  <a:pt x="898541" y="499616"/>
                  <a:pt x="896790" y="494173"/>
                </a:cubicBezTo>
                <a:cubicBezTo>
                  <a:pt x="893286" y="490544"/>
                  <a:pt x="889783" y="486009"/>
                  <a:pt x="889783" y="480566"/>
                </a:cubicBezTo>
                <a:cubicBezTo>
                  <a:pt x="892410" y="479659"/>
                  <a:pt x="894162" y="481473"/>
                  <a:pt x="895914" y="481473"/>
                </a:cubicBezTo>
                <a:cubicBezTo>
                  <a:pt x="901607" y="482380"/>
                  <a:pt x="906643" y="481019"/>
                  <a:pt x="911679" y="479999"/>
                </a:cubicBezTo>
                <a:close/>
                <a:moveTo>
                  <a:pt x="50660" y="476909"/>
                </a:moveTo>
                <a:cubicBezTo>
                  <a:pt x="53986" y="476373"/>
                  <a:pt x="57418" y="477017"/>
                  <a:pt x="59992" y="479591"/>
                </a:cubicBezTo>
                <a:cubicBezTo>
                  <a:pt x="60851" y="481307"/>
                  <a:pt x="64283" y="483023"/>
                  <a:pt x="63425" y="486456"/>
                </a:cubicBezTo>
                <a:cubicBezTo>
                  <a:pt x="59992" y="484739"/>
                  <a:pt x="55702" y="483881"/>
                  <a:pt x="53128" y="486456"/>
                </a:cubicBezTo>
                <a:cubicBezTo>
                  <a:pt x="51411" y="488172"/>
                  <a:pt x="47979" y="490746"/>
                  <a:pt x="49695" y="494179"/>
                </a:cubicBezTo>
                <a:cubicBezTo>
                  <a:pt x="53128" y="495037"/>
                  <a:pt x="53128" y="486456"/>
                  <a:pt x="58276" y="489030"/>
                </a:cubicBezTo>
                <a:cubicBezTo>
                  <a:pt x="60851" y="492462"/>
                  <a:pt x="62567" y="495037"/>
                  <a:pt x="60851" y="498469"/>
                </a:cubicBezTo>
                <a:cubicBezTo>
                  <a:pt x="60851" y="501902"/>
                  <a:pt x="56560" y="502760"/>
                  <a:pt x="53986" y="504476"/>
                </a:cubicBezTo>
                <a:cubicBezTo>
                  <a:pt x="47121" y="506192"/>
                  <a:pt x="41114" y="501043"/>
                  <a:pt x="37682" y="495895"/>
                </a:cubicBezTo>
                <a:cubicBezTo>
                  <a:pt x="35965" y="494179"/>
                  <a:pt x="33391" y="493321"/>
                  <a:pt x="32533" y="490746"/>
                </a:cubicBezTo>
                <a:cubicBezTo>
                  <a:pt x="35965" y="488172"/>
                  <a:pt x="40256" y="485598"/>
                  <a:pt x="41972" y="481307"/>
                </a:cubicBezTo>
                <a:cubicBezTo>
                  <a:pt x="44117" y="479162"/>
                  <a:pt x="47335" y="477445"/>
                  <a:pt x="50660" y="476909"/>
                </a:cubicBezTo>
                <a:close/>
                <a:moveTo>
                  <a:pt x="981352" y="464917"/>
                </a:moveTo>
                <a:cubicBezTo>
                  <a:pt x="983987" y="465813"/>
                  <a:pt x="983987" y="469395"/>
                  <a:pt x="983987" y="472081"/>
                </a:cubicBezTo>
                <a:cubicBezTo>
                  <a:pt x="986621" y="478350"/>
                  <a:pt x="977839" y="480141"/>
                  <a:pt x="980474" y="486409"/>
                </a:cubicBezTo>
                <a:cubicBezTo>
                  <a:pt x="981352" y="489096"/>
                  <a:pt x="980474" y="492678"/>
                  <a:pt x="979596" y="495365"/>
                </a:cubicBezTo>
                <a:cubicBezTo>
                  <a:pt x="978717" y="497156"/>
                  <a:pt x="976083" y="498947"/>
                  <a:pt x="972570" y="498947"/>
                </a:cubicBezTo>
                <a:cubicBezTo>
                  <a:pt x="969935" y="499842"/>
                  <a:pt x="968179" y="497156"/>
                  <a:pt x="966423" y="496260"/>
                </a:cubicBezTo>
                <a:cubicBezTo>
                  <a:pt x="964666" y="493574"/>
                  <a:pt x="963788" y="490887"/>
                  <a:pt x="964666" y="488200"/>
                </a:cubicBezTo>
                <a:cubicBezTo>
                  <a:pt x="965545" y="486409"/>
                  <a:pt x="967301" y="485514"/>
                  <a:pt x="969057" y="484618"/>
                </a:cubicBezTo>
                <a:cubicBezTo>
                  <a:pt x="971692" y="483723"/>
                  <a:pt x="973448" y="489991"/>
                  <a:pt x="975205" y="486409"/>
                </a:cubicBezTo>
                <a:cubicBezTo>
                  <a:pt x="974326" y="483723"/>
                  <a:pt x="971692" y="482827"/>
                  <a:pt x="970814" y="481932"/>
                </a:cubicBezTo>
                <a:cubicBezTo>
                  <a:pt x="967301" y="481932"/>
                  <a:pt x="964666" y="482827"/>
                  <a:pt x="962032" y="484618"/>
                </a:cubicBezTo>
                <a:cubicBezTo>
                  <a:pt x="959397" y="487305"/>
                  <a:pt x="961154" y="491783"/>
                  <a:pt x="959397" y="494469"/>
                </a:cubicBezTo>
                <a:cubicBezTo>
                  <a:pt x="955006" y="495365"/>
                  <a:pt x="949737" y="495365"/>
                  <a:pt x="947103" y="498947"/>
                </a:cubicBezTo>
                <a:cubicBezTo>
                  <a:pt x="947103" y="498947"/>
                  <a:pt x="947103" y="498947"/>
                  <a:pt x="945346" y="497156"/>
                </a:cubicBezTo>
                <a:cubicBezTo>
                  <a:pt x="947981" y="488200"/>
                  <a:pt x="951493" y="476559"/>
                  <a:pt x="962032" y="473872"/>
                </a:cubicBezTo>
                <a:cubicBezTo>
                  <a:pt x="969057" y="472081"/>
                  <a:pt x="976083" y="470290"/>
                  <a:pt x="981352" y="464917"/>
                </a:cubicBezTo>
                <a:close/>
                <a:moveTo>
                  <a:pt x="915778" y="460155"/>
                </a:moveTo>
                <a:cubicBezTo>
                  <a:pt x="918457" y="462801"/>
                  <a:pt x="924708" y="462801"/>
                  <a:pt x="924708" y="467211"/>
                </a:cubicBezTo>
                <a:cubicBezTo>
                  <a:pt x="924708" y="467211"/>
                  <a:pt x="924708" y="467211"/>
                  <a:pt x="922922" y="474266"/>
                </a:cubicBezTo>
                <a:cubicBezTo>
                  <a:pt x="920243" y="475148"/>
                  <a:pt x="916671" y="476030"/>
                  <a:pt x="913993" y="475148"/>
                </a:cubicBezTo>
                <a:cubicBezTo>
                  <a:pt x="910421" y="470738"/>
                  <a:pt x="913993" y="465447"/>
                  <a:pt x="914886" y="461037"/>
                </a:cubicBezTo>
                <a:cubicBezTo>
                  <a:pt x="914886" y="461037"/>
                  <a:pt x="914886" y="461037"/>
                  <a:pt x="915778" y="460155"/>
                </a:cubicBezTo>
                <a:close/>
                <a:moveTo>
                  <a:pt x="94177" y="460155"/>
                </a:moveTo>
                <a:cubicBezTo>
                  <a:pt x="102410" y="461069"/>
                  <a:pt x="112473" y="464725"/>
                  <a:pt x="121622" y="461069"/>
                </a:cubicBezTo>
                <a:cubicBezTo>
                  <a:pt x="126196" y="462897"/>
                  <a:pt x="121622" y="468381"/>
                  <a:pt x="120707" y="472037"/>
                </a:cubicBezTo>
                <a:cubicBezTo>
                  <a:pt x="117962" y="474779"/>
                  <a:pt x="117048" y="478435"/>
                  <a:pt x="112473" y="478435"/>
                </a:cubicBezTo>
                <a:cubicBezTo>
                  <a:pt x="110644" y="483005"/>
                  <a:pt x="110644" y="488489"/>
                  <a:pt x="105155" y="490317"/>
                </a:cubicBezTo>
                <a:cubicBezTo>
                  <a:pt x="102410" y="490317"/>
                  <a:pt x="99666" y="488489"/>
                  <a:pt x="97836" y="487575"/>
                </a:cubicBezTo>
                <a:cubicBezTo>
                  <a:pt x="95092" y="485747"/>
                  <a:pt x="94177" y="482091"/>
                  <a:pt x="95092" y="478435"/>
                </a:cubicBezTo>
                <a:cubicBezTo>
                  <a:pt x="96007" y="473865"/>
                  <a:pt x="107899" y="479349"/>
                  <a:pt x="101496" y="472037"/>
                </a:cubicBezTo>
                <a:cubicBezTo>
                  <a:pt x="96921" y="471123"/>
                  <a:pt x="93262" y="473865"/>
                  <a:pt x="90518" y="477521"/>
                </a:cubicBezTo>
                <a:cubicBezTo>
                  <a:pt x="85943" y="476607"/>
                  <a:pt x="79540" y="473865"/>
                  <a:pt x="74051" y="474779"/>
                </a:cubicBezTo>
                <a:cubicBezTo>
                  <a:pt x="73136" y="474779"/>
                  <a:pt x="72221" y="472951"/>
                  <a:pt x="73136" y="472037"/>
                </a:cubicBezTo>
                <a:cubicBezTo>
                  <a:pt x="79540" y="465639"/>
                  <a:pt x="85943" y="461069"/>
                  <a:pt x="94177" y="460155"/>
                </a:cubicBezTo>
                <a:close/>
                <a:moveTo>
                  <a:pt x="964792" y="458567"/>
                </a:moveTo>
                <a:cubicBezTo>
                  <a:pt x="966644" y="460155"/>
                  <a:pt x="965718" y="463329"/>
                  <a:pt x="966644" y="465711"/>
                </a:cubicBezTo>
                <a:cubicBezTo>
                  <a:pt x="967570" y="469679"/>
                  <a:pt x="961088" y="468092"/>
                  <a:pt x="959236" y="469679"/>
                </a:cubicBezTo>
                <a:cubicBezTo>
                  <a:pt x="956458" y="467298"/>
                  <a:pt x="956458" y="463329"/>
                  <a:pt x="957384" y="460948"/>
                </a:cubicBezTo>
                <a:cubicBezTo>
                  <a:pt x="959236" y="459361"/>
                  <a:pt x="962014" y="458567"/>
                  <a:pt x="964792" y="458567"/>
                </a:cubicBezTo>
                <a:close/>
                <a:moveTo>
                  <a:pt x="30477" y="447455"/>
                </a:moveTo>
                <a:cubicBezTo>
                  <a:pt x="30477" y="447455"/>
                  <a:pt x="30477" y="447455"/>
                  <a:pt x="36791" y="452898"/>
                </a:cubicBezTo>
                <a:cubicBezTo>
                  <a:pt x="44007" y="457434"/>
                  <a:pt x="53026" y="453805"/>
                  <a:pt x="59340" y="461062"/>
                </a:cubicBezTo>
                <a:cubicBezTo>
                  <a:pt x="64752" y="463784"/>
                  <a:pt x="67458" y="470134"/>
                  <a:pt x="66556" y="476484"/>
                </a:cubicBezTo>
                <a:cubicBezTo>
                  <a:pt x="63850" y="474669"/>
                  <a:pt x="60242" y="472855"/>
                  <a:pt x="56634" y="471948"/>
                </a:cubicBezTo>
                <a:cubicBezTo>
                  <a:pt x="52124" y="470134"/>
                  <a:pt x="50320" y="460155"/>
                  <a:pt x="44007" y="462877"/>
                </a:cubicBezTo>
                <a:cubicBezTo>
                  <a:pt x="44007" y="463784"/>
                  <a:pt x="42203" y="465598"/>
                  <a:pt x="43105" y="466505"/>
                </a:cubicBezTo>
                <a:cubicBezTo>
                  <a:pt x="45810" y="467412"/>
                  <a:pt x="50320" y="467412"/>
                  <a:pt x="49418" y="471041"/>
                </a:cubicBezTo>
                <a:cubicBezTo>
                  <a:pt x="49418" y="471041"/>
                  <a:pt x="49418" y="471041"/>
                  <a:pt x="37693" y="478298"/>
                </a:cubicBezTo>
                <a:cubicBezTo>
                  <a:pt x="34987" y="479205"/>
                  <a:pt x="34987" y="475577"/>
                  <a:pt x="33183" y="473762"/>
                </a:cubicBezTo>
                <a:cubicBezTo>
                  <a:pt x="33183" y="473762"/>
                  <a:pt x="33183" y="473762"/>
                  <a:pt x="33183" y="466505"/>
                </a:cubicBezTo>
                <a:cubicBezTo>
                  <a:pt x="28673" y="462877"/>
                  <a:pt x="27771" y="458341"/>
                  <a:pt x="27771" y="453805"/>
                </a:cubicBezTo>
                <a:cubicBezTo>
                  <a:pt x="27771" y="451084"/>
                  <a:pt x="28673" y="448362"/>
                  <a:pt x="30477" y="447455"/>
                </a:cubicBezTo>
                <a:close/>
                <a:moveTo>
                  <a:pt x="936501" y="445867"/>
                </a:moveTo>
                <a:cubicBezTo>
                  <a:pt x="936501" y="445867"/>
                  <a:pt x="936501" y="445867"/>
                  <a:pt x="946842" y="452090"/>
                </a:cubicBezTo>
                <a:cubicBezTo>
                  <a:pt x="948566" y="459202"/>
                  <a:pt x="958045" y="465425"/>
                  <a:pt x="952874" y="472537"/>
                </a:cubicBezTo>
                <a:cubicBezTo>
                  <a:pt x="950289" y="475204"/>
                  <a:pt x="948566" y="479649"/>
                  <a:pt x="945119" y="476982"/>
                </a:cubicBezTo>
                <a:cubicBezTo>
                  <a:pt x="943395" y="476093"/>
                  <a:pt x="941671" y="473426"/>
                  <a:pt x="941671" y="470759"/>
                </a:cubicBezTo>
                <a:cubicBezTo>
                  <a:pt x="941671" y="468981"/>
                  <a:pt x="945980" y="466314"/>
                  <a:pt x="943395" y="465425"/>
                </a:cubicBezTo>
                <a:cubicBezTo>
                  <a:pt x="940810" y="466314"/>
                  <a:pt x="939086" y="468092"/>
                  <a:pt x="938224" y="470759"/>
                </a:cubicBezTo>
                <a:cubicBezTo>
                  <a:pt x="938224" y="476093"/>
                  <a:pt x="941671" y="479649"/>
                  <a:pt x="945980" y="482316"/>
                </a:cubicBezTo>
                <a:cubicBezTo>
                  <a:pt x="945980" y="484983"/>
                  <a:pt x="944257" y="487650"/>
                  <a:pt x="943395" y="490317"/>
                </a:cubicBezTo>
                <a:cubicBezTo>
                  <a:pt x="940810" y="490317"/>
                  <a:pt x="940810" y="485872"/>
                  <a:pt x="939086" y="484094"/>
                </a:cubicBezTo>
                <a:cubicBezTo>
                  <a:pt x="935639" y="481427"/>
                  <a:pt x="931330" y="479649"/>
                  <a:pt x="927883" y="476982"/>
                </a:cubicBezTo>
                <a:cubicBezTo>
                  <a:pt x="927883" y="465425"/>
                  <a:pt x="934777" y="456535"/>
                  <a:pt x="936501" y="445867"/>
                </a:cubicBezTo>
                <a:close/>
                <a:moveTo>
                  <a:pt x="98109" y="442240"/>
                </a:moveTo>
                <a:cubicBezTo>
                  <a:pt x="99819" y="445868"/>
                  <a:pt x="102383" y="450404"/>
                  <a:pt x="101528" y="454032"/>
                </a:cubicBezTo>
                <a:cubicBezTo>
                  <a:pt x="99819" y="458568"/>
                  <a:pt x="95545" y="454032"/>
                  <a:pt x="92980" y="454940"/>
                </a:cubicBezTo>
                <a:cubicBezTo>
                  <a:pt x="92980" y="454940"/>
                  <a:pt x="92980" y="454940"/>
                  <a:pt x="91271" y="445868"/>
                </a:cubicBezTo>
                <a:cubicBezTo>
                  <a:pt x="93835" y="444961"/>
                  <a:pt x="95545" y="439518"/>
                  <a:pt x="98109" y="442240"/>
                </a:cubicBezTo>
                <a:close/>
                <a:moveTo>
                  <a:pt x="47797" y="442039"/>
                </a:moveTo>
                <a:cubicBezTo>
                  <a:pt x="50362" y="439518"/>
                  <a:pt x="53781" y="441199"/>
                  <a:pt x="55490" y="443720"/>
                </a:cubicBezTo>
                <a:cubicBezTo>
                  <a:pt x="56345" y="446241"/>
                  <a:pt x="54635" y="449603"/>
                  <a:pt x="53781" y="452965"/>
                </a:cubicBezTo>
                <a:cubicBezTo>
                  <a:pt x="52071" y="453805"/>
                  <a:pt x="50362" y="452124"/>
                  <a:pt x="48652" y="451284"/>
                </a:cubicBezTo>
                <a:cubicBezTo>
                  <a:pt x="46942" y="448763"/>
                  <a:pt x="45233" y="444561"/>
                  <a:pt x="47797" y="442039"/>
                </a:cubicBezTo>
                <a:close/>
                <a:moveTo>
                  <a:pt x="973286" y="439517"/>
                </a:moveTo>
                <a:cubicBezTo>
                  <a:pt x="976143" y="440410"/>
                  <a:pt x="979001" y="443089"/>
                  <a:pt x="979953" y="445768"/>
                </a:cubicBezTo>
                <a:cubicBezTo>
                  <a:pt x="981858" y="451126"/>
                  <a:pt x="980906" y="456484"/>
                  <a:pt x="979001" y="461841"/>
                </a:cubicBezTo>
                <a:cubicBezTo>
                  <a:pt x="976143" y="465413"/>
                  <a:pt x="973286" y="468092"/>
                  <a:pt x="969476" y="466306"/>
                </a:cubicBezTo>
                <a:cubicBezTo>
                  <a:pt x="968524" y="463627"/>
                  <a:pt x="972333" y="461841"/>
                  <a:pt x="973286" y="458269"/>
                </a:cubicBezTo>
                <a:cubicBezTo>
                  <a:pt x="974238" y="455591"/>
                  <a:pt x="975191" y="452912"/>
                  <a:pt x="973286" y="449340"/>
                </a:cubicBezTo>
                <a:cubicBezTo>
                  <a:pt x="971381" y="448447"/>
                  <a:pt x="967571" y="448447"/>
                  <a:pt x="967571" y="444875"/>
                </a:cubicBezTo>
                <a:cubicBezTo>
                  <a:pt x="968524" y="443089"/>
                  <a:pt x="970429" y="440410"/>
                  <a:pt x="973286" y="439517"/>
                </a:cubicBezTo>
                <a:close/>
                <a:moveTo>
                  <a:pt x="79038" y="425230"/>
                </a:moveTo>
                <a:cubicBezTo>
                  <a:pt x="79925" y="427845"/>
                  <a:pt x="78150" y="432203"/>
                  <a:pt x="79925" y="434817"/>
                </a:cubicBezTo>
                <a:cubicBezTo>
                  <a:pt x="80812" y="442661"/>
                  <a:pt x="89683" y="447019"/>
                  <a:pt x="88796" y="455735"/>
                </a:cubicBezTo>
                <a:cubicBezTo>
                  <a:pt x="81699" y="458350"/>
                  <a:pt x="75489" y="463579"/>
                  <a:pt x="71053" y="469680"/>
                </a:cubicBezTo>
                <a:cubicBezTo>
                  <a:pt x="69279" y="468809"/>
                  <a:pt x="69279" y="466194"/>
                  <a:pt x="68392" y="465322"/>
                </a:cubicBezTo>
                <a:cubicBezTo>
                  <a:pt x="69279" y="462708"/>
                  <a:pt x="71941" y="463579"/>
                  <a:pt x="73715" y="461836"/>
                </a:cubicBezTo>
                <a:cubicBezTo>
                  <a:pt x="76376" y="458350"/>
                  <a:pt x="79038" y="453992"/>
                  <a:pt x="77263" y="449634"/>
                </a:cubicBezTo>
                <a:cubicBezTo>
                  <a:pt x="77263" y="448762"/>
                  <a:pt x="75489" y="447019"/>
                  <a:pt x="74602" y="446148"/>
                </a:cubicBezTo>
                <a:cubicBezTo>
                  <a:pt x="72828" y="446148"/>
                  <a:pt x="71941" y="446148"/>
                  <a:pt x="71053" y="447019"/>
                </a:cubicBezTo>
                <a:cubicBezTo>
                  <a:pt x="72828" y="449634"/>
                  <a:pt x="74602" y="453120"/>
                  <a:pt x="72828" y="456607"/>
                </a:cubicBezTo>
                <a:cubicBezTo>
                  <a:pt x="71053" y="460093"/>
                  <a:pt x="66618" y="459221"/>
                  <a:pt x="63957" y="458350"/>
                </a:cubicBezTo>
                <a:cubicBezTo>
                  <a:pt x="62182" y="456607"/>
                  <a:pt x="60408" y="453992"/>
                  <a:pt x="60408" y="451377"/>
                </a:cubicBezTo>
                <a:cubicBezTo>
                  <a:pt x="59521" y="447019"/>
                  <a:pt x="63957" y="444405"/>
                  <a:pt x="65731" y="440918"/>
                </a:cubicBezTo>
                <a:cubicBezTo>
                  <a:pt x="65731" y="436561"/>
                  <a:pt x="65731" y="433946"/>
                  <a:pt x="67505" y="431331"/>
                </a:cubicBezTo>
                <a:cubicBezTo>
                  <a:pt x="71053" y="428716"/>
                  <a:pt x="74602" y="426102"/>
                  <a:pt x="79038" y="425230"/>
                </a:cubicBezTo>
                <a:close/>
                <a:moveTo>
                  <a:pt x="40708" y="419781"/>
                </a:moveTo>
                <a:cubicBezTo>
                  <a:pt x="43328" y="418880"/>
                  <a:pt x="45074" y="420682"/>
                  <a:pt x="45947" y="422484"/>
                </a:cubicBezTo>
                <a:cubicBezTo>
                  <a:pt x="46820" y="425187"/>
                  <a:pt x="45074" y="426088"/>
                  <a:pt x="43328" y="426088"/>
                </a:cubicBezTo>
                <a:cubicBezTo>
                  <a:pt x="41581" y="426989"/>
                  <a:pt x="39835" y="428791"/>
                  <a:pt x="38089" y="430593"/>
                </a:cubicBezTo>
                <a:cubicBezTo>
                  <a:pt x="37216" y="435098"/>
                  <a:pt x="37216" y="439603"/>
                  <a:pt x="40708" y="443207"/>
                </a:cubicBezTo>
                <a:cubicBezTo>
                  <a:pt x="43328" y="444108"/>
                  <a:pt x="43328" y="447712"/>
                  <a:pt x="43328" y="450415"/>
                </a:cubicBezTo>
                <a:cubicBezTo>
                  <a:pt x="40708" y="452217"/>
                  <a:pt x="38962" y="449514"/>
                  <a:pt x="36343" y="448613"/>
                </a:cubicBezTo>
                <a:cubicBezTo>
                  <a:pt x="30231" y="443207"/>
                  <a:pt x="29358" y="434197"/>
                  <a:pt x="30231" y="426989"/>
                </a:cubicBezTo>
                <a:cubicBezTo>
                  <a:pt x="32850" y="422484"/>
                  <a:pt x="36343" y="421583"/>
                  <a:pt x="40708" y="419781"/>
                </a:cubicBezTo>
                <a:close/>
                <a:moveTo>
                  <a:pt x="938334" y="410942"/>
                </a:moveTo>
                <a:cubicBezTo>
                  <a:pt x="942038" y="413621"/>
                  <a:pt x="942038" y="419872"/>
                  <a:pt x="946668" y="421657"/>
                </a:cubicBezTo>
                <a:cubicBezTo>
                  <a:pt x="946668" y="422550"/>
                  <a:pt x="948520" y="422550"/>
                  <a:pt x="948520" y="424336"/>
                </a:cubicBezTo>
                <a:cubicBezTo>
                  <a:pt x="946668" y="425229"/>
                  <a:pt x="943890" y="423443"/>
                  <a:pt x="942038" y="422550"/>
                </a:cubicBezTo>
                <a:cubicBezTo>
                  <a:pt x="940186" y="418979"/>
                  <a:pt x="937408" y="414514"/>
                  <a:pt x="938334" y="410942"/>
                </a:cubicBezTo>
                <a:close/>
                <a:moveTo>
                  <a:pt x="924870" y="406180"/>
                </a:moveTo>
                <a:cubicBezTo>
                  <a:pt x="927495" y="408812"/>
                  <a:pt x="931868" y="407057"/>
                  <a:pt x="933618" y="411444"/>
                </a:cubicBezTo>
                <a:cubicBezTo>
                  <a:pt x="934492" y="417585"/>
                  <a:pt x="937992" y="421971"/>
                  <a:pt x="941491" y="426358"/>
                </a:cubicBezTo>
                <a:cubicBezTo>
                  <a:pt x="944115" y="427235"/>
                  <a:pt x="947614" y="428990"/>
                  <a:pt x="950238" y="428112"/>
                </a:cubicBezTo>
                <a:cubicBezTo>
                  <a:pt x="951987" y="426358"/>
                  <a:pt x="950238" y="423726"/>
                  <a:pt x="951987" y="421094"/>
                </a:cubicBezTo>
                <a:cubicBezTo>
                  <a:pt x="954612" y="418462"/>
                  <a:pt x="958111" y="417585"/>
                  <a:pt x="961609" y="418462"/>
                </a:cubicBezTo>
                <a:cubicBezTo>
                  <a:pt x="965108" y="421094"/>
                  <a:pt x="965983" y="424603"/>
                  <a:pt x="965108" y="428112"/>
                </a:cubicBezTo>
                <a:cubicBezTo>
                  <a:pt x="965108" y="433376"/>
                  <a:pt x="959860" y="436885"/>
                  <a:pt x="955486" y="437763"/>
                </a:cubicBezTo>
                <a:cubicBezTo>
                  <a:pt x="948488" y="439517"/>
                  <a:pt x="939741" y="437763"/>
                  <a:pt x="934492" y="432499"/>
                </a:cubicBezTo>
                <a:cubicBezTo>
                  <a:pt x="927495" y="426358"/>
                  <a:pt x="924870" y="417585"/>
                  <a:pt x="923121" y="408812"/>
                </a:cubicBezTo>
                <a:cubicBezTo>
                  <a:pt x="923121" y="407934"/>
                  <a:pt x="923996" y="406180"/>
                  <a:pt x="924870" y="406180"/>
                </a:cubicBezTo>
                <a:close/>
                <a:moveTo>
                  <a:pt x="76983" y="390305"/>
                </a:moveTo>
                <a:cubicBezTo>
                  <a:pt x="76090" y="396288"/>
                  <a:pt x="70732" y="399707"/>
                  <a:pt x="65375" y="401417"/>
                </a:cubicBezTo>
                <a:cubicBezTo>
                  <a:pt x="62696" y="397143"/>
                  <a:pt x="71625" y="397143"/>
                  <a:pt x="72518" y="392014"/>
                </a:cubicBezTo>
                <a:cubicBezTo>
                  <a:pt x="73411" y="390305"/>
                  <a:pt x="75197" y="390305"/>
                  <a:pt x="76983" y="390305"/>
                </a:cubicBezTo>
                <a:close/>
                <a:moveTo>
                  <a:pt x="91809" y="383955"/>
                </a:moveTo>
                <a:cubicBezTo>
                  <a:pt x="94445" y="388302"/>
                  <a:pt x="90930" y="394387"/>
                  <a:pt x="88293" y="398734"/>
                </a:cubicBezTo>
                <a:cubicBezTo>
                  <a:pt x="84778" y="404819"/>
                  <a:pt x="81263" y="410904"/>
                  <a:pt x="75112" y="413512"/>
                </a:cubicBezTo>
                <a:cubicBezTo>
                  <a:pt x="69839" y="416990"/>
                  <a:pt x="62809" y="420467"/>
                  <a:pt x="55778" y="416990"/>
                </a:cubicBezTo>
                <a:cubicBezTo>
                  <a:pt x="51384" y="414382"/>
                  <a:pt x="45233" y="410904"/>
                  <a:pt x="45233" y="404819"/>
                </a:cubicBezTo>
                <a:cubicBezTo>
                  <a:pt x="45233" y="401342"/>
                  <a:pt x="46991" y="397864"/>
                  <a:pt x="50506" y="395256"/>
                </a:cubicBezTo>
                <a:cubicBezTo>
                  <a:pt x="53142" y="394387"/>
                  <a:pt x="56657" y="395256"/>
                  <a:pt x="58415" y="396995"/>
                </a:cubicBezTo>
                <a:cubicBezTo>
                  <a:pt x="63687" y="399603"/>
                  <a:pt x="55778" y="404819"/>
                  <a:pt x="61051" y="406558"/>
                </a:cubicBezTo>
                <a:cubicBezTo>
                  <a:pt x="68960" y="406558"/>
                  <a:pt x="75112" y="402211"/>
                  <a:pt x="78627" y="396126"/>
                </a:cubicBezTo>
                <a:cubicBezTo>
                  <a:pt x="79506" y="394387"/>
                  <a:pt x="80384" y="390910"/>
                  <a:pt x="81263" y="389171"/>
                </a:cubicBezTo>
                <a:cubicBezTo>
                  <a:pt x="84778" y="386563"/>
                  <a:pt x="88293" y="385694"/>
                  <a:pt x="91809" y="383955"/>
                </a:cubicBezTo>
                <a:close/>
                <a:moveTo>
                  <a:pt x="873197" y="382367"/>
                </a:moveTo>
                <a:cubicBezTo>
                  <a:pt x="875824" y="383249"/>
                  <a:pt x="875824" y="387659"/>
                  <a:pt x="879328" y="388540"/>
                </a:cubicBezTo>
                <a:cubicBezTo>
                  <a:pt x="882831" y="392950"/>
                  <a:pt x="886335" y="399124"/>
                  <a:pt x="888086" y="404415"/>
                </a:cubicBezTo>
                <a:cubicBezTo>
                  <a:pt x="895969" y="403533"/>
                  <a:pt x="902976" y="408825"/>
                  <a:pt x="907355" y="415881"/>
                </a:cubicBezTo>
                <a:cubicBezTo>
                  <a:pt x="908231" y="418527"/>
                  <a:pt x="906479" y="422054"/>
                  <a:pt x="909107" y="424700"/>
                </a:cubicBezTo>
                <a:cubicBezTo>
                  <a:pt x="913486" y="422936"/>
                  <a:pt x="917866" y="426464"/>
                  <a:pt x="920493" y="429992"/>
                </a:cubicBezTo>
                <a:cubicBezTo>
                  <a:pt x="923121" y="432638"/>
                  <a:pt x="923121" y="437047"/>
                  <a:pt x="922245" y="440575"/>
                </a:cubicBezTo>
                <a:cubicBezTo>
                  <a:pt x="922245" y="442339"/>
                  <a:pt x="919617" y="444103"/>
                  <a:pt x="917866" y="444985"/>
                </a:cubicBezTo>
                <a:cubicBezTo>
                  <a:pt x="916114" y="445867"/>
                  <a:pt x="913486" y="444985"/>
                  <a:pt x="912611" y="443221"/>
                </a:cubicBezTo>
                <a:cubicBezTo>
                  <a:pt x="912611" y="441457"/>
                  <a:pt x="911735" y="439693"/>
                  <a:pt x="912611" y="437929"/>
                </a:cubicBezTo>
                <a:cubicBezTo>
                  <a:pt x="913486" y="437047"/>
                  <a:pt x="914362" y="435283"/>
                  <a:pt x="913486" y="434402"/>
                </a:cubicBezTo>
                <a:cubicBezTo>
                  <a:pt x="911735" y="430874"/>
                  <a:pt x="908231" y="433520"/>
                  <a:pt x="905604" y="434402"/>
                </a:cubicBezTo>
                <a:cubicBezTo>
                  <a:pt x="902100" y="437047"/>
                  <a:pt x="900348" y="441457"/>
                  <a:pt x="900348" y="444985"/>
                </a:cubicBezTo>
                <a:cubicBezTo>
                  <a:pt x="901224" y="452922"/>
                  <a:pt x="905604" y="458214"/>
                  <a:pt x="909983" y="463506"/>
                </a:cubicBezTo>
                <a:cubicBezTo>
                  <a:pt x="909107" y="465269"/>
                  <a:pt x="909983" y="469679"/>
                  <a:pt x="907355" y="467915"/>
                </a:cubicBezTo>
                <a:cubicBezTo>
                  <a:pt x="902976" y="467033"/>
                  <a:pt x="901224" y="460860"/>
                  <a:pt x="897721" y="460860"/>
                </a:cubicBezTo>
                <a:cubicBezTo>
                  <a:pt x="898597" y="459978"/>
                  <a:pt x="897721" y="458214"/>
                  <a:pt x="896845" y="456450"/>
                </a:cubicBezTo>
                <a:cubicBezTo>
                  <a:pt x="895969" y="454686"/>
                  <a:pt x="892466" y="452040"/>
                  <a:pt x="890714" y="454686"/>
                </a:cubicBezTo>
                <a:cubicBezTo>
                  <a:pt x="889838" y="455568"/>
                  <a:pt x="889838" y="456450"/>
                  <a:pt x="889838" y="457332"/>
                </a:cubicBezTo>
                <a:cubicBezTo>
                  <a:pt x="894217" y="459096"/>
                  <a:pt x="892466" y="462624"/>
                  <a:pt x="892466" y="465269"/>
                </a:cubicBezTo>
                <a:cubicBezTo>
                  <a:pt x="889838" y="467033"/>
                  <a:pt x="886335" y="467915"/>
                  <a:pt x="884583" y="465269"/>
                </a:cubicBezTo>
                <a:cubicBezTo>
                  <a:pt x="881955" y="461742"/>
                  <a:pt x="881079" y="458214"/>
                  <a:pt x="881955" y="453804"/>
                </a:cubicBezTo>
                <a:cubicBezTo>
                  <a:pt x="883707" y="447631"/>
                  <a:pt x="889838" y="449395"/>
                  <a:pt x="893342" y="444985"/>
                </a:cubicBezTo>
                <a:cubicBezTo>
                  <a:pt x="893342" y="444985"/>
                  <a:pt x="893342" y="444985"/>
                  <a:pt x="894217" y="435283"/>
                </a:cubicBezTo>
                <a:cubicBezTo>
                  <a:pt x="898597" y="430874"/>
                  <a:pt x="902100" y="425582"/>
                  <a:pt x="901224" y="419409"/>
                </a:cubicBezTo>
                <a:cubicBezTo>
                  <a:pt x="900348" y="414999"/>
                  <a:pt x="897721" y="413235"/>
                  <a:pt x="894217" y="412353"/>
                </a:cubicBezTo>
                <a:cubicBezTo>
                  <a:pt x="890714" y="412353"/>
                  <a:pt x="886335" y="412353"/>
                  <a:pt x="885459" y="416763"/>
                </a:cubicBezTo>
                <a:cubicBezTo>
                  <a:pt x="885459" y="417645"/>
                  <a:pt x="884583" y="419409"/>
                  <a:pt x="886335" y="419409"/>
                </a:cubicBezTo>
                <a:cubicBezTo>
                  <a:pt x="888086" y="419409"/>
                  <a:pt x="889838" y="420291"/>
                  <a:pt x="889838" y="422054"/>
                </a:cubicBezTo>
                <a:cubicBezTo>
                  <a:pt x="888962" y="424700"/>
                  <a:pt x="887211" y="426464"/>
                  <a:pt x="885459" y="427346"/>
                </a:cubicBezTo>
                <a:cubicBezTo>
                  <a:pt x="882831" y="427346"/>
                  <a:pt x="880204" y="426464"/>
                  <a:pt x="879328" y="423818"/>
                </a:cubicBezTo>
                <a:cubicBezTo>
                  <a:pt x="874073" y="417645"/>
                  <a:pt x="880204" y="411471"/>
                  <a:pt x="881079" y="405297"/>
                </a:cubicBezTo>
                <a:cubicBezTo>
                  <a:pt x="877576" y="399124"/>
                  <a:pt x="873197" y="392950"/>
                  <a:pt x="872321" y="385013"/>
                </a:cubicBezTo>
                <a:cubicBezTo>
                  <a:pt x="872321" y="385013"/>
                  <a:pt x="872321" y="385013"/>
                  <a:pt x="873197" y="382367"/>
                </a:cubicBezTo>
                <a:close/>
                <a:moveTo>
                  <a:pt x="143658" y="372843"/>
                </a:moveTo>
                <a:cubicBezTo>
                  <a:pt x="141046" y="379016"/>
                  <a:pt x="134082" y="382544"/>
                  <a:pt x="132341" y="388718"/>
                </a:cubicBezTo>
                <a:cubicBezTo>
                  <a:pt x="133211" y="394891"/>
                  <a:pt x="136693" y="400183"/>
                  <a:pt x="134082" y="405475"/>
                </a:cubicBezTo>
                <a:cubicBezTo>
                  <a:pt x="131470" y="409003"/>
                  <a:pt x="128858" y="410766"/>
                  <a:pt x="125376" y="411649"/>
                </a:cubicBezTo>
                <a:cubicBezTo>
                  <a:pt x="123635" y="411649"/>
                  <a:pt x="121023" y="409885"/>
                  <a:pt x="121023" y="406357"/>
                </a:cubicBezTo>
                <a:cubicBezTo>
                  <a:pt x="121023" y="404593"/>
                  <a:pt x="122764" y="401947"/>
                  <a:pt x="124506" y="401065"/>
                </a:cubicBezTo>
                <a:cubicBezTo>
                  <a:pt x="125376" y="401065"/>
                  <a:pt x="127117" y="401065"/>
                  <a:pt x="127117" y="400183"/>
                </a:cubicBezTo>
                <a:cubicBezTo>
                  <a:pt x="127117" y="396655"/>
                  <a:pt x="125376" y="394891"/>
                  <a:pt x="122764" y="394010"/>
                </a:cubicBezTo>
                <a:cubicBezTo>
                  <a:pt x="121023" y="394010"/>
                  <a:pt x="117541" y="393128"/>
                  <a:pt x="115800" y="394891"/>
                </a:cubicBezTo>
                <a:cubicBezTo>
                  <a:pt x="112318" y="397537"/>
                  <a:pt x="110576" y="400183"/>
                  <a:pt x="110576" y="404593"/>
                </a:cubicBezTo>
                <a:cubicBezTo>
                  <a:pt x="109706" y="413413"/>
                  <a:pt x="121023" y="416940"/>
                  <a:pt x="121023" y="425760"/>
                </a:cubicBezTo>
                <a:cubicBezTo>
                  <a:pt x="121023" y="428406"/>
                  <a:pt x="119282" y="431051"/>
                  <a:pt x="121023" y="433697"/>
                </a:cubicBezTo>
                <a:cubicBezTo>
                  <a:pt x="124506" y="433697"/>
                  <a:pt x="127117" y="434579"/>
                  <a:pt x="129729" y="436343"/>
                </a:cubicBezTo>
                <a:cubicBezTo>
                  <a:pt x="132341" y="440753"/>
                  <a:pt x="133211" y="445163"/>
                  <a:pt x="131470" y="449572"/>
                </a:cubicBezTo>
                <a:cubicBezTo>
                  <a:pt x="129729" y="450454"/>
                  <a:pt x="127988" y="452218"/>
                  <a:pt x="126247" y="452218"/>
                </a:cubicBezTo>
                <a:cubicBezTo>
                  <a:pt x="124506" y="451336"/>
                  <a:pt x="122764" y="450454"/>
                  <a:pt x="121894" y="448690"/>
                </a:cubicBezTo>
                <a:cubicBezTo>
                  <a:pt x="121894" y="446045"/>
                  <a:pt x="125376" y="444281"/>
                  <a:pt x="123635" y="442517"/>
                </a:cubicBezTo>
                <a:cubicBezTo>
                  <a:pt x="114929" y="438107"/>
                  <a:pt x="113188" y="449572"/>
                  <a:pt x="106224" y="451336"/>
                </a:cubicBezTo>
                <a:cubicBezTo>
                  <a:pt x="104483" y="449572"/>
                  <a:pt x="104483" y="446926"/>
                  <a:pt x="104483" y="445163"/>
                </a:cubicBezTo>
                <a:cubicBezTo>
                  <a:pt x="106224" y="441635"/>
                  <a:pt x="110576" y="439871"/>
                  <a:pt x="111447" y="436343"/>
                </a:cubicBezTo>
                <a:cubicBezTo>
                  <a:pt x="114059" y="431051"/>
                  <a:pt x="112318" y="425760"/>
                  <a:pt x="110576" y="420468"/>
                </a:cubicBezTo>
                <a:cubicBezTo>
                  <a:pt x="107965" y="417822"/>
                  <a:pt x="105353" y="416940"/>
                  <a:pt x="101871" y="416940"/>
                </a:cubicBezTo>
                <a:cubicBezTo>
                  <a:pt x="100130" y="417822"/>
                  <a:pt x="98389" y="417822"/>
                  <a:pt x="97518" y="419586"/>
                </a:cubicBezTo>
                <a:cubicBezTo>
                  <a:pt x="97518" y="423114"/>
                  <a:pt x="103612" y="424878"/>
                  <a:pt x="101000" y="428406"/>
                </a:cubicBezTo>
                <a:cubicBezTo>
                  <a:pt x="99259" y="431051"/>
                  <a:pt x="95777" y="431933"/>
                  <a:pt x="94036" y="431051"/>
                </a:cubicBezTo>
                <a:cubicBezTo>
                  <a:pt x="89683" y="429288"/>
                  <a:pt x="90554" y="424878"/>
                  <a:pt x="89683" y="421350"/>
                </a:cubicBezTo>
                <a:cubicBezTo>
                  <a:pt x="89683" y="415176"/>
                  <a:pt x="94036" y="411649"/>
                  <a:pt x="98389" y="409885"/>
                </a:cubicBezTo>
                <a:cubicBezTo>
                  <a:pt x="100130" y="409003"/>
                  <a:pt x="101871" y="409885"/>
                  <a:pt x="103612" y="407239"/>
                </a:cubicBezTo>
                <a:cubicBezTo>
                  <a:pt x="103612" y="400183"/>
                  <a:pt x="104483" y="391364"/>
                  <a:pt x="111447" y="388718"/>
                </a:cubicBezTo>
                <a:cubicBezTo>
                  <a:pt x="114929" y="384308"/>
                  <a:pt x="121023" y="386954"/>
                  <a:pt x="125376" y="385190"/>
                </a:cubicBezTo>
                <a:cubicBezTo>
                  <a:pt x="128858" y="381662"/>
                  <a:pt x="129729" y="376371"/>
                  <a:pt x="134952" y="374607"/>
                </a:cubicBezTo>
                <a:cubicBezTo>
                  <a:pt x="137564" y="374607"/>
                  <a:pt x="140176" y="372843"/>
                  <a:pt x="143658" y="372843"/>
                </a:cubicBezTo>
                <a:close/>
                <a:moveTo>
                  <a:pt x="956855" y="368268"/>
                </a:moveTo>
                <a:cubicBezTo>
                  <a:pt x="965785" y="366492"/>
                  <a:pt x="971143" y="375370"/>
                  <a:pt x="979179" y="378034"/>
                </a:cubicBezTo>
                <a:cubicBezTo>
                  <a:pt x="989002" y="386024"/>
                  <a:pt x="996146" y="398454"/>
                  <a:pt x="998825" y="411772"/>
                </a:cubicBezTo>
                <a:cubicBezTo>
                  <a:pt x="1000610" y="421538"/>
                  <a:pt x="1002396" y="431305"/>
                  <a:pt x="1003289" y="441959"/>
                </a:cubicBezTo>
                <a:cubicBezTo>
                  <a:pt x="1005968" y="459716"/>
                  <a:pt x="1006861" y="480136"/>
                  <a:pt x="1006861" y="498781"/>
                </a:cubicBezTo>
                <a:cubicBezTo>
                  <a:pt x="1006861" y="498781"/>
                  <a:pt x="1006861" y="498781"/>
                  <a:pt x="1004182" y="506771"/>
                </a:cubicBezTo>
                <a:cubicBezTo>
                  <a:pt x="1005075" y="510323"/>
                  <a:pt x="1010433" y="504995"/>
                  <a:pt x="1007754" y="509435"/>
                </a:cubicBezTo>
                <a:cubicBezTo>
                  <a:pt x="1005075" y="509435"/>
                  <a:pt x="1004182" y="511210"/>
                  <a:pt x="1003289" y="512986"/>
                </a:cubicBezTo>
                <a:cubicBezTo>
                  <a:pt x="1004182" y="514762"/>
                  <a:pt x="1003289" y="515650"/>
                  <a:pt x="1004182" y="515650"/>
                </a:cubicBezTo>
                <a:cubicBezTo>
                  <a:pt x="1005075" y="516537"/>
                  <a:pt x="1005968" y="514762"/>
                  <a:pt x="1006861" y="515650"/>
                </a:cubicBezTo>
                <a:cubicBezTo>
                  <a:pt x="1009540" y="519201"/>
                  <a:pt x="1005075" y="521864"/>
                  <a:pt x="1006861" y="525416"/>
                </a:cubicBezTo>
                <a:cubicBezTo>
                  <a:pt x="1006861" y="525416"/>
                  <a:pt x="1006861" y="525416"/>
                  <a:pt x="1005968" y="540509"/>
                </a:cubicBezTo>
                <a:cubicBezTo>
                  <a:pt x="1005968" y="540509"/>
                  <a:pt x="1005968" y="540509"/>
                  <a:pt x="1002396" y="572471"/>
                </a:cubicBezTo>
                <a:cubicBezTo>
                  <a:pt x="1005075" y="576023"/>
                  <a:pt x="1001503" y="578686"/>
                  <a:pt x="1000610" y="581350"/>
                </a:cubicBezTo>
                <a:cubicBezTo>
                  <a:pt x="999718" y="591116"/>
                  <a:pt x="998825" y="602658"/>
                  <a:pt x="994360" y="612424"/>
                </a:cubicBezTo>
                <a:cubicBezTo>
                  <a:pt x="989002" y="632845"/>
                  <a:pt x="973821" y="654153"/>
                  <a:pt x="951497" y="657704"/>
                </a:cubicBezTo>
                <a:cubicBezTo>
                  <a:pt x="942568" y="658592"/>
                  <a:pt x="934531" y="654153"/>
                  <a:pt x="927387" y="648826"/>
                </a:cubicBezTo>
                <a:cubicBezTo>
                  <a:pt x="926494" y="647050"/>
                  <a:pt x="924708" y="644387"/>
                  <a:pt x="926494" y="643499"/>
                </a:cubicBezTo>
                <a:cubicBezTo>
                  <a:pt x="929173" y="640835"/>
                  <a:pt x="931852" y="639060"/>
                  <a:pt x="935423" y="639947"/>
                </a:cubicBezTo>
                <a:cubicBezTo>
                  <a:pt x="941675" y="645275"/>
                  <a:pt x="951497" y="647938"/>
                  <a:pt x="959534" y="644387"/>
                </a:cubicBezTo>
                <a:cubicBezTo>
                  <a:pt x="974714" y="635508"/>
                  <a:pt x="984537" y="618639"/>
                  <a:pt x="987216" y="601770"/>
                </a:cubicBezTo>
                <a:cubicBezTo>
                  <a:pt x="993467" y="572471"/>
                  <a:pt x="995253" y="544948"/>
                  <a:pt x="996146" y="515650"/>
                </a:cubicBezTo>
                <a:cubicBezTo>
                  <a:pt x="994360" y="514762"/>
                  <a:pt x="993467" y="512986"/>
                  <a:pt x="992574" y="513874"/>
                </a:cubicBezTo>
                <a:cubicBezTo>
                  <a:pt x="992574" y="525416"/>
                  <a:pt x="991681" y="536958"/>
                  <a:pt x="990788" y="548500"/>
                </a:cubicBezTo>
                <a:cubicBezTo>
                  <a:pt x="989895" y="549388"/>
                  <a:pt x="988109" y="549388"/>
                  <a:pt x="988109" y="550275"/>
                </a:cubicBezTo>
                <a:cubicBezTo>
                  <a:pt x="988109" y="550275"/>
                  <a:pt x="988109" y="550275"/>
                  <a:pt x="989895" y="553827"/>
                </a:cubicBezTo>
                <a:cubicBezTo>
                  <a:pt x="987216" y="576023"/>
                  <a:pt x="985430" y="599995"/>
                  <a:pt x="977393" y="619527"/>
                </a:cubicBezTo>
                <a:cubicBezTo>
                  <a:pt x="972035" y="631069"/>
                  <a:pt x="961320" y="643499"/>
                  <a:pt x="947925" y="642611"/>
                </a:cubicBezTo>
                <a:cubicBezTo>
                  <a:pt x="945246" y="642611"/>
                  <a:pt x="942568" y="639947"/>
                  <a:pt x="940782" y="638172"/>
                </a:cubicBezTo>
                <a:cubicBezTo>
                  <a:pt x="944353" y="635508"/>
                  <a:pt x="948818" y="640835"/>
                  <a:pt x="953283" y="638172"/>
                </a:cubicBezTo>
                <a:cubicBezTo>
                  <a:pt x="971143" y="631957"/>
                  <a:pt x="978286" y="611537"/>
                  <a:pt x="980072" y="594668"/>
                </a:cubicBezTo>
                <a:cubicBezTo>
                  <a:pt x="985430" y="568920"/>
                  <a:pt x="988109" y="539621"/>
                  <a:pt x="989002" y="512986"/>
                </a:cubicBezTo>
                <a:cubicBezTo>
                  <a:pt x="989895" y="512098"/>
                  <a:pt x="990788" y="512986"/>
                  <a:pt x="991681" y="512986"/>
                </a:cubicBezTo>
                <a:cubicBezTo>
                  <a:pt x="993467" y="512986"/>
                  <a:pt x="992574" y="511210"/>
                  <a:pt x="992574" y="510323"/>
                </a:cubicBezTo>
                <a:cubicBezTo>
                  <a:pt x="987216" y="509435"/>
                  <a:pt x="989895" y="504108"/>
                  <a:pt x="989002" y="499668"/>
                </a:cubicBezTo>
                <a:cubicBezTo>
                  <a:pt x="989002" y="499668"/>
                  <a:pt x="989002" y="499668"/>
                  <a:pt x="988109" y="497005"/>
                </a:cubicBezTo>
                <a:cubicBezTo>
                  <a:pt x="989002" y="468594"/>
                  <a:pt x="984537" y="441071"/>
                  <a:pt x="980965" y="415323"/>
                </a:cubicBezTo>
                <a:cubicBezTo>
                  <a:pt x="976500" y="404669"/>
                  <a:pt x="972035" y="388688"/>
                  <a:pt x="956855" y="386912"/>
                </a:cubicBezTo>
                <a:cubicBezTo>
                  <a:pt x="953283" y="386024"/>
                  <a:pt x="950604" y="388688"/>
                  <a:pt x="947032" y="386912"/>
                </a:cubicBezTo>
                <a:cubicBezTo>
                  <a:pt x="947032" y="386024"/>
                  <a:pt x="949711" y="384249"/>
                  <a:pt x="951497" y="384249"/>
                </a:cubicBezTo>
                <a:cubicBezTo>
                  <a:pt x="962213" y="382473"/>
                  <a:pt x="972035" y="388688"/>
                  <a:pt x="977393" y="397566"/>
                </a:cubicBezTo>
                <a:cubicBezTo>
                  <a:pt x="989002" y="420650"/>
                  <a:pt x="989895" y="449949"/>
                  <a:pt x="992574" y="474809"/>
                </a:cubicBezTo>
                <a:cubicBezTo>
                  <a:pt x="992574" y="474809"/>
                  <a:pt x="992574" y="474809"/>
                  <a:pt x="993467" y="494341"/>
                </a:cubicBezTo>
                <a:cubicBezTo>
                  <a:pt x="993467" y="496117"/>
                  <a:pt x="994360" y="495229"/>
                  <a:pt x="996146" y="495229"/>
                </a:cubicBezTo>
                <a:cubicBezTo>
                  <a:pt x="995253" y="490790"/>
                  <a:pt x="996146" y="486351"/>
                  <a:pt x="995253" y="481912"/>
                </a:cubicBezTo>
                <a:cubicBezTo>
                  <a:pt x="994360" y="457052"/>
                  <a:pt x="991681" y="430417"/>
                  <a:pt x="985430" y="406445"/>
                </a:cubicBezTo>
                <a:cubicBezTo>
                  <a:pt x="982751" y="400230"/>
                  <a:pt x="980072" y="392239"/>
                  <a:pt x="973821" y="387800"/>
                </a:cubicBezTo>
                <a:cubicBezTo>
                  <a:pt x="966678" y="382473"/>
                  <a:pt x="957748" y="377146"/>
                  <a:pt x="948818" y="380697"/>
                </a:cubicBezTo>
                <a:cubicBezTo>
                  <a:pt x="944353" y="381585"/>
                  <a:pt x="942568" y="388688"/>
                  <a:pt x="938103" y="384249"/>
                </a:cubicBezTo>
                <a:cubicBezTo>
                  <a:pt x="936316" y="384249"/>
                  <a:pt x="933638" y="384249"/>
                  <a:pt x="933638" y="381585"/>
                </a:cubicBezTo>
                <a:cubicBezTo>
                  <a:pt x="934531" y="378034"/>
                  <a:pt x="938103" y="375370"/>
                  <a:pt x="941675" y="372707"/>
                </a:cubicBezTo>
                <a:cubicBezTo>
                  <a:pt x="946139" y="370043"/>
                  <a:pt x="951497" y="370043"/>
                  <a:pt x="956855" y="368268"/>
                </a:cubicBezTo>
                <a:close/>
                <a:moveTo>
                  <a:pt x="55773" y="361730"/>
                </a:moveTo>
                <a:cubicBezTo>
                  <a:pt x="60198" y="361730"/>
                  <a:pt x="65507" y="363504"/>
                  <a:pt x="69046" y="367054"/>
                </a:cubicBezTo>
                <a:cubicBezTo>
                  <a:pt x="65507" y="367941"/>
                  <a:pt x="62852" y="366166"/>
                  <a:pt x="60198" y="364392"/>
                </a:cubicBezTo>
                <a:cubicBezTo>
                  <a:pt x="50464" y="363504"/>
                  <a:pt x="41616" y="370603"/>
                  <a:pt x="36307" y="378588"/>
                </a:cubicBezTo>
                <a:cubicBezTo>
                  <a:pt x="32768" y="390123"/>
                  <a:pt x="30113" y="402545"/>
                  <a:pt x="27459" y="414080"/>
                </a:cubicBezTo>
                <a:cubicBezTo>
                  <a:pt x="27459" y="414080"/>
                  <a:pt x="27459" y="414080"/>
                  <a:pt x="26574" y="421179"/>
                </a:cubicBezTo>
                <a:cubicBezTo>
                  <a:pt x="22150" y="448685"/>
                  <a:pt x="20380" y="477078"/>
                  <a:pt x="20380" y="505471"/>
                </a:cubicBezTo>
                <a:cubicBezTo>
                  <a:pt x="20380" y="533864"/>
                  <a:pt x="23034" y="558708"/>
                  <a:pt x="26574" y="584440"/>
                </a:cubicBezTo>
                <a:cubicBezTo>
                  <a:pt x="28343" y="595087"/>
                  <a:pt x="33652" y="604847"/>
                  <a:pt x="41616" y="611946"/>
                </a:cubicBezTo>
                <a:cubicBezTo>
                  <a:pt x="47810" y="616382"/>
                  <a:pt x="56658" y="619931"/>
                  <a:pt x="64622" y="618157"/>
                </a:cubicBezTo>
                <a:cubicBezTo>
                  <a:pt x="65507" y="619044"/>
                  <a:pt x="64622" y="619931"/>
                  <a:pt x="64622" y="619931"/>
                </a:cubicBezTo>
                <a:cubicBezTo>
                  <a:pt x="54889" y="625255"/>
                  <a:pt x="46040" y="619044"/>
                  <a:pt x="38962" y="614608"/>
                </a:cubicBezTo>
                <a:cubicBezTo>
                  <a:pt x="18610" y="595975"/>
                  <a:pt x="20380" y="565807"/>
                  <a:pt x="16841" y="539188"/>
                </a:cubicBezTo>
                <a:cubicBezTo>
                  <a:pt x="15071" y="515231"/>
                  <a:pt x="15956" y="491274"/>
                  <a:pt x="16841" y="467318"/>
                </a:cubicBezTo>
                <a:cubicBezTo>
                  <a:pt x="19495" y="450459"/>
                  <a:pt x="21265" y="432713"/>
                  <a:pt x="23919" y="416742"/>
                </a:cubicBezTo>
                <a:cubicBezTo>
                  <a:pt x="25689" y="402545"/>
                  <a:pt x="27459" y="389236"/>
                  <a:pt x="33652" y="375927"/>
                </a:cubicBezTo>
                <a:cubicBezTo>
                  <a:pt x="38962" y="369715"/>
                  <a:pt x="46040" y="362617"/>
                  <a:pt x="55773" y="361730"/>
                </a:cubicBezTo>
                <a:close/>
                <a:moveTo>
                  <a:pt x="65478" y="346745"/>
                </a:moveTo>
                <a:cubicBezTo>
                  <a:pt x="65478" y="346745"/>
                  <a:pt x="71664" y="347636"/>
                  <a:pt x="76967" y="351198"/>
                </a:cubicBezTo>
                <a:cubicBezTo>
                  <a:pt x="81386" y="353870"/>
                  <a:pt x="84921" y="357432"/>
                  <a:pt x="84921" y="359213"/>
                </a:cubicBezTo>
                <a:cubicBezTo>
                  <a:pt x="81386" y="361885"/>
                  <a:pt x="77851" y="366337"/>
                  <a:pt x="73432" y="364556"/>
                </a:cubicBezTo>
                <a:cubicBezTo>
                  <a:pt x="68129" y="358323"/>
                  <a:pt x="59292" y="356541"/>
                  <a:pt x="50454" y="357432"/>
                </a:cubicBezTo>
                <a:cubicBezTo>
                  <a:pt x="29244" y="362775"/>
                  <a:pt x="23941" y="385930"/>
                  <a:pt x="21290" y="404631"/>
                </a:cubicBezTo>
                <a:cubicBezTo>
                  <a:pt x="16871" y="426005"/>
                  <a:pt x="14220" y="448268"/>
                  <a:pt x="12452" y="470532"/>
                </a:cubicBezTo>
                <a:cubicBezTo>
                  <a:pt x="11569" y="491015"/>
                  <a:pt x="10685" y="508826"/>
                  <a:pt x="12452" y="529308"/>
                </a:cubicBezTo>
                <a:cubicBezTo>
                  <a:pt x="15104" y="556025"/>
                  <a:pt x="13336" y="585413"/>
                  <a:pt x="28360" y="608567"/>
                </a:cubicBezTo>
                <a:cubicBezTo>
                  <a:pt x="34546" y="618363"/>
                  <a:pt x="45152" y="624597"/>
                  <a:pt x="55757" y="626378"/>
                </a:cubicBezTo>
                <a:cubicBezTo>
                  <a:pt x="61943" y="626378"/>
                  <a:pt x="66362" y="623706"/>
                  <a:pt x="69897" y="620144"/>
                </a:cubicBezTo>
                <a:cubicBezTo>
                  <a:pt x="73432" y="620144"/>
                  <a:pt x="76083" y="622816"/>
                  <a:pt x="77851" y="625487"/>
                </a:cubicBezTo>
                <a:cubicBezTo>
                  <a:pt x="70781" y="637065"/>
                  <a:pt x="57524" y="637955"/>
                  <a:pt x="46919" y="637065"/>
                </a:cubicBezTo>
                <a:cubicBezTo>
                  <a:pt x="28360" y="631721"/>
                  <a:pt x="14220" y="615691"/>
                  <a:pt x="8917" y="596990"/>
                </a:cubicBezTo>
                <a:cubicBezTo>
                  <a:pt x="6266" y="589865"/>
                  <a:pt x="6266" y="581851"/>
                  <a:pt x="4499" y="573836"/>
                </a:cubicBezTo>
                <a:cubicBezTo>
                  <a:pt x="4499" y="560477"/>
                  <a:pt x="80" y="548010"/>
                  <a:pt x="1847" y="534651"/>
                </a:cubicBezTo>
                <a:cubicBezTo>
                  <a:pt x="80" y="532870"/>
                  <a:pt x="1847" y="531089"/>
                  <a:pt x="963" y="528418"/>
                </a:cubicBezTo>
                <a:cubicBezTo>
                  <a:pt x="-804" y="504373"/>
                  <a:pt x="80" y="477656"/>
                  <a:pt x="1847" y="453612"/>
                </a:cubicBezTo>
                <a:cubicBezTo>
                  <a:pt x="1847" y="453612"/>
                  <a:pt x="1847" y="453612"/>
                  <a:pt x="4499" y="442925"/>
                </a:cubicBezTo>
                <a:cubicBezTo>
                  <a:pt x="5382" y="425114"/>
                  <a:pt x="8917" y="408193"/>
                  <a:pt x="12452" y="391273"/>
                </a:cubicBezTo>
                <a:cubicBezTo>
                  <a:pt x="15987" y="374352"/>
                  <a:pt x="24825" y="356541"/>
                  <a:pt x="42500" y="349417"/>
                </a:cubicBezTo>
                <a:cubicBezTo>
                  <a:pt x="48687" y="345855"/>
                  <a:pt x="58408" y="345855"/>
                  <a:pt x="65478" y="346745"/>
                </a:cubicBezTo>
                <a:close/>
                <a:moveTo>
                  <a:pt x="956326" y="346178"/>
                </a:moveTo>
                <a:cubicBezTo>
                  <a:pt x="958090" y="346516"/>
                  <a:pt x="960074" y="347415"/>
                  <a:pt x="962279" y="347865"/>
                </a:cubicBezTo>
                <a:cubicBezTo>
                  <a:pt x="965807" y="348765"/>
                  <a:pt x="968453" y="351463"/>
                  <a:pt x="971098" y="354162"/>
                </a:cubicBezTo>
                <a:cubicBezTo>
                  <a:pt x="974626" y="358660"/>
                  <a:pt x="975508" y="364057"/>
                  <a:pt x="975508" y="370354"/>
                </a:cubicBezTo>
                <a:cubicBezTo>
                  <a:pt x="975508" y="371254"/>
                  <a:pt x="972862" y="370354"/>
                  <a:pt x="971980" y="370354"/>
                </a:cubicBezTo>
                <a:cubicBezTo>
                  <a:pt x="970217" y="363158"/>
                  <a:pt x="967571" y="353263"/>
                  <a:pt x="959633" y="352363"/>
                </a:cubicBezTo>
                <a:cubicBezTo>
                  <a:pt x="956988" y="349664"/>
                  <a:pt x="953460" y="351463"/>
                  <a:pt x="951696" y="347865"/>
                </a:cubicBezTo>
                <a:cubicBezTo>
                  <a:pt x="953019" y="346066"/>
                  <a:pt x="954562" y="345841"/>
                  <a:pt x="956326" y="346178"/>
                </a:cubicBezTo>
                <a:close/>
                <a:moveTo>
                  <a:pt x="929735" y="333155"/>
                </a:moveTo>
                <a:cubicBezTo>
                  <a:pt x="932513" y="333949"/>
                  <a:pt x="936217" y="333155"/>
                  <a:pt x="938995" y="334742"/>
                </a:cubicBezTo>
                <a:cubicBezTo>
                  <a:pt x="937143" y="336330"/>
                  <a:pt x="935291" y="339505"/>
                  <a:pt x="932513" y="339505"/>
                </a:cubicBezTo>
                <a:cubicBezTo>
                  <a:pt x="929735" y="339505"/>
                  <a:pt x="928809" y="337917"/>
                  <a:pt x="928809" y="336330"/>
                </a:cubicBezTo>
                <a:cubicBezTo>
                  <a:pt x="928809" y="335536"/>
                  <a:pt x="927883" y="333949"/>
                  <a:pt x="929735" y="333155"/>
                </a:cubicBezTo>
                <a:close/>
                <a:moveTo>
                  <a:pt x="922724" y="329980"/>
                </a:moveTo>
                <a:cubicBezTo>
                  <a:pt x="925502" y="333472"/>
                  <a:pt x="923650" y="341330"/>
                  <a:pt x="930132" y="343949"/>
                </a:cubicBezTo>
                <a:cubicBezTo>
                  <a:pt x="931058" y="344823"/>
                  <a:pt x="930132" y="347442"/>
                  <a:pt x="929206" y="347442"/>
                </a:cubicBezTo>
                <a:cubicBezTo>
                  <a:pt x="924576" y="347442"/>
                  <a:pt x="922724" y="343076"/>
                  <a:pt x="920872" y="340457"/>
                </a:cubicBezTo>
                <a:cubicBezTo>
                  <a:pt x="919946" y="336965"/>
                  <a:pt x="919946" y="332599"/>
                  <a:pt x="922724" y="329980"/>
                </a:cubicBezTo>
                <a:close/>
                <a:moveTo>
                  <a:pt x="61863" y="326045"/>
                </a:moveTo>
                <a:cubicBezTo>
                  <a:pt x="61863" y="326045"/>
                  <a:pt x="61863" y="326045"/>
                  <a:pt x="62695" y="326873"/>
                </a:cubicBezTo>
                <a:cubicBezTo>
                  <a:pt x="58537" y="331015"/>
                  <a:pt x="51885" y="332671"/>
                  <a:pt x="50222" y="338469"/>
                </a:cubicBezTo>
                <a:cubicBezTo>
                  <a:pt x="49391" y="340126"/>
                  <a:pt x="48559" y="344267"/>
                  <a:pt x="45233" y="342610"/>
                </a:cubicBezTo>
                <a:cubicBezTo>
                  <a:pt x="46064" y="337641"/>
                  <a:pt x="48559" y="331843"/>
                  <a:pt x="53548" y="328530"/>
                </a:cubicBezTo>
                <a:cubicBezTo>
                  <a:pt x="56043" y="326873"/>
                  <a:pt x="58537" y="325217"/>
                  <a:pt x="61863" y="326045"/>
                </a:cubicBezTo>
                <a:close/>
                <a:moveTo>
                  <a:pt x="913541" y="322042"/>
                </a:moveTo>
                <a:cubicBezTo>
                  <a:pt x="916168" y="322042"/>
                  <a:pt x="917044" y="324650"/>
                  <a:pt x="917920" y="326389"/>
                </a:cubicBezTo>
                <a:cubicBezTo>
                  <a:pt x="917920" y="331605"/>
                  <a:pt x="914416" y="335951"/>
                  <a:pt x="917044" y="340298"/>
                </a:cubicBezTo>
                <a:cubicBezTo>
                  <a:pt x="916168" y="349861"/>
                  <a:pt x="931058" y="348991"/>
                  <a:pt x="928430" y="357685"/>
                </a:cubicBezTo>
                <a:cubicBezTo>
                  <a:pt x="923175" y="358554"/>
                  <a:pt x="918796" y="355946"/>
                  <a:pt x="915292" y="353338"/>
                </a:cubicBezTo>
                <a:cubicBezTo>
                  <a:pt x="910037" y="348122"/>
                  <a:pt x="905658" y="340298"/>
                  <a:pt x="907410" y="333343"/>
                </a:cubicBezTo>
                <a:cubicBezTo>
                  <a:pt x="910037" y="328997"/>
                  <a:pt x="909161" y="324650"/>
                  <a:pt x="913541" y="322042"/>
                </a:cubicBezTo>
                <a:close/>
                <a:moveTo>
                  <a:pt x="959489" y="321381"/>
                </a:moveTo>
                <a:cubicBezTo>
                  <a:pt x="959489" y="321381"/>
                  <a:pt x="959489" y="321381"/>
                  <a:pt x="961221" y="326011"/>
                </a:cubicBezTo>
                <a:cubicBezTo>
                  <a:pt x="961221" y="331567"/>
                  <a:pt x="955160" y="326937"/>
                  <a:pt x="952562" y="328789"/>
                </a:cubicBezTo>
                <a:cubicBezTo>
                  <a:pt x="952562" y="328789"/>
                  <a:pt x="952562" y="328789"/>
                  <a:pt x="951696" y="327863"/>
                </a:cubicBezTo>
                <a:cubicBezTo>
                  <a:pt x="954294" y="325085"/>
                  <a:pt x="956026" y="320455"/>
                  <a:pt x="959489" y="321381"/>
                </a:cubicBezTo>
                <a:close/>
                <a:moveTo>
                  <a:pt x="962632" y="312726"/>
                </a:moveTo>
                <a:cubicBezTo>
                  <a:pt x="963514" y="310930"/>
                  <a:pt x="965278" y="311828"/>
                  <a:pt x="966160" y="312726"/>
                </a:cubicBezTo>
                <a:cubicBezTo>
                  <a:pt x="966160" y="312726"/>
                  <a:pt x="966160" y="312726"/>
                  <a:pt x="970569" y="319014"/>
                </a:cubicBezTo>
                <a:cubicBezTo>
                  <a:pt x="971451" y="322606"/>
                  <a:pt x="973215" y="327097"/>
                  <a:pt x="971451" y="331588"/>
                </a:cubicBezTo>
                <a:cubicBezTo>
                  <a:pt x="971451" y="333384"/>
                  <a:pt x="970569" y="332486"/>
                  <a:pt x="969687" y="333384"/>
                </a:cubicBezTo>
                <a:cubicBezTo>
                  <a:pt x="971451" y="336079"/>
                  <a:pt x="974979" y="336977"/>
                  <a:pt x="976743" y="339672"/>
                </a:cubicBezTo>
                <a:cubicBezTo>
                  <a:pt x="982917" y="346857"/>
                  <a:pt x="987326" y="354043"/>
                  <a:pt x="988208" y="363923"/>
                </a:cubicBezTo>
                <a:cubicBezTo>
                  <a:pt x="987326" y="369312"/>
                  <a:pt x="988208" y="374701"/>
                  <a:pt x="985562" y="379192"/>
                </a:cubicBezTo>
                <a:cubicBezTo>
                  <a:pt x="982917" y="378294"/>
                  <a:pt x="980271" y="375599"/>
                  <a:pt x="978507" y="372905"/>
                </a:cubicBezTo>
                <a:cubicBezTo>
                  <a:pt x="979389" y="363923"/>
                  <a:pt x="976743" y="353145"/>
                  <a:pt x="969687" y="347755"/>
                </a:cubicBezTo>
                <a:cubicBezTo>
                  <a:pt x="964396" y="343265"/>
                  <a:pt x="957340" y="340570"/>
                  <a:pt x="950285" y="343265"/>
                </a:cubicBezTo>
                <a:cubicBezTo>
                  <a:pt x="948521" y="344163"/>
                  <a:pt x="944993" y="345061"/>
                  <a:pt x="944111" y="347755"/>
                </a:cubicBezTo>
                <a:cubicBezTo>
                  <a:pt x="947639" y="352246"/>
                  <a:pt x="954695" y="354941"/>
                  <a:pt x="952049" y="361228"/>
                </a:cubicBezTo>
                <a:cubicBezTo>
                  <a:pt x="952049" y="365719"/>
                  <a:pt x="947639" y="366617"/>
                  <a:pt x="944111" y="366617"/>
                </a:cubicBezTo>
                <a:cubicBezTo>
                  <a:pt x="941465" y="365719"/>
                  <a:pt x="937938" y="365719"/>
                  <a:pt x="936174" y="363025"/>
                </a:cubicBezTo>
                <a:cubicBezTo>
                  <a:pt x="933528" y="359432"/>
                  <a:pt x="932646" y="353145"/>
                  <a:pt x="933528" y="347755"/>
                </a:cubicBezTo>
                <a:cubicBezTo>
                  <a:pt x="935292" y="343265"/>
                  <a:pt x="937938" y="337875"/>
                  <a:pt x="944111" y="336079"/>
                </a:cubicBezTo>
                <a:cubicBezTo>
                  <a:pt x="949403" y="331588"/>
                  <a:pt x="956458" y="332486"/>
                  <a:pt x="963514" y="331588"/>
                </a:cubicBezTo>
                <a:cubicBezTo>
                  <a:pt x="967924" y="329792"/>
                  <a:pt x="964396" y="325301"/>
                  <a:pt x="964396" y="322606"/>
                </a:cubicBezTo>
                <a:cubicBezTo>
                  <a:pt x="962632" y="319014"/>
                  <a:pt x="960868" y="315421"/>
                  <a:pt x="962632" y="312726"/>
                </a:cubicBezTo>
                <a:close/>
                <a:moveTo>
                  <a:pt x="92593" y="312517"/>
                </a:moveTo>
                <a:cubicBezTo>
                  <a:pt x="92593" y="312517"/>
                  <a:pt x="92593" y="312517"/>
                  <a:pt x="93519" y="315981"/>
                </a:cubicBezTo>
                <a:cubicBezTo>
                  <a:pt x="94445" y="319444"/>
                  <a:pt x="91667" y="321176"/>
                  <a:pt x="88889" y="322042"/>
                </a:cubicBezTo>
                <a:cubicBezTo>
                  <a:pt x="86111" y="321176"/>
                  <a:pt x="86111" y="317712"/>
                  <a:pt x="83333" y="315115"/>
                </a:cubicBezTo>
                <a:cubicBezTo>
                  <a:pt x="86111" y="313383"/>
                  <a:pt x="89815" y="313383"/>
                  <a:pt x="92593" y="312517"/>
                </a:cubicBezTo>
                <a:close/>
                <a:moveTo>
                  <a:pt x="56441" y="311808"/>
                </a:moveTo>
                <a:cubicBezTo>
                  <a:pt x="67121" y="310930"/>
                  <a:pt x="79580" y="312686"/>
                  <a:pt x="84030" y="323225"/>
                </a:cubicBezTo>
                <a:cubicBezTo>
                  <a:pt x="84920" y="327616"/>
                  <a:pt x="84920" y="332006"/>
                  <a:pt x="82250" y="336397"/>
                </a:cubicBezTo>
                <a:cubicBezTo>
                  <a:pt x="79580" y="339032"/>
                  <a:pt x="76020" y="340788"/>
                  <a:pt x="72461" y="340788"/>
                </a:cubicBezTo>
                <a:cubicBezTo>
                  <a:pt x="69791" y="340788"/>
                  <a:pt x="67121" y="339032"/>
                  <a:pt x="66231" y="336397"/>
                </a:cubicBezTo>
                <a:cubicBezTo>
                  <a:pt x="62671" y="331128"/>
                  <a:pt x="70681" y="328494"/>
                  <a:pt x="70681" y="323225"/>
                </a:cubicBezTo>
                <a:cubicBezTo>
                  <a:pt x="63561" y="320590"/>
                  <a:pt x="54661" y="322346"/>
                  <a:pt x="48432" y="327616"/>
                </a:cubicBezTo>
                <a:cubicBezTo>
                  <a:pt x="44872" y="332885"/>
                  <a:pt x="39532" y="339032"/>
                  <a:pt x="39532" y="346936"/>
                </a:cubicBezTo>
                <a:cubicBezTo>
                  <a:pt x="39532" y="346936"/>
                  <a:pt x="39532" y="346936"/>
                  <a:pt x="28853" y="352205"/>
                </a:cubicBezTo>
                <a:cubicBezTo>
                  <a:pt x="26183" y="347814"/>
                  <a:pt x="32413" y="331128"/>
                  <a:pt x="33303" y="328494"/>
                </a:cubicBezTo>
                <a:cubicBezTo>
                  <a:pt x="38642" y="319712"/>
                  <a:pt x="47542" y="313564"/>
                  <a:pt x="56441" y="311808"/>
                </a:cubicBezTo>
                <a:close/>
                <a:moveTo>
                  <a:pt x="97376" y="310930"/>
                </a:moveTo>
                <a:cubicBezTo>
                  <a:pt x="99940" y="311796"/>
                  <a:pt x="99940" y="315259"/>
                  <a:pt x="99940" y="317857"/>
                </a:cubicBezTo>
                <a:cubicBezTo>
                  <a:pt x="100795" y="323053"/>
                  <a:pt x="97376" y="325650"/>
                  <a:pt x="93957" y="328248"/>
                </a:cubicBezTo>
                <a:cubicBezTo>
                  <a:pt x="92247" y="328248"/>
                  <a:pt x="91392" y="329980"/>
                  <a:pt x="89683" y="329114"/>
                </a:cubicBezTo>
                <a:cubicBezTo>
                  <a:pt x="90538" y="325650"/>
                  <a:pt x="95666" y="323919"/>
                  <a:pt x="97376" y="320455"/>
                </a:cubicBezTo>
                <a:cubicBezTo>
                  <a:pt x="97376" y="317857"/>
                  <a:pt x="97376" y="313528"/>
                  <a:pt x="97376" y="310930"/>
                </a:cubicBezTo>
                <a:close/>
                <a:moveTo>
                  <a:pt x="59067" y="302992"/>
                </a:moveTo>
                <a:cubicBezTo>
                  <a:pt x="59975" y="303672"/>
                  <a:pt x="61789" y="304352"/>
                  <a:pt x="62696" y="305713"/>
                </a:cubicBezTo>
                <a:cubicBezTo>
                  <a:pt x="62696" y="305713"/>
                  <a:pt x="62696" y="305713"/>
                  <a:pt x="62696" y="306393"/>
                </a:cubicBezTo>
                <a:cubicBezTo>
                  <a:pt x="59975" y="305713"/>
                  <a:pt x="56346" y="307754"/>
                  <a:pt x="56346" y="305033"/>
                </a:cubicBezTo>
                <a:cubicBezTo>
                  <a:pt x="56346" y="304352"/>
                  <a:pt x="58160" y="303672"/>
                  <a:pt x="59067" y="302992"/>
                </a:cubicBezTo>
                <a:close/>
                <a:moveTo>
                  <a:pt x="103356" y="300740"/>
                </a:moveTo>
                <a:cubicBezTo>
                  <a:pt x="110731" y="307201"/>
                  <a:pt x="113496" y="318276"/>
                  <a:pt x="109809" y="327505"/>
                </a:cubicBezTo>
                <a:cubicBezTo>
                  <a:pt x="108887" y="331197"/>
                  <a:pt x="105200" y="333043"/>
                  <a:pt x="104278" y="335812"/>
                </a:cubicBezTo>
                <a:cubicBezTo>
                  <a:pt x="98748" y="338581"/>
                  <a:pt x="92295" y="339504"/>
                  <a:pt x="85843" y="339504"/>
                </a:cubicBezTo>
                <a:cubicBezTo>
                  <a:pt x="84921" y="338581"/>
                  <a:pt x="85843" y="336735"/>
                  <a:pt x="85843" y="336735"/>
                </a:cubicBezTo>
                <a:cubicBezTo>
                  <a:pt x="93217" y="333966"/>
                  <a:pt x="99669" y="330274"/>
                  <a:pt x="103356" y="323814"/>
                </a:cubicBezTo>
                <a:cubicBezTo>
                  <a:pt x="107044" y="315507"/>
                  <a:pt x="97826" y="309046"/>
                  <a:pt x="101513" y="301663"/>
                </a:cubicBezTo>
                <a:cubicBezTo>
                  <a:pt x="101513" y="300740"/>
                  <a:pt x="102435" y="299817"/>
                  <a:pt x="103356" y="300740"/>
                </a:cubicBezTo>
                <a:close/>
                <a:moveTo>
                  <a:pt x="53726" y="293261"/>
                </a:moveTo>
                <a:cubicBezTo>
                  <a:pt x="54916" y="294706"/>
                  <a:pt x="55869" y="297150"/>
                  <a:pt x="56345" y="298484"/>
                </a:cubicBezTo>
                <a:cubicBezTo>
                  <a:pt x="55392" y="301151"/>
                  <a:pt x="52535" y="304707"/>
                  <a:pt x="51583" y="308263"/>
                </a:cubicBezTo>
                <a:cubicBezTo>
                  <a:pt x="49678" y="309152"/>
                  <a:pt x="46820" y="310930"/>
                  <a:pt x="43963" y="310041"/>
                </a:cubicBezTo>
                <a:cubicBezTo>
                  <a:pt x="42058" y="304707"/>
                  <a:pt x="44915" y="298484"/>
                  <a:pt x="49678" y="294039"/>
                </a:cubicBezTo>
                <a:cubicBezTo>
                  <a:pt x="51106" y="291372"/>
                  <a:pt x="52535" y="291816"/>
                  <a:pt x="53726" y="293261"/>
                </a:cubicBezTo>
                <a:close/>
                <a:moveTo>
                  <a:pt x="901551" y="291880"/>
                </a:moveTo>
                <a:cubicBezTo>
                  <a:pt x="899791" y="299058"/>
                  <a:pt x="899791" y="307134"/>
                  <a:pt x="902431" y="314312"/>
                </a:cubicBezTo>
                <a:cubicBezTo>
                  <a:pt x="902431" y="316106"/>
                  <a:pt x="899791" y="315209"/>
                  <a:pt x="898911" y="317004"/>
                </a:cubicBezTo>
                <a:cubicBezTo>
                  <a:pt x="889231" y="323285"/>
                  <a:pt x="883951" y="331360"/>
                  <a:pt x="883951" y="343025"/>
                </a:cubicBezTo>
                <a:cubicBezTo>
                  <a:pt x="883951" y="352895"/>
                  <a:pt x="890991" y="360073"/>
                  <a:pt x="896271" y="367251"/>
                </a:cubicBezTo>
                <a:cubicBezTo>
                  <a:pt x="903311" y="371738"/>
                  <a:pt x="912112" y="374429"/>
                  <a:pt x="920032" y="374429"/>
                </a:cubicBezTo>
                <a:cubicBezTo>
                  <a:pt x="927952" y="388786"/>
                  <a:pt x="943793" y="394170"/>
                  <a:pt x="957873" y="391478"/>
                </a:cubicBezTo>
                <a:cubicBezTo>
                  <a:pt x="958753" y="392375"/>
                  <a:pt x="959633" y="392375"/>
                  <a:pt x="959633" y="393272"/>
                </a:cubicBezTo>
                <a:cubicBezTo>
                  <a:pt x="954353" y="395067"/>
                  <a:pt x="945553" y="395067"/>
                  <a:pt x="939393" y="393272"/>
                </a:cubicBezTo>
                <a:cubicBezTo>
                  <a:pt x="930592" y="392375"/>
                  <a:pt x="921792" y="386094"/>
                  <a:pt x="917392" y="377121"/>
                </a:cubicBezTo>
                <a:cubicBezTo>
                  <a:pt x="905952" y="379813"/>
                  <a:pt x="895391" y="372635"/>
                  <a:pt x="888351" y="363662"/>
                </a:cubicBezTo>
                <a:cubicBezTo>
                  <a:pt x="883071" y="354689"/>
                  <a:pt x="878671" y="343025"/>
                  <a:pt x="882191" y="333155"/>
                </a:cubicBezTo>
                <a:cubicBezTo>
                  <a:pt x="883951" y="324182"/>
                  <a:pt x="890111" y="316106"/>
                  <a:pt x="898911" y="313415"/>
                </a:cubicBezTo>
                <a:cubicBezTo>
                  <a:pt x="899791" y="309825"/>
                  <a:pt x="898031" y="306236"/>
                  <a:pt x="898031" y="302647"/>
                </a:cubicBezTo>
                <a:cubicBezTo>
                  <a:pt x="898031" y="299058"/>
                  <a:pt x="897151" y="292777"/>
                  <a:pt x="901551" y="291880"/>
                </a:cubicBezTo>
                <a:close/>
                <a:moveTo>
                  <a:pt x="939260" y="285530"/>
                </a:moveTo>
                <a:cubicBezTo>
                  <a:pt x="943890" y="286396"/>
                  <a:pt x="943890" y="291591"/>
                  <a:pt x="946668" y="295055"/>
                </a:cubicBezTo>
                <a:cubicBezTo>
                  <a:pt x="948520" y="299384"/>
                  <a:pt x="948520" y="306312"/>
                  <a:pt x="945742" y="310641"/>
                </a:cubicBezTo>
                <a:cubicBezTo>
                  <a:pt x="942964" y="311507"/>
                  <a:pt x="942038" y="314105"/>
                  <a:pt x="939260" y="313239"/>
                </a:cubicBezTo>
                <a:cubicBezTo>
                  <a:pt x="937408" y="309775"/>
                  <a:pt x="942964" y="308909"/>
                  <a:pt x="943890" y="306312"/>
                </a:cubicBezTo>
                <a:cubicBezTo>
                  <a:pt x="945742" y="299384"/>
                  <a:pt x="943890" y="293323"/>
                  <a:pt x="938334" y="288128"/>
                </a:cubicBezTo>
                <a:cubicBezTo>
                  <a:pt x="938334" y="287262"/>
                  <a:pt x="938334" y="286396"/>
                  <a:pt x="939260" y="285530"/>
                </a:cubicBezTo>
                <a:close/>
                <a:moveTo>
                  <a:pt x="909627" y="279180"/>
                </a:moveTo>
                <a:cubicBezTo>
                  <a:pt x="911215" y="279180"/>
                  <a:pt x="912008" y="279180"/>
                  <a:pt x="913596" y="279180"/>
                </a:cubicBezTo>
                <a:cubicBezTo>
                  <a:pt x="910421" y="282037"/>
                  <a:pt x="906452" y="284895"/>
                  <a:pt x="904071" y="288705"/>
                </a:cubicBezTo>
                <a:cubicBezTo>
                  <a:pt x="904071" y="284895"/>
                  <a:pt x="907246" y="282037"/>
                  <a:pt x="909627" y="279180"/>
                </a:cubicBezTo>
                <a:close/>
                <a:moveTo>
                  <a:pt x="944139" y="268067"/>
                </a:moveTo>
                <a:cubicBezTo>
                  <a:pt x="947695" y="269836"/>
                  <a:pt x="950362" y="274258"/>
                  <a:pt x="953029" y="277796"/>
                </a:cubicBezTo>
                <a:cubicBezTo>
                  <a:pt x="956585" y="285756"/>
                  <a:pt x="962808" y="292832"/>
                  <a:pt x="961919" y="302561"/>
                </a:cubicBezTo>
                <a:cubicBezTo>
                  <a:pt x="961030" y="314943"/>
                  <a:pt x="953029" y="324672"/>
                  <a:pt x="941472" y="329094"/>
                </a:cubicBezTo>
                <a:cubicBezTo>
                  <a:pt x="935249" y="329094"/>
                  <a:pt x="930804" y="329979"/>
                  <a:pt x="926359" y="327326"/>
                </a:cubicBezTo>
                <a:cubicBezTo>
                  <a:pt x="922803" y="324672"/>
                  <a:pt x="919247" y="320250"/>
                  <a:pt x="918358" y="314059"/>
                </a:cubicBezTo>
                <a:cubicBezTo>
                  <a:pt x="919247" y="311405"/>
                  <a:pt x="919247" y="306983"/>
                  <a:pt x="923692" y="305214"/>
                </a:cubicBezTo>
                <a:cubicBezTo>
                  <a:pt x="926359" y="303445"/>
                  <a:pt x="929915" y="304330"/>
                  <a:pt x="933471" y="305214"/>
                </a:cubicBezTo>
                <a:cubicBezTo>
                  <a:pt x="937027" y="307867"/>
                  <a:pt x="936138" y="313174"/>
                  <a:pt x="935249" y="316712"/>
                </a:cubicBezTo>
                <a:cubicBezTo>
                  <a:pt x="935249" y="318481"/>
                  <a:pt x="937027" y="319365"/>
                  <a:pt x="938805" y="318481"/>
                </a:cubicBezTo>
                <a:cubicBezTo>
                  <a:pt x="944139" y="319365"/>
                  <a:pt x="947695" y="314059"/>
                  <a:pt x="949473" y="310521"/>
                </a:cubicBezTo>
                <a:cubicBezTo>
                  <a:pt x="953918" y="299907"/>
                  <a:pt x="950362" y="288409"/>
                  <a:pt x="941472" y="280449"/>
                </a:cubicBezTo>
                <a:cubicBezTo>
                  <a:pt x="941472" y="280449"/>
                  <a:pt x="941472" y="280449"/>
                  <a:pt x="944139" y="268067"/>
                </a:cubicBezTo>
                <a:close/>
                <a:moveTo>
                  <a:pt x="914329" y="263305"/>
                </a:moveTo>
                <a:cubicBezTo>
                  <a:pt x="916120" y="263305"/>
                  <a:pt x="918806" y="263305"/>
                  <a:pt x="918806" y="265977"/>
                </a:cubicBezTo>
                <a:cubicBezTo>
                  <a:pt x="919702" y="267758"/>
                  <a:pt x="917911" y="270429"/>
                  <a:pt x="917911" y="272210"/>
                </a:cubicBezTo>
                <a:cubicBezTo>
                  <a:pt x="911642" y="274882"/>
                  <a:pt x="905373" y="277554"/>
                  <a:pt x="900000" y="282897"/>
                </a:cubicBezTo>
                <a:cubicBezTo>
                  <a:pt x="899105" y="289131"/>
                  <a:pt x="894627" y="293584"/>
                  <a:pt x="894627" y="300708"/>
                </a:cubicBezTo>
                <a:cubicBezTo>
                  <a:pt x="894627" y="304270"/>
                  <a:pt x="894627" y="306942"/>
                  <a:pt x="895523" y="310504"/>
                </a:cubicBezTo>
                <a:cubicBezTo>
                  <a:pt x="883881" y="315847"/>
                  <a:pt x="879404" y="329205"/>
                  <a:pt x="877613" y="340783"/>
                </a:cubicBezTo>
                <a:cubicBezTo>
                  <a:pt x="877613" y="355922"/>
                  <a:pt x="883881" y="370171"/>
                  <a:pt x="898209" y="376405"/>
                </a:cubicBezTo>
                <a:cubicBezTo>
                  <a:pt x="902687" y="381748"/>
                  <a:pt x="909851" y="381748"/>
                  <a:pt x="916120" y="382638"/>
                </a:cubicBezTo>
                <a:cubicBezTo>
                  <a:pt x="926866" y="395106"/>
                  <a:pt x="942090" y="402230"/>
                  <a:pt x="958209" y="397778"/>
                </a:cubicBezTo>
                <a:cubicBezTo>
                  <a:pt x="961791" y="397778"/>
                  <a:pt x="966269" y="393325"/>
                  <a:pt x="968955" y="397778"/>
                </a:cubicBezTo>
                <a:cubicBezTo>
                  <a:pt x="968955" y="397778"/>
                  <a:pt x="968955" y="397778"/>
                  <a:pt x="970746" y="401340"/>
                </a:cubicBezTo>
                <a:cubicBezTo>
                  <a:pt x="964478" y="408464"/>
                  <a:pt x="954627" y="407574"/>
                  <a:pt x="946567" y="408464"/>
                </a:cubicBezTo>
                <a:cubicBezTo>
                  <a:pt x="940299" y="409355"/>
                  <a:pt x="935821" y="404902"/>
                  <a:pt x="929552" y="404902"/>
                </a:cubicBezTo>
                <a:cubicBezTo>
                  <a:pt x="924179" y="402230"/>
                  <a:pt x="917911" y="398668"/>
                  <a:pt x="914329" y="393325"/>
                </a:cubicBezTo>
                <a:cubicBezTo>
                  <a:pt x="912538" y="389763"/>
                  <a:pt x="908955" y="391544"/>
                  <a:pt x="907164" y="391544"/>
                </a:cubicBezTo>
                <a:cubicBezTo>
                  <a:pt x="890150" y="387982"/>
                  <a:pt x="872239" y="372842"/>
                  <a:pt x="868657" y="355922"/>
                </a:cubicBezTo>
                <a:cubicBezTo>
                  <a:pt x="867762" y="348798"/>
                  <a:pt x="865971" y="342564"/>
                  <a:pt x="865971" y="335439"/>
                </a:cubicBezTo>
                <a:cubicBezTo>
                  <a:pt x="869553" y="323862"/>
                  <a:pt x="875822" y="313176"/>
                  <a:pt x="884777" y="306051"/>
                </a:cubicBezTo>
                <a:cubicBezTo>
                  <a:pt x="885672" y="302489"/>
                  <a:pt x="885672" y="298036"/>
                  <a:pt x="885672" y="293584"/>
                </a:cubicBezTo>
                <a:cubicBezTo>
                  <a:pt x="887463" y="288240"/>
                  <a:pt x="889254" y="282897"/>
                  <a:pt x="891941" y="277554"/>
                </a:cubicBezTo>
                <a:cubicBezTo>
                  <a:pt x="898209" y="270429"/>
                  <a:pt x="906269" y="265086"/>
                  <a:pt x="914329" y="263305"/>
                </a:cubicBezTo>
                <a:close/>
                <a:moveTo>
                  <a:pt x="78426" y="263305"/>
                </a:moveTo>
                <a:cubicBezTo>
                  <a:pt x="78426" y="263305"/>
                  <a:pt x="78426" y="263305"/>
                  <a:pt x="79292" y="265173"/>
                </a:cubicBezTo>
                <a:cubicBezTo>
                  <a:pt x="76694" y="271709"/>
                  <a:pt x="72365" y="281048"/>
                  <a:pt x="76694" y="287584"/>
                </a:cubicBezTo>
                <a:cubicBezTo>
                  <a:pt x="77560" y="289452"/>
                  <a:pt x="80158" y="290386"/>
                  <a:pt x="79292" y="293187"/>
                </a:cubicBezTo>
                <a:cubicBezTo>
                  <a:pt x="78426" y="295055"/>
                  <a:pt x="76694" y="292253"/>
                  <a:pt x="75828" y="292253"/>
                </a:cubicBezTo>
                <a:cubicBezTo>
                  <a:pt x="70633" y="285717"/>
                  <a:pt x="70633" y="277312"/>
                  <a:pt x="73231" y="269842"/>
                </a:cubicBezTo>
                <a:cubicBezTo>
                  <a:pt x="74097" y="267040"/>
                  <a:pt x="75828" y="264239"/>
                  <a:pt x="78426" y="263305"/>
                </a:cubicBezTo>
                <a:close/>
                <a:moveTo>
                  <a:pt x="885310" y="258543"/>
                </a:moveTo>
                <a:cubicBezTo>
                  <a:pt x="891371" y="261235"/>
                  <a:pt x="885310" y="265721"/>
                  <a:pt x="886175" y="270207"/>
                </a:cubicBezTo>
                <a:cubicBezTo>
                  <a:pt x="886175" y="273796"/>
                  <a:pt x="890505" y="277385"/>
                  <a:pt x="887041" y="279180"/>
                </a:cubicBezTo>
                <a:cubicBezTo>
                  <a:pt x="881846" y="275591"/>
                  <a:pt x="882712" y="270207"/>
                  <a:pt x="882712" y="263926"/>
                </a:cubicBezTo>
                <a:cubicBezTo>
                  <a:pt x="883578" y="262132"/>
                  <a:pt x="884444" y="260337"/>
                  <a:pt x="885310" y="258543"/>
                </a:cubicBezTo>
                <a:close/>
                <a:moveTo>
                  <a:pt x="824952" y="255367"/>
                </a:moveTo>
                <a:cubicBezTo>
                  <a:pt x="826744" y="255367"/>
                  <a:pt x="828536" y="255367"/>
                  <a:pt x="830329" y="256272"/>
                </a:cubicBezTo>
                <a:cubicBezTo>
                  <a:pt x="829433" y="258986"/>
                  <a:pt x="829433" y="261700"/>
                  <a:pt x="827640" y="262604"/>
                </a:cubicBezTo>
                <a:cubicBezTo>
                  <a:pt x="828536" y="270747"/>
                  <a:pt x="830329" y="278889"/>
                  <a:pt x="838394" y="283413"/>
                </a:cubicBezTo>
                <a:cubicBezTo>
                  <a:pt x="841083" y="285222"/>
                  <a:pt x="845563" y="285222"/>
                  <a:pt x="848252" y="283413"/>
                </a:cubicBezTo>
                <a:cubicBezTo>
                  <a:pt x="850044" y="280698"/>
                  <a:pt x="853629" y="277984"/>
                  <a:pt x="851837" y="274366"/>
                </a:cubicBezTo>
                <a:cubicBezTo>
                  <a:pt x="849148" y="273461"/>
                  <a:pt x="842875" y="277080"/>
                  <a:pt x="842875" y="271651"/>
                </a:cubicBezTo>
                <a:cubicBezTo>
                  <a:pt x="841083" y="267128"/>
                  <a:pt x="844667" y="265319"/>
                  <a:pt x="847356" y="263509"/>
                </a:cubicBezTo>
                <a:cubicBezTo>
                  <a:pt x="850940" y="264414"/>
                  <a:pt x="857214" y="265319"/>
                  <a:pt x="859006" y="269842"/>
                </a:cubicBezTo>
                <a:cubicBezTo>
                  <a:pt x="859902" y="276175"/>
                  <a:pt x="859902" y="281603"/>
                  <a:pt x="856317" y="286127"/>
                </a:cubicBezTo>
                <a:cubicBezTo>
                  <a:pt x="860798" y="290650"/>
                  <a:pt x="863487" y="295174"/>
                  <a:pt x="863487" y="301507"/>
                </a:cubicBezTo>
                <a:cubicBezTo>
                  <a:pt x="864383" y="308744"/>
                  <a:pt x="853629" y="313268"/>
                  <a:pt x="858110" y="320505"/>
                </a:cubicBezTo>
                <a:cubicBezTo>
                  <a:pt x="860798" y="327743"/>
                  <a:pt x="854525" y="332266"/>
                  <a:pt x="853629" y="338599"/>
                </a:cubicBezTo>
                <a:cubicBezTo>
                  <a:pt x="852733" y="339504"/>
                  <a:pt x="851837" y="338599"/>
                  <a:pt x="850940" y="338599"/>
                </a:cubicBezTo>
                <a:cubicBezTo>
                  <a:pt x="847356" y="331362"/>
                  <a:pt x="854525" y="317791"/>
                  <a:pt x="842875" y="315077"/>
                </a:cubicBezTo>
                <a:cubicBezTo>
                  <a:pt x="839290" y="314172"/>
                  <a:pt x="835706" y="311458"/>
                  <a:pt x="834810" y="306935"/>
                </a:cubicBezTo>
                <a:cubicBezTo>
                  <a:pt x="834810" y="306935"/>
                  <a:pt x="834810" y="306935"/>
                  <a:pt x="833913" y="301507"/>
                </a:cubicBezTo>
                <a:cubicBezTo>
                  <a:pt x="836602" y="301507"/>
                  <a:pt x="839290" y="299697"/>
                  <a:pt x="841979" y="300602"/>
                </a:cubicBezTo>
                <a:cubicBezTo>
                  <a:pt x="843771" y="304221"/>
                  <a:pt x="841979" y="309649"/>
                  <a:pt x="846460" y="311458"/>
                </a:cubicBezTo>
                <a:cubicBezTo>
                  <a:pt x="850044" y="311458"/>
                  <a:pt x="852733" y="307839"/>
                  <a:pt x="854525" y="305125"/>
                </a:cubicBezTo>
                <a:cubicBezTo>
                  <a:pt x="856317" y="303316"/>
                  <a:pt x="856317" y="300602"/>
                  <a:pt x="855421" y="297888"/>
                </a:cubicBezTo>
                <a:cubicBezTo>
                  <a:pt x="850940" y="288841"/>
                  <a:pt x="840187" y="294269"/>
                  <a:pt x="833017" y="287936"/>
                </a:cubicBezTo>
                <a:cubicBezTo>
                  <a:pt x="831225" y="287031"/>
                  <a:pt x="829433" y="283413"/>
                  <a:pt x="826744" y="283413"/>
                </a:cubicBezTo>
                <a:cubicBezTo>
                  <a:pt x="824056" y="288841"/>
                  <a:pt x="818679" y="287031"/>
                  <a:pt x="814198" y="286127"/>
                </a:cubicBezTo>
                <a:cubicBezTo>
                  <a:pt x="810613" y="283413"/>
                  <a:pt x="808821" y="279794"/>
                  <a:pt x="809717" y="276175"/>
                </a:cubicBezTo>
                <a:cubicBezTo>
                  <a:pt x="809717" y="274366"/>
                  <a:pt x="812406" y="274366"/>
                  <a:pt x="813302" y="273461"/>
                </a:cubicBezTo>
                <a:cubicBezTo>
                  <a:pt x="815094" y="273461"/>
                  <a:pt x="816886" y="275270"/>
                  <a:pt x="816886" y="277080"/>
                </a:cubicBezTo>
                <a:cubicBezTo>
                  <a:pt x="816886" y="277984"/>
                  <a:pt x="816886" y="278889"/>
                  <a:pt x="818679" y="279794"/>
                </a:cubicBezTo>
                <a:cubicBezTo>
                  <a:pt x="820471" y="279794"/>
                  <a:pt x="821367" y="278889"/>
                  <a:pt x="822263" y="277080"/>
                </a:cubicBezTo>
                <a:cubicBezTo>
                  <a:pt x="820471" y="272556"/>
                  <a:pt x="821367" y="267128"/>
                  <a:pt x="820471" y="262604"/>
                </a:cubicBezTo>
                <a:cubicBezTo>
                  <a:pt x="822263" y="259890"/>
                  <a:pt x="823159" y="257176"/>
                  <a:pt x="824952" y="255367"/>
                </a:cubicBezTo>
                <a:close/>
                <a:moveTo>
                  <a:pt x="75622" y="249914"/>
                </a:moveTo>
                <a:cubicBezTo>
                  <a:pt x="77437" y="252606"/>
                  <a:pt x="76529" y="254401"/>
                  <a:pt x="77437" y="257990"/>
                </a:cubicBezTo>
                <a:cubicBezTo>
                  <a:pt x="76529" y="261579"/>
                  <a:pt x="71994" y="263373"/>
                  <a:pt x="70179" y="266065"/>
                </a:cubicBezTo>
                <a:cubicBezTo>
                  <a:pt x="65644" y="275038"/>
                  <a:pt x="65644" y="286702"/>
                  <a:pt x="71994" y="294778"/>
                </a:cubicBezTo>
                <a:cubicBezTo>
                  <a:pt x="74715" y="296572"/>
                  <a:pt x="76529" y="300162"/>
                  <a:pt x="80158" y="299264"/>
                </a:cubicBezTo>
                <a:cubicBezTo>
                  <a:pt x="83787" y="296572"/>
                  <a:pt x="82879" y="290292"/>
                  <a:pt x="89229" y="288497"/>
                </a:cubicBezTo>
                <a:cubicBezTo>
                  <a:pt x="91044" y="287600"/>
                  <a:pt x="94672" y="288497"/>
                  <a:pt x="97394" y="290292"/>
                </a:cubicBezTo>
                <a:cubicBezTo>
                  <a:pt x="99208" y="292983"/>
                  <a:pt x="99208" y="297470"/>
                  <a:pt x="98301" y="300162"/>
                </a:cubicBezTo>
                <a:cubicBezTo>
                  <a:pt x="95579" y="307340"/>
                  <a:pt x="89229" y="310929"/>
                  <a:pt x="82879" y="310929"/>
                </a:cubicBezTo>
                <a:cubicBezTo>
                  <a:pt x="71087" y="310929"/>
                  <a:pt x="61108" y="300162"/>
                  <a:pt x="57479" y="290292"/>
                </a:cubicBezTo>
                <a:cubicBezTo>
                  <a:pt x="54758" y="284011"/>
                  <a:pt x="56572" y="277730"/>
                  <a:pt x="57479" y="270551"/>
                </a:cubicBezTo>
                <a:cubicBezTo>
                  <a:pt x="60201" y="264271"/>
                  <a:pt x="64737" y="258887"/>
                  <a:pt x="70179" y="252606"/>
                </a:cubicBezTo>
                <a:cubicBezTo>
                  <a:pt x="71994" y="251709"/>
                  <a:pt x="73808" y="249017"/>
                  <a:pt x="75622" y="249914"/>
                </a:cubicBezTo>
                <a:close/>
                <a:moveTo>
                  <a:pt x="104676" y="244255"/>
                </a:moveTo>
                <a:cubicBezTo>
                  <a:pt x="116141" y="246023"/>
                  <a:pt x="126725" y="253095"/>
                  <a:pt x="131134" y="263704"/>
                </a:cubicBezTo>
                <a:cubicBezTo>
                  <a:pt x="135544" y="271661"/>
                  <a:pt x="138190" y="281385"/>
                  <a:pt x="136426" y="291110"/>
                </a:cubicBezTo>
                <a:cubicBezTo>
                  <a:pt x="147009" y="297298"/>
                  <a:pt x="148773" y="309675"/>
                  <a:pt x="151419" y="320284"/>
                </a:cubicBezTo>
                <a:cubicBezTo>
                  <a:pt x="151419" y="320284"/>
                  <a:pt x="151419" y="320284"/>
                  <a:pt x="150537" y="322936"/>
                </a:cubicBezTo>
                <a:cubicBezTo>
                  <a:pt x="153183" y="337965"/>
                  <a:pt x="145245" y="351225"/>
                  <a:pt x="135544" y="361834"/>
                </a:cubicBezTo>
                <a:cubicBezTo>
                  <a:pt x="126725" y="368022"/>
                  <a:pt x="116141" y="373327"/>
                  <a:pt x="104676" y="372443"/>
                </a:cubicBezTo>
                <a:cubicBezTo>
                  <a:pt x="98502" y="368022"/>
                  <a:pt x="94975" y="376863"/>
                  <a:pt x="90565" y="378631"/>
                </a:cubicBezTo>
                <a:cubicBezTo>
                  <a:pt x="78218" y="386588"/>
                  <a:pt x="60579" y="391892"/>
                  <a:pt x="47350" y="382167"/>
                </a:cubicBezTo>
                <a:cubicBezTo>
                  <a:pt x="45586" y="380399"/>
                  <a:pt x="42940" y="379515"/>
                  <a:pt x="42940" y="375979"/>
                </a:cubicBezTo>
                <a:cubicBezTo>
                  <a:pt x="42058" y="373327"/>
                  <a:pt x="45586" y="372443"/>
                  <a:pt x="47350" y="370675"/>
                </a:cubicBezTo>
                <a:cubicBezTo>
                  <a:pt x="50877" y="370675"/>
                  <a:pt x="51759" y="375095"/>
                  <a:pt x="55287" y="375979"/>
                </a:cubicBezTo>
                <a:cubicBezTo>
                  <a:pt x="64988" y="378631"/>
                  <a:pt x="76454" y="379515"/>
                  <a:pt x="84391" y="372443"/>
                </a:cubicBezTo>
                <a:cubicBezTo>
                  <a:pt x="84391" y="372443"/>
                  <a:pt x="84391" y="372443"/>
                  <a:pt x="96738" y="364486"/>
                </a:cubicBezTo>
                <a:cubicBezTo>
                  <a:pt x="111732" y="365370"/>
                  <a:pt x="128488" y="360066"/>
                  <a:pt x="137308" y="345037"/>
                </a:cubicBezTo>
                <a:lnTo>
                  <a:pt x="138183" y="337580"/>
                </a:lnTo>
                <a:lnTo>
                  <a:pt x="125980" y="354280"/>
                </a:lnTo>
                <a:cubicBezTo>
                  <a:pt x="120017" y="358190"/>
                  <a:pt x="112816" y="360424"/>
                  <a:pt x="106065" y="361318"/>
                </a:cubicBezTo>
                <a:cubicBezTo>
                  <a:pt x="106065" y="361318"/>
                  <a:pt x="106065" y="361318"/>
                  <a:pt x="94363" y="360424"/>
                </a:cubicBezTo>
                <a:cubicBezTo>
                  <a:pt x="85362" y="369361"/>
                  <a:pt x="72760" y="379192"/>
                  <a:pt x="58358" y="372936"/>
                </a:cubicBezTo>
                <a:cubicBezTo>
                  <a:pt x="57458" y="371149"/>
                  <a:pt x="55658" y="371149"/>
                  <a:pt x="54758" y="370255"/>
                </a:cubicBezTo>
                <a:cubicBezTo>
                  <a:pt x="57458" y="366680"/>
                  <a:pt x="61959" y="370255"/>
                  <a:pt x="64659" y="371149"/>
                </a:cubicBezTo>
                <a:cubicBezTo>
                  <a:pt x="73661" y="371149"/>
                  <a:pt x="83562" y="368467"/>
                  <a:pt x="88963" y="361318"/>
                </a:cubicBezTo>
                <a:cubicBezTo>
                  <a:pt x="94363" y="353274"/>
                  <a:pt x="105165" y="358637"/>
                  <a:pt x="113266" y="354168"/>
                </a:cubicBezTo>
                <a:cubicBezTo>
                  <a:pt x="122267" y="352381"/>
                  <a:pt x="130368" y="343444"/>
                  <a:pt x="133969" y="334507"/>
                </a:cubicBezTo>
                <a:cubicBezTo>
                  <a:pt x="136669" y="320207"/>
                  <a:pt x="130368" y="305014"/>
                  <a:pt x="119567" y="296077"/>
                </a:cubicBezTo>
                <a:cubicBezTo>
                  <a:pt x="119567" y="296077"/>
                  <a:pt x="119567" y="296077"/>
                  <a:pt x="123167" y="286247"/>
                </a:cubicBezTo>
                <a:cubicBezTo>
                  <a:pt x="122267" y="276416"/>
                  <a:pt x="119567" y="265692"/>
                  <a:pt x="110566" y="262117"/>
                </a:cubicBezTo>
                <a:cubicBezTo>
                  <a:pt x="108765" y="261223"/>
                  <a:pt x="106065" y="261223"/>
                  <a:pt x="106065" y="259436"/>
                </a:cubicBezTo>
                <a:cubicBezTo>
                  <a:pt x="106065" y="259436"/>
                  <a:pt x="106065" y="259436"/>
                  <a:pt x="106065" y="258542"/>
                </a:cubicBezTo>
                <a:cubicBezTo>
                  <a:pt x="115066" y="259436"/>
                  <a:pt x="121367" y="266585"/>
                  <a:pt x="124067" y="274629"/>
                </a:cubicBezTo>
                <a:cubicBezTo>
                  <a:pt x="127668" y="280884"/>
                  <a:pt x="125868" y="288034"/>
                  <a:pt x="124067" y="295184"/>
                </a:cubicBezTo>
                <a:cubicBezTo>
                  <a:pt x="130368" y="300546"/>
                  <a:pt x="134869" y="307025"/>
                  <a:pt x="137344" y="314175"/>
                </a:cubicBezTo>
                <a:lnTo>
                  <a:pt x="138399" y="335743"/>
                </a:lnTo>
                <a:lnTo>
                  <a:pt x="140836" y="314979"/>
                </a:lnTo>
                <a:cubicBezTo>
                  <a:pt x="139072" y="307023"/>
                  <a:pt x="132898" y="300834"/>
                  <a:pt x="128488" y="294646"/>
                </a:cubicBezTo>
                <a:cubicBezTo>
                  <a:pt x="128488" y="287574"/>
                  <a:pt x="130252" y="282269"/>
                  <a:pt x="128488" y="276081"/>
                </a:cubicBezTo>
                <a:cubicBezTo>
                  <a:pt x="125843" y="269008"/>
                  <a:pt x="120551" y="261052"/>
                  <a:pt x="113495" y="257516"/>
                </a:cubicBezTo>
                <a:cubicBezTo>
                  <a:pt x="112613" y="257516"/>
                  <a:pt x="102030" y="254864"/>
                  <a:pt x="102030" y="251327"/>
                </a:cubicBezTo>
                <a:cubicBezTo>
                  <a:pt x="102030" y="248675"/>
                  <a:pt x="102030" y="245139"/>
                  <a:pt x="104676" y="244255"/>
                </a:cubicBezTo>
                <a:close/>
                <a:moveTo>
                  <a:pt x="891030" y="241080"/>
                </a:moveTo>
                <a:cubicBezTo>
                  <a:pt x="893638" y="241080"/>
                  <a:pt x="896246" y="242856"/>
                  <a:pt x="897115" y="245519"/>
                </a:cubicBezTo>
                <a:cubicBezTo>
                  <a:pt x="897115" y="246407"/>
                  <a:pt x="897985" y="249071"/>
                  <a:pt x="898854" y="248183"/>
                </a:cubicBezTo>
                <a:cubicBezTo>
                  <a:pt x="901462" y="248183"/>
                  <a:pt x="903201" y="249959"/>
                  <a:pt x="902331" y="252623"/>
                </a:cubicBezTo>
                <a:cubicBezTo>
                  <a:pt x="904070" y="257062"/>
                  <a:pt x="899723" y="258838"/>
                  <a:pt x="897115" y="259726"/>
                </a:cubicBezTo>
                <a:cubicBezTo>
                  <a:pt x="895377" y="260614"/>
                  <a:pt x="892769" y="260614"/>
                  <a:pt x="890161" y="259726"/>
                </a:cubicBezTo>
                <a:cubicBezTo>
                  <a:pt x="888422" y="257950"/>
                  <a:pt x="889291" y="254399"/>
                  <a:pt x="885814" y="253511"/>
                </a:cubicBezTo>
                <a:cubicBezTo>
                  <a:pt x="880598" y="256174"/>
                  <a:pt x="878859" y="263278"/>
                  <a:pt x="878859" y="269493"/>
                </a:cubicBezTo>
                <a:cubicBezTo>
                  <a:pt x="879729" y="275709"/>
                  <a:pt x="880598" y="281924"/>
                  <a:pt x="884945" y="286364"/>
                </a:cubicBezTo>
                <a:cubicBezTo>
                  <a:pt x="884945" y="286364"/>
                  <a:pt x="884945" y="286364"/>
                  <a:pt x="882337" y="293467"/>
                </a:cubicBezTo>
                <a:cubicBezTo>
                  <a:pt x="879729" y="292579"/>
                  <a:pt x="876251" y="289027"/>
                  <a:pt x="874513" y="286364"/>
                </a:cubicBezTo>
                <a:cubicBezTo>
                  <a:pt x="869297" y="277484"/>
                  <a:pt x="867558" y="265054"/>
                  <a:pt x="871035" y="254399"/>
                </a:cubicBezTo>
                <a:cubicBezTo>
                  <a:pt x="874513" y="246407"/>
                  <a:pt x="883206" y="241080"/>
                  <a:pt x="891030" y="241080"/>
                </a:cubicBezTo>
                <a:close/>
                <a:moveTo>
                  <a:pt x="830163" y="241080"/>
                </a:moveTo>
                <a:cubicBezTo>
                  <a:pt x="834573" y="242773"/>
                  <a:pt x="838101" y="246160"/>
                  <a:pt x="838983" y="251240"/>
                </a:cubicBezTo>
                <a:cubicBezTo>
                  <a:pt x="838983" y="252087"/>
                  <a:pt x="838101" y="252933"/>
                  <a:pt x="837219" y="253780"/>
                </a:cubicBezTo>
                <a:cubicBezTo>
                  <a:pt x="831927" y="252933"/>
                  <a:pt x="826636" y="251240"/>
                  <a:pt x="823108" y="247853"/>
                </a:cubicBezTo>
                <a:cubicBezTo>
                  <a:pt x="825754" y="245313"/>
                  <a:pt x="827518" y="243620"/>
                  <a:pt x="830163" y="241080"/>
                </a:cubicBezTo>
                <a:close/>
                <a:moveTo>
                  <a:pt x="137660" y="241080"/>
                </a:moveTo>
                <a:cubicBezTo>
                  <a:pt x="141188" y="245379"/>
                  <a:pt x="142070" y="249679"/>
                  <a:pt x="142070" y="253978"/>
                </a:cubicBezTo>
                <a:cubicBezTo>
                  <a:pt x="141188" y="257417"/>
                  <a:pt x="140306" y="260857"/>
                  <a:pt x="137660" y="261717"/>
                </a:cubicBezTo>
                <a:cubicBezTo>
                  <a:pt x="134133" y="258277"/>
                  <a:pt x="142070" y="255698"/>
                  <a:pt x="138542" y="251398"/>
                </a:cubicBezTo>
                <a:cubicBezTo>
                  <a:pt x="140306" y="247959"/>
                  <a:pt x="136779" y="245379"/>
                  <a:pt x="135897" y="242800"/>
                </a:cubicBezTo>
                <a:cubicBezTo>
                  <a:pt x="135015" y="241080"/>
                  <a:pt x="136779" y="241080"/>
                  <a:pt x="137660" y="241080"/>
                </a:cubicBezTo>
                <a:close/>
                <a:moveTo>
                  <a:pt x="200524" y="239665"/>
                </a:moveTo>
                <a:cubicBezTo>
                  <a:pt x="201540" y="238773"/>
                  <a:pt x="202444" y="238549"/>
                  <a:pt x="203348" y="240782"/>
                </a:cubicBezTo>
                <a:cubicBezTo>
                  <a:pt x="204251" y="247032"/>
                  <a:pt x="200637" y="251497"/>
                  <a:pt x="198829" y="257748"/>
                </a:cubicBezTo>
                <a:cubicBezTo>
                  <a:pt x="199733" y="259534"/>
                  <a:pt x="201540" y="260427"/>
                  <a:pt x="202444" y="261320"/>
                </a:cubicBezTo>
                <a:cubicBezTo>
                  <a:pt x="204251" y="261320"/>
                  <a:pt x="206058" y="261320"/>
                  <a:pt x="206962" y="259534"/>
                </a:cubicBezTo>
                <a:cubicBezTo>
                  <a:pt x="206058" y="257748"/>
                  <a:pt x="206058" y="256855"/>
                  <a:pt x="206962" y="255069"/>
                </a:cubicBezTo>
                <a:cubicBezTo>
                  <a:pt x="208769" y="254176"/>
                  <a:pt x="210577" y="254176"/>
                  <a:pt x="211480" y="255069"/>
                </a:cubicBezTo>
                <a:cubicBezTo>
                  <a:pt x="213288" y="256855"/>
                  <a:pt x="215095" y="260427"/>
                  <a:pt x="213288" y="263106"/>
                </a:cubicBezTo>
                <a:cubicBezTo>
                  <a:pt x="211480" y="265785"/>
                  <a:pt x="208769" y="268464"/>
                  <a:pt x="206058" y="269357"/>
                </a:cubicBezTo>
                <a:cubicBezTo>
                  <a:pt x="200637" y="270250"/>
                  <a:pt x="197022" y="267571"/>
                  <a:pt x="192504" y="265785"/>
                </a:cubicBezTo>
                <a:cubicBezTo>
                  <a:pt x="187986" y="264892"/>
                  <a:pt x="184371" y="267571"/>
                  <a:pt x="179853" y="268464"/>
                </a:cubicBezTo>
                <a:cubicBezTo>
                  <a:pt x="174431" y="271143"/>
                  <a:pt x="167202" y="277393"/>
                  <a:pt x="166298" y="283644"/>
                </a:cubicBezTo>
                <a:cubicBezTo>
                  <a:pt x="166298" y="287216"/>
                  <a:pt x="169009" y="290788"/>
                  <a:pt x="171720" y="291681"/>
                </a:cubicBezTo>
                <a:cubicBezTo>
                  <a:pt x="173527" y="292574"/>
                  <a:pt x="176238" y="291681"/>
                  <a:pt x="178045" y="290788"/>
                </a:cubicBezTo>
                <a:cubicBezTo>
                  <a:pt x="179853" y="288109"/>
                  <a:pt x="176238" y="284537"/>
                  <a:pt x="178949" y="281858"/>
                </a:cubicBezTo>
                <a:cubicBezTo>
                  <a:pt x="180756" y="279179"/>
                  <a:pt x="184371" y="280072"/>
                  <a:pt x="187082" y="280965"/>
                </a:cubicBezTo>
                <a:cubicBezTo>
                  <a:pt x="189793" y="281858"/>
                  <a:pt x="189793" y="284537"/>
                  <a:pt x="190696" y="286323"/>
                </a:cubicBezTo>
                <a:cubicBezTo>
                  <a:pt x="189793" y="290788"/>
                  <a:pt x="187986" y="295253"/>
                  <a:pt x="183467" y="297932"/>
                </a:cubicBezTo>
                <a:cubicBezTo>
                  <a:pt x="180756" y="298825"/>
                  <a:pt x="177142" y="300611"/>
                  <a:pt x="174431" y="300611"/>
                </a:cubicBezTo>
                <a:cubicBezTo>
                  <a:pt x="167202" y="306861"/>
                  <a:pt x="171720" y="317577"/>
                  <a:pt x="165394" y="322042"/>
                </a:cubicBezTo>
                <a:cubicBezTo>
                  <a:pt x="166298" y="314005"/>
                  <a:pt x="156358" y="304182"/>
                  <a:pt x="166298" y="298825"/>
                </a:cubicBezTo>
                <a:cubicBezTo>
                  <a:pt x="167202" y="297039"/>
                  <a:pt x="163587" y="297039"/>
                  <a:pt x="163587" y="295253"/>
                </a:cubicBezTo>
                <a:cubicBezTo>
                  <a:pt x="159973" y="290788"/>
                  <a:pt x="158165" y="284537"/>
                  <a:pt x="159973" y="279179"/>
                </a:cubicBezTo>
                <a:cubicBezTo>
                  <a:pt x="160876" y="273822"/>
                  <a:pt x="168105" y="271143"/>
                  <a:pt x="168105" y="265785"/>
                </a:cubicBezTo>
                <a:cubicBezTo>
                  <a:pt x="164491" y="263106"/>
                  <a:pt x="164491" y="258641"/>
                  <a:pt x="164491" y="255069"/>
                </a:cubicBezTo>
                <a:cubicBezTo>
                  <a:pt x="164491" y="250604"/>
                  <a:pt x="167202" y="247032"/>
                  <a:pt x="171720" y="246140"/>
                </a:cubicBezTo>
                <a:cubicBezTo>
                  <a:pt x="175335" y="245247"/>
                  <a:pt x="177142" y="247032"/>
                  <a:pt x="178949" y="249711"/>
                </a:cubicBezTo>
                <a:cubicBezTo>
                  <a:pt x="178949" y="251497"/>
                  <a:pt x="178045" y="253283"/>
                  <a:pt x="175335" y="254176"/>
                </a:cubicBezTo>
                <a:cubicBezTo>
                  <a:pt x="174431" y="253283"/>
                  <a:pt x="172624" y="254176"/>
                  <a:pt x="172624" y="255962"/>
                </a:cubicBezTo>
                <a:cubicBezTo>
                  <a:pt x="171720" y="259534"/>
                  <a:pt x="177142" y="260427"/>
                  <a:pt x="178949" y="261320"/>
                </a:cubicBezTo>
                <a:cubicBezTo>
                  <a:pt x="184371" y="263106"/>
                  <a:pt x="187986" y="258641"/>
                  <a:pt x="190696" y="255962"/>
                </a:cubicBezTo>
                <a:cubicBezTo>
                  <a:pt x="195215" y="252390"/>
                  <a:pt x="196118" y="247925"/>
                  <a:pt x="197022" y="242568"/>
                </a:cubicBezTo>
                <a:cubicBezTo>
                  <a:pt x="198378" y="242121"/>
                  <a:pt x="199507" y="240558"/>
                  <a:pt x="200524" y="239665"/>
                </a:cubicBezTo>
                <a:close/>
                <a:moveTo>
                  <a:pt x="196419" y="229471"/>
                </a:moveTo>
                <a:cubicBezTo>
                  <a:pt x="196419" y="229471"/>
                  <a:pt x="196419" y="229471"/>
                  <a:pt x="199221" y="233935"/>
                </a:cubicBezTo>
                <a:cubicBezTo>
                  <a:pt x="198287" y="239293"/>
                  <a:pt x="191750" y="240186"/>
                  <a:pt x="187081" y="241079"/>
                </a:cubicBezTo>
                <a:cubicBezTo>
                  <a:pt x="183346" y="239293"/>
                  <a:pt x="187081" y="236614"/>
                  <a:pt x="186147" y="233935"/>
                </a:cubicBezTo>
                <a:cubicBezTo>
                  <a:pt x="188949" y="232149"/>
                  <a:pt x="191750" y="226792"/>
                  <a:pt x="196419" y="229471"/>
                </a:cubicBezTo>
                <a:close/>
                <a:moveTo>
                  <a:pt x="774812" y="225205"/>
                </a:moveTo>
                <a:cubicBezTo>
                  <a:pt x="779391" y="229534"/>
                  <a:pt x="787634" y="226937"/>
                  <a:pt x="794044" y="226071"/>
                </a:cubicBezTo>
                <a:cubicBezTo>
                  <a:pt x="794044" y="228669"/>
                  <a:pt x="791297" y="231266"/>
                  <a:pt x="791297" y="233864"/>
                </a:cubicBezTo>
                <a:cubicBezTo>
                  <a:pt x="790381" y="238194"/>
                  <a:pt x="797708" y="242523"/>
                  <a:pt x="792213" y="244255"/>
                </a:cubicBezTo>
                <a:cubicBezTo>
                  <a:pt x="786718" y="244255"/>
                  <a:pt x="782138" y="242523"/>
                  <a:pt x="778475" y="239925"/>
                </a:cubicBezTo>
                <a:cubicBezTo>
                  <a:pt x="776643" y="235596"/>
                  <a:pt x="773896" y="231266"/>
                  <a:pt x="773896" y="226071"/>
                </a:cubicBezTo>
                <a:cubicBezTo>
                  <a:pt x="773896" y="226071"/>
                  <a:pt x="773896" y="226071"/>
                  <a:pt x="774812" y="225205"/>
                </a:cubicBezTo>
                <a:close/>
                <a:moveTo>
                  <a:pt x="130515" y="223617"/>
                </a:moveTo>
                <a:cubicBezTo>
                  <a:pt x="136053" y="223617"/>
                  <a:pt x="141591" y="225393"/>
                  <a:pt x="146205" y="228056"/>
                </a:cubicBezTo>
                <a:cubicBezTo>
                  <a:pt x="155435" y="236048"/>
                  <a:pt x="156358" y="247591"/>
                  <a:pt x="153589" y="258246"/>
                </a:cubicBezTo>
                <a:cubicBezTo>
                  <a:pt x="150820" y="265349"/>
                  <a:pt x="148974" y="273340"/>
                  <a:pt x="141591" y="276004"/>
                </a:cubicBezTo>
                <a:cubicBezTo>
                  <a:pt x="139745" y="273340"/>
                  <a:pt x="138822" y="270676"/>
                  <a:pt x="138822" y="267125"/>
                </a:cubicBezTo>
                <a:cubicBezTo>
                  <a:pt x="145282" y="263573"/>
                  <a:pt x="144360" y="255582"/>
                  <a:pt x="145282" y="249366"/>
                </a:cubicBezTo>
                <a:cubicBezTo>
                  <a:pt x="145282" y="244039"/>
                  <a:pt x="141591" y="238711"/>
                  <a:pt x="136053" y="234272"/>
                </a:cubicBezTo>
                <a:cubicBezTo>
                  <a:pt x="135130" y="234272"/>
                  <a:pt x="133284" y="234272"/>
                  <a:pt x="132361" y="235160"/>
                </a:cubicBezTo>
                <a:cubicBezTo>
                  <a:pt x="131438" y="237824"/>
                  <a:pt x="130515" y="240487"/>
                  <a:pt x="127746" y="242263"/>
                </a:cubicBezTo>
                <a:cubicBezTo>
                  <a:pt x="124978" y="242263"/>
                  <a:pt x="121286" y="243151"/>
                  <a:pt x="119440" y="240487"/>
                </a:cubicBezTo>
                <a:cubicBezTo>
                  <a:pt x="116671" y="237824"/>
                  <a:pt x="116671" y="234272"/>
                  <a:pt x="118517" y="230720"/>
                </a:cubicBezTo>
                <a:cubicBezTo>
                  <a:pt x="120363" y="226281"/>
                  <a:pt x="125900" y="224505"/>
                  <a:pt x="130515" y="223617"/>
                </a:cubicBezTo>
                <a:close/>
                <a:moveTo>
                  <a:pt x="863040" y="215680"/>
                </a:moveTo>
                <a:cubicBezTo>
                  <a:pt x="866459" y="215680"/>
                  <a:pt x="869878" y="220442"/>
                  <a:pt x="870733" y="224252"/>
                </a:cubicBezTo>
                <a:cubicBezTo>
                  <a:pt x="870733" y="227109"/>
                  <a:pt x="866459" y="229014"/>
                  <a:pt x="863895" y="229967"/>
                </a:cubicBezTo>
                <a:cubicBezTo>
                  <a:pt x="863040" y="226157"/>
                  <a:pt x="862185" y="221395"/>
                  <a:pt x="859621" y="218537"/>
                </a:cubicBezTo>
                <a:cubicBezTo>
                  <a:pt x="859621" y="217585"/>
                  <a:pt x="861330" y="216632"/>
                  <a:pt x="863040" y="215680"/>
                </a:cubicBezTo>
                <a:close/>
                <a:moveTo>
                  <a:pt x="828203" y="215680"/>
                </a:moveTo>
                <a:cubicBezTo>
                  <a:pt x="828203" y="215680"/>
                  <a:pt x="828203" y="215680"/>
                  <a:pt x="829975" y="215680"/>
                </a:cubicBezTo>
                <a:cubicBezTo>
                  <a:pt x="832633" y="221760"/>
                  <a:pt x="831747" y="231315"/>
                  <a:pt x="828203" y="236527"/>
                </a:cubicBezTo>
                <a:cubicBezTo>
                  <a:pt x="821114" y="246082"/>
                  <a:pt x="808710" y="249556"/>
                  <a:pt x="805165" y="260848"/>
                </a:cubicBezTo>
                <a:cubicBezTo>
                  <a:pt x="804279" y="261717"/>
                  <a:pt x="802507" y="260848"/>
                  <a:pt x="800735" y="260848"/>
                </a:cubicBezTo>
                <a:cubicBezTo>
                  <a:pt x="794533" y="256505"/>
                  <a:pt x="798077" y="247819"/>
                  <a:pt x="798963" y="242607"/>
                </a:cubicBezTo>
                <a:cubicBezTo>
                  <a:pt x="796305" y="238264"/>
                  <a:pt x="796305" y="233921"/>
                  <a:pt x="797191" y="229578"/>
                </a:cubicBezTo>
                <a:cubicBezTo>
                  <a:pt x="798077" y="227841"/>
                  <a:pt x="800735" y="226103"/>
                  <a:pt x="802507" y="225235"/>
                </a:cubicBezTo>
                <a:cubicBezTo>
                  <a:pt x="806051" y="225235"/>
                  <a:pt x="809596" y="225235"/>
                  <a:pt x="811368" y="228709"/>
                </a:cubicBezTo>
                <a:cubicBezTo>
                  <a:pt x="813140" y="231315"/>
                  <a:pt x="814026" y="233921"/>
                  <a:pt x="811368" y="236527"/>
                </a:cubicBezTo>
                <a:cubicBezTo>
                  <a:pt x="810482" y="237395"/>
                  <a:pt x="808710" y="236527"/>
                  <a:pt x="806938" y="236527"/>
                </a:cubicBezTo>
                <a:cubicBezTo>
                  <a:pt x="806051" y="236527"/>
                  <a:pt x="805165" y="233921"/>
                  <a:pt x="804279" y="234790"/>
                </a:cubicBezTo>
                <a:cubicBezTo>
                  <a:pt x="802507" y="236527"/>
                  <a:pt x="803393" y="237395"/>
                  <a:pt x="804279" y="238264"/>
                </a:cubicBezTo>
                <a:cubicBezTo>
                  <a:pt x="806051" y="240870"/>
                  <a:pt x="810482" y="240870"/>
                  <a:pt x="813140" y="240001"/>
                </a:cubicBezTo>
                <a:cubicBezTo>
                  <a:pt x="818456" y="237395"/>
                  <a:pt x="816684" y="232184"/>
                  <a:pt x="816684" y="227841"/>
                </a:cubicBezTo>
                <a:cubicBezTo>
                  <a:pt x="814912" y="226972"/>
                  <a:pt x="814912" y="226103"/>
                  <a:pt x="814912" y="224366"/>
                </a:cubicBezTo>
                <a:cubicBezTo>
                  <a:pt x="819342" y="221760"/>
                  <a:pt x="825545" y="220892"/>
                  <a:pt x="828203" y="215680"/>
                </a:cubicBezTo>
                <a:close/>
                <a:moveTo>
                  <a:pt x="834407" y="214093"/>
                </a:moveTo>
                <a:cubicBezTo>
                  <a:pt x="834407" y="214093"/>
                  <a:pt x="834407" y="214093"/>
                  <a:pt x="842391" y="217682"/>
                </a:cubicBezTo>
                <a:cubicBezTo>
                  <a:pt x="843278" y="220374"/>
                  <a:pt x="840617" y="219477"/>
                  <a:pt x="838843" y="220374"/>
                </a:cubicBezTo>
                <a:cubicBezTo>
                  <a:pt x="837956" y="224860"/>
                  <a:pt x="837956" y="230244"/>
                  <a:pt x="840617" y="233833"/>
                </a:cubicBezTo>
                <a:cubicBezTo>
                  <a:pt x="843278" y="236525"/>
                  <a:pt x="847714" y="234730"/>
                  <a:pt x="849488" y="237422"/>
                </a:cubicBezTo>
                <a:cubicBezTo>
                  <a:pt x="850375" y="237422"/>
                  <a:pt x="851262" y="236525"/>
                  <a:pt x="851262" y="236525"/>
                </a:cubicBezTo>
                <a:cubicBezTo>
                  <a:pt x="849488" y="234730"/>
                  <a:pt x="853924" y="231141"/>
                  <a:pt x="849488" y="231141"/>
                </a:cubicBezTo>
                <a:cubicBezTo>
                  <a:pt x="847714" y="232936"/>
                  <a:pt x="845053" y="232039"/>
                  <a:pt x="843278" y="231141"/>
                </a:cubicBezTo>
                <a:cubicBezTo>
                  <a:pt x="842391" y="229347"/>
                  <a:pt x="841504" y="225758"/>
                  <a:pt x="843278" y="223963"/>
                </a:cubicBezTo>
                <a:cubicBezTo>
                  <a:pt x="845053" y="221271"/>
                  <a:pt x="848601" y="218579"/>
                  <a:pt x="852149" y="220374"/>
                </a:cubicBezTo>
                <a:cubicBezTo>
                  <a:pt x="855698" y="221271"/>
                  <a:pt x="858359" y="223963"/>
                  <a:pt x="859246" y="226655"/>
                </a:cubicBezTo>
                <a:cubicBezTo>
                  <a:pt x="860134" y="231141"/>
                  <a:pt x="854811" y="234730"/>
                  <a:pt x="858359" y="238320"/>
                </a:cubicBezTo>
                <a:cubicBezTo>
                  <a:pt x="861908" y="240114"/>
                  <a:pt x="861021" y="242806"/>
                  <a:pt x="862795" y="246395"/>
                </a:cubicBezTo>
                <a:cubicBezTo>
                  <a:pt x="862795" y="249984"/>
                  <a:pt x="860134" y="251779"/>
                  <a:pt x="859246" y="254471"/>
                </a:cubicBezTo>
                <a:cubicBezTo>
                  <a:pt x="856585" y="255368"/>
                  <a:pt x="856585" y="251779"/>
                  <a:pt x="853924" y="250881"/>
                </a:cubicBezTo>
                <a:cubicBezTo>
                  <a:pt x="845940" y="247292"/>
                  <a:pt x="837956" y="243703"/>
                  <a:pt x="832633" y="236525"/>
                </a:cubicBezTo>
                <a:cubicBezTo>
                  <a:pt x="837068" y="229347"/>
                  <a:pt x="834407" y="221271"/>
                  <a:pt x="834407" y="214093"/>
                </a:cubicBezTo>
                <a:close/>
                <a:moveTo>
                  <a:pt x="878353" y="211356"/>
                </a:moveTo>
                <a:cubicBezTo>
                  <a:pt x="882401" y="212341"/>
                  <a:pt x="886449" y="214750"/>
                  <a:pt x="889147" y="217377"/>
                </a:cubicBezTo>
                <a:cubicBezTo>
                  <a:pt x="891846" y="220881"/>
                  <a:pt x="894545" y="225260"/>
                  <a:pt x="891846" y="229639"/>
                </a:cubicBezTo>
                <a:cubicBezTo>
                  <a:pt x="890947" y="230515"/>
                  <a:pt x="890047" y="233143"/>
                  <a:pt x="888248" y="232267"/>
                </a:cubicBezTo>
                <a:cubicBezTo>
                  <a:pt x="885549" y="230515"/>
                  <a:pt x="882851" y="230515"/>
                  <a:pt x="881951" y="227888"/>
                </a:cubicBezTo>
                <a:cubicBezTo>
                  <a:pt x="881951" y="226136"/>
                  <a:pt x="881951" y="226136"/>
                  <a:pt x="881951" y="225260"/>
                </a:cubicBezTo>
                <a:cubicBezTo>
                  <a:pt x="883750" y="224384"/>
                  <a:pt x="884650" y="223508"/>
                  <a:pt x="884650" y="221757"/>
                </a:cubicBezTo>
                <a:cubicBezTo>
                  <a:pt x="881051" y="215626"/>
                  <a:pt x="872056" y="219129"/>
                  <a:pt x="867558" y="213874"/>
                </a:cubicBezTo>
                <a:cubicBezTo>
                  <a:pt x="870257" y="210808"/>
                  <a:pt x="874305" y="210370"/>
                  <a:pt x="878353" y="211356"/>
                </a:cubicBezTo>
                <a:close/>
                <a:moveTo>
                  <a:pt x="227796" y="211050"/>
                </a:moveTo>
                <a:cubicBezTo>
                  <a:pt x="229516" y="209330"/>
                  <a:pt x="230376" y="212769"/>
                  <a:pt x="232095" y="212769"/>
                </a:cubicBezTo>
                <a:cubicBezTo>
                  <a:pt x="232095" y="212769"/>
                  <a:pt x="232095" y="212769"/>
                  <a:pt x="237255" y="212769"/>
                </a:cubicBezTo>
                <a:cubicBezTo>
                  <a:pt x="241554" y="210190"/>
                  <a:pt x="244134" y="212769"/>
                  <a:pt x="246713" y="215349"/>
                </a:cubicBezTo>
                <a:cubicBezTo>
                  <a:pt x="248433" y="219648"/>
                  <a:pt x="244993" y="222228"/>
                  <a:pt x="243274" y="225667"/>
                </a:cubicBezTo>
                <a:cubicBezTo>
                  <a:pt x="239834" y="228247"/>
                  <a:pt x="233815" y="229967"/>
                  <a:pt x="229516" y="229107"/>
                </a:cubicBezTo>
                <a:cubicBezTo>
                  <a:pt x="230376" y="223088"/>
                  <a:pt x="229516" y="216209"/>
                  <a:pt x="227796" y="211050"/>
                </a:cubicBezTo>
                <a:close/>
                <a:moveTo>
                  <a:pt x="178341" y="206694"/>
                </a:moveTo>
                <a:cubicBezTo>
                  <a:pt x="180932" y="206582"/>
                  <a:pt x="183409" y="207253"/>
                  <a:pt x="184761" y="209940"/>
                </a:cubicBezTo>
                <a:cubicBezTo>
                  <a:pt x="186563" y="213522"/>
                  <a:pt x="184761" y="217104"/>
                  <a:pt x="181157" y="218000"/>
                </a:cubicBezTo>
                <a:cubicBezTo>
                  <a:pt x="178454" y="219791"/>
                  <a:pt x="176652" y="213522"/>
                  <a:pt x="173949" y="217104"/>
                </a:cubicBezTo>
                <a:cubicBezTo>
                  <a:pt x="173949" y="219791"/>
                  <a:pt x="176652" y="221582"/>
                  <a:pt x="179355" y="221582"/>
                </a:cubicBezTo>
                <a:cubicBezTo>
                  <a:pt x="182959" y="223373"/>
                  <a:pt x="185662" y="219791"/>
                  <a:pt x="188365" y="217104"/>
                </a:cubicBezTo>
                <a:cubicBezTo>
                  <a:pt x="188365" y="217104"/>
                  <a:pt x="188365" y="217104"/>
                  <a:pt x="189266" y="210835"/>
                </a:cubicBezTo>
                <a:cubicBezTo>
                  <a:pt x="191068" y="215313"/>
                  <a:pt x="191068" y="219791"/>
                  <a:pt x="192870" y="224268"/>
                </a:cubicBezTo>
                <a:cubicBezTo>
                  <a:pt x="186563" y="229641"/>
                  <a:pt x="177553" y="232328"/>
                  <a:pt x="170345" y="235014"/>
                </a:cubicBezTo>
                <a:cubicBezTo>
                  <a:pt x="167642" y="235910"/>
                  <a:pt x="166741" y="239492"/>
                  <a:pt x="164038" y="239492"/>
                </a:cubicBezTo>
                <a:cubicBezTo>
                  <a:pt x="161335" y="236805"/>
                  <a:pt x="159533" y="232328"/>
                  <a:pt x="160434" y="227850"/>
                </a:cubicBezTo>
                <a:cubicBezTo>
                  <a:pt x="162236" y="225164"/>
                  <a:pt x="163137" y="220686"/>
                  <a:pt x="166741" y="218895"/>
                </a:cubicBezTo>
                <a:cubicBezTo>
                  <a:pt x="165840" y="214418"/>
                  <a:pt x="167642" y="210835"/>
                  <a:pt x="171246" y="208149"/>
                </a:cubicBezTo>
                <a:cubicBezTo>
                  <a:pt x="173048" y="207701"/>
                  <a:pt x="175751" y="206806"/>
                  <a:pt x="178341" y="206694"/>
                </a:cubicBezTo>
                <a:close/>
                <a:moveTo>
                  <a:pt x="188638" y="202980"/>
                </a:moveTo>
                <a:cubicBezTo>
                  <a:pt x="189696" y="203887"/>
                  <a:pt x="189696" y="207516"/>
                  <a:pt x="188638" y="209330"/>
                </a:cubicBezTo>
                <a:cubicBezTo>
                  <a:pt x="187579" y="208423"/>
                  <a:pt x="186521" y="205701"/>
                  <a:pt x="187579" y="203887"/>
                </a:cubicBezTo>
                <a:cubicBezTo>
                  <a:pt x="187579" y="203887"/>
                  <a:pt x="187579" y="203887"/>
                  <a:pt x="188638" y="202980"/>
                </a:cubicBezTo>
                <a:close/>
                <a:moveTo>
                  <a:pt x="194581" y="201392"/>
                </a:moveTo>
                <a:cubicBezTo>
                  <a:pt x="196290" y="201392"/>
                  <a:pt x="196290" y="204113"/>
                  <a:pt x="197145" y="204113"/>
                </a:cubicBezTo>
                <a:cubicBezTo>
                  <a:pt x="200564" y="212278"/>
                  <a:pt x="215096" y="205928"/>
                  <a:pt x="209967" y="216813"/>
                </a:cubicBezTo>
                <a:cubicBezTo>
                  <a:pt x="209967" y="220442"/>
                  <a:pt x="212531" y="222256"/>
                  <a:pt x="214241" y="224070"/>
                </a:cubicBezTo>
                <a:cubicBezTo>
                  <a:pt x="217660" y="224978"/>
                  <a:pt x="220224" y="224070"/>
                  <a:pt x="221934" y="221349"/>
                </a:cubicBezTo>
                <a:cubicBezTo>
                  <a:pt x="220224" y="218628"/>
                  <a:pt x="215950" y="222256"/>
                  <a:pt x="215096" y="218628"/>
                </a:cubicBezTo>
                <a:cubicBezTo>
                  <a:pt x="214241" y="215906"/>
                  <a:pt x="215096" y="213185"/>
                  <a:pt x="216805" y="212278"/>
                </a:cubicBezTo>
                <a:cubicBezTo>
                  <a:pt x="220224" y="211370"/>
                  <a:pt x="223644" y="214092"/>
                  <a:pt x="224498" y="216813"/>
                </a:cubicBezTo>
                <a:cubicBezTo>
                  <a:pt x="226208" y="221349"/>
                  <a:pt x="225353" y="226792"/>
                  <a:pt x="223644" y="230420"/>
                </a:cubicBezTo>
                <a:cubicBezTo>
                  <a:pt x="225353" y="234049"/>
                  <a:pt x="224498" y="239492"/>
                  <a:pt x="222789" y="243120"/>
                </a:cubicBezTo>
                <a:cubicBezTo>
                  <a:pt x="221934" y="245842"/>
                  <a:pt x="219370" y="245842"/>
                  <a:pt x="217660" y="244028"/>
                </a:cubicBezTo>
                <a:cubicBezTo>
                  <a:pt x="214241" y="239492"/>
                  <a:pt x="208257" y="237678"/>
                  <a:pt x="205693" y="232235"/>
                </a:cubicBezTo>
                <a:cubicBezTo>
                  <a:pt x="202274" y="231328"/>
                  <a:pt x="199709" y="227699"/>
                  <a:pt x="198000" y="224978"/>
                </a:cubicBezTo>
                <a:cubicBezTo>
                  <a:pt x="195435" y="220442"/>
                  <a:pt x="195435" y="215906"/>
                  <a:pt x="193726" y="211370"/>
                </a:cubicBezTo>
                <a:cubicBezTo>
                  <a:pt x="195435" y="207742"/>
                  <a:pt x="192871" y="204113"/>
                  <a:pt x="194581" y="201392"/>
                </a:cubicBezTo>
                <a:close/>
                <a:moveTo>
                  <a:pt x="161219" y="199805"/>
                </a:moveTo>
                <a:cubicBezTo>
                  <a:pt x="161219" y="199805"/>
                  <a:pt x="161219" y="199805"/>
                  <a:pt x="167470" y="203615"/>
                </a:cubicBezTo>
                <a:cubicBezTo>
                  <a:pt x="167470" y="207425"/>
                  <a:pt x="163898" y="209330"/>
                  <a:pt x="163005" y="213139"/>
                </a:cubicBezTo>
                <a:cubicBezTo>
                  <a:pt x="159433" y="214092"/>
                  <a:pt x="157648" y="209330"/>
                  <a:pt x="153183" y="210282"/>
                </a:cubicBezTo>
                <a:lnTo>
                  <a:pt x="153183" y="208377"/>
                </a:lnTo>
                <a:cubicBezTo>
                  <a:pt x="155862" y="205520"/>
                  <a:pt x="157648" y="199805"/>
                  <a:pt x="161219" y="199805"/>
                </a:cubicBezTo>
                <a:close/>
                <a:moveTo>
                  <a:pt x="145069" y="195219"/>
                </a:moveTo>
                <a:cubicBezTo>
                  <a:pt x="148832" y="194337"/>
                  <a:pt x="154476" y="193455"/>
                  <a:pt x="156358" y="196983"/>
                </a:cubicBezTo>
                <a:cubicBezTo>
                  <a:pt x="156358" y="196983"/>
                  <a:pt x="156358" y="196983"/>
                  <a:pt x="155417" y="198746"/>
                </a:cubicBezTo>
                <a:cubicBezTo>
                  <a:pt x="150713" y="202274"/>
                  <a:pt x="139425" y="201392"/>
                  <a:pt x="142247" y="209330"/>
                </a:cubicBezTo>
                <a:cubicBezTo>
                  <a:pt x="145069" y="211093"/>
                  <a:pt x="143188" y="212857"/>
                  <a:pt x="142247" y="214621"/>
                </a:cubicBezTo>
                <a:cubicBezTo>
                  <a:pt x="140365" y="217267"/>
                  <a:pt x="137543" y="216385"/>
                  <a:pt x="134721" y="217267"/>
                </a:cubicBezTo>
                <a:cubicBezTo>
                  <a:pt x="131899" y="215503"/>
                  <a:pt x="130958" y="212857"/>
                  <a:pt x="130958" y="210211"/>
                </a:cubicBezTo>
                <a:cubicBezTo>
                  <a:pt x="130958" y="201392"/>
                  <a:pt x="139425" y="197865"/>
                  <a:pt x="145069" y="195219"/>
                </a:cubicBezTo>
                <a:close/>
                <a:moveTo>
                  <a:pt x="817224" y="195187"/>
                </a:moveTo>
                <a:cubicBezTo>
                  <a:pt x="817224" y="195187"/>
                  <a:pt x="817224" y="195187"/>
                  <a:pt x="820773" y="203846"/>
                </a:cubicBezTo>
                <a:cubicBezTo>
                  <a:pt x="820773" y="206444"/>
                  <a:pt x="817224" y="208175"/>
                  <a:pt x="814563" y="209041"/>
                </a:cubicBezTo>
                <a:cubicBezTo>
                  <a:pt x="812789" y="209907"/>
                  <a:pt x="811015" y="209041"/>
                  <a:pt x="810128" y="207309"/>
                </a:cubicBezTo>
                <a:cubicBezTo>
                  <a:pt x="810128" y="203846"/>
                  <a:pt x="815450" y="204712"/>
                  <a:pt x="813676" y="202114"/>
                </a:cubicBezTo>
                <a:cubicBezTo>
                  <a:pt x="811902" y="202114"/>
                  <a:pt x="809240" y="201248"/>
                  <a:pt x="808353" y="202114"/>
                </a:cubicBezTo>
                <a:cubicBezTo>
                  <a:pt x="805692" y="204712"/>
                  <a:pt x="806579" y="208175"/>
                  <a:pt x="807466" y="209907"/>
                </a:cubicBezTo>
                <a:cubicBezTo>
                  <a:pt x="809240" y="211639"/>
                  <a:pt x="811015" y="213371"/>
                  <a:pt x="814563" y="213371"/>
                </a:cubicBezTo>
                <a:cubicBezTo>
                  <a:pt x="818999" y="213371"/>
                  <a:pt x="823434" y="209041"/>
                  <a:pt x="825209" y="205578"/>
                </a:cubicBezTo>
                <a:cubicBezTo>
                  <a:pt x="826983" y="205578"/>
                  <a:pt x="827870" y="207309"/>
                  <a:pt x="826983" y="208175"/>
                </a:cubicBezTo>
                <a:cubicBezTo>
                  <a:pt x="825209" y="214237"/>
                  <a:pt x="819886" y="218566"/>
                  <a:pt x="813676" y="220298"/>
                </a:cubicBezTo>
                <a:cubicBezTo>
                  <a:pt x="808353" y="220298"/>
                  <a:pt x="802143" y="222030"/>
                  <a:pt x="797708" y="219432"/>
                </a:cubicBezTo>
                <a:cubicBezTo>
                  <a:pt x="799482" y="212505"/>
                  <a:pt x="797708" y="203846"/>
                  <a:pt x="803031" y="197784"/>
                </a:cubicBezTo>
                <a:cubicBezTo>
                  <a:pt x="806579" y="195187"/>
                  <a:pt x="812789" y="193455"/>
                  <a:pt x="817224" y="195187"/>
                </a:cubicBezTo>
                <a:close/>
                <a:moveTo>
                  <a:pt x="852590" y="190280"/>
                </a:moveTo>
                <a:cubicBezTo>
                  <a:pt x="856964" y="190280"/>
                  <a:pt x="860463" y="192941"/>
                  <a:pt x="862212" y="196490"/>
                </a:cubicBezTo>
                <a:cubicBezTo>
                  <a:pt x="867461" y="193828"/>
                  <a:pt x="870960" y="198264"/>
                  <a:pt x="874459" y="201812"/>
                </a:cubicBezTo>
                <a:cubicBezTo>
                  <a:pt x="875333" y="202700"/>
                  <a:pt x="877083" y="204474"/>
                  <a:pt x="876208" y="206248"/>
                </a:cubicBezTo>
                <a:cubicBezTo>
                  <a:pt x="863962" y="210684"/>
                  <a:pt x="848217" y="220442"/>
                  <a:pt x="835970" y="210684"/>
                </a:cubicBezTo>
                <a:cubicBezTo>
                  <a:pt x="835096" y="208909"/>
                  <a:pt x="834221" y="208909"/>
                  <a:pt x="834221" y="207135"/>
                </a:cubicBezTo>
                <a:cubicBezTo>
                  <a:pt x="834221" y="207135"/>
                  <a:pt x="834221" y="207135"/>
                  <a:pt x="842968" y="203587"/>
                </a:cubicBezTo>
                <a:cubicBezTo>
                  <a:pt x="844718" y="207135"/>
                  <a:pt x="849091" y="208022"/>
                  <a:pt x="853465" y="207135"/>
                </a:cubicBezTo>
                <a:cubicBezTo>
                  <a:pt x="855215" y="206248"/>
                  <a:pt x="857839" y="203587"/>
                  <a:pt x="856964" y="200038"/>
                </a:cubicBezTo>
                <a:cubicBezTo>
                  <a:pt x="854340" y="198264"/>
                  <a:pt x="852590" y="205361"/>
                  <a:pt x="849091" y="203587"/>
                </a:cubicBezTo>
                <a:cubicBezTo>
                  <a:pt x="847342" y="201812"/>
                  <a:pt x="846467" y="200038"/>
                  <a:pt x="846467" y="197377"/>
                </a:cubicBezTo>
                <a:cubicBezTo>
                  <a:pt x="847342" y="194715"/>
                  <a:pt x="849091" y="191167"/>
                  <a:pt x="852590" y="190280"/>
                </a:cubicBezTo>
                <a:close/>
                <a:moveTo>
                  <a:pt x="794784" y="187989"/>
                </a:moveTo>
                <a:cubicBezTo>
                  <a:pt x="799463" y="186636"/>
                  <a:pt x="804365" y="186636"/>
                  <a:pt x="808821" y="189342"/>
                </a:cubicBezTo>
                <a:cubicBezTo>
                  <a:pt x="805256" y="192048"/>
                  <a:pt x="800800" y="192950"/>
                  <a:pt x="798126" y="197460"/>
                </a:cubicBezTo>
                <a:cubicBezTo>
                  <a:pt x="795452" y="199263"/>
                  <a:pt x="797235" y="207381"/>
                  <a:pt x="790996" y="202871"/>
                </a:cubicBezTo>
                <a:cubicBezTo>
                  <a:pt x="788323" y="200165"/>
                  <a:pt x="785649" y="202871"/>
                  <a:pt x="782975" y="203773"/>
                </a:cubicBezTo>
                <a:cubicBezTo>
                  <a:pt x="780302" y="206479"/>
                  <a:pt x="777628" y="210087"/>
                  <a:pt x="780302" y="213695"/>
                </a:cubicBezTo>
                <a:cubicBezTo>
                  <a:pt x="781193" y="216401"/>
                  <a:pt x="783866" y="217303"/>
                  <a:pt x="785649" y="216401"/>
                </a:cubicBezTo>
                <a:cubicBezTo>
                  <a:pt x="788323" y="212793"/>
                  <a:pt x="781193" y="212793"/>
                  <a:pt x="783866" y="208283"/>
                </a:cubicBezTo>
                <a:cubicBezTo>
                  <a:pt x="785649" y="205577"/>
                  <a:pt x="789214" y="206479"/>
                  <a:pt x="791888" y="207381"/>
                </a:cubicBezTo>
                <a:cubicBezTo>
                  <a:pt x="795452" y="210087"/>
                  <a:pt x="792779" y="215499"/>
                  <a:pt x="792779" y="218205"/>
                </a:cubicBezTo>
                <a:cubicBezTo>
                  <a:pt x="792779" y="222715"/>
                  <a:pt x="788323" y="222715"/>
                  <a:pt x="784758" y="223617"/>
                </a:cubicBezTo>
                <a:cubicBezTo>
                  <a:pt x="780302" y="223617"/>
                  <a:pt x="776737" y="221813"/>
                  <a:pt x="773172" y="220009"/>
                </a:cubicBezTo>
                <a:cubicBezTo>
                  <a:pt x="768716" y="220911"/>
                  <a:pt x="762477" y="220009"/>
                  <a:pt x="758912" y="216401"/>
                </a:cubicBezTo>
                <a:cubicBezTo>
                  <a:pt x="758021" y="211891"/>
                  <a:pt x="764259" y="213695"/>
                  <a:pt x="766933" y="210087"/>
                </a:cubicBezTo>
                <a:cubicBezTo>
                  <a:pt x="772281" y="204675"/>
                  <a:pt x="774954" y="197460"/>
                  <a:pt x="782084" y="194754"/>
                </a:cubicBezTo>
                <a:cubicBezTo>
                  <a:pt x="785649" y="192048"/>
                  <a:pt x="790105" y="189342"/>
                  <a:pt x="794784" y="187989"/>
                </a:cubicBezTo>
                <a:close/>
                <a:moveTo>
                  <a:pt x="772775" y="180755"/>
                </a:moveTo>
                <a:cubicBezTo>
                  <a:pt x="772775" y="180755"/>
                  <a:pt x="772775" y="180755"/>
                  <a:pt x="773615" y="180755"/>
                </a:cubicBezTo>
                <a:cubicBezTo>
                  <a:pt x="773615" y="180755"/>
                  <a:pt x="773615" y="180755"/>
                  <a:pt x="778658" y="191027"/>
                </a:cubicBezTo>
                <a:cubicBezTo>
                  <a:pt x="776977" y="192895"/>
                  <a:pt x="775296" y="195696"/>
                  <a:pt x="772775" y="196630"/>
                </a:cubicBezTo>
                <a:cubicBezTo>
                  <a:pt x="767733" y="195696"/>
                  <a:pt x="767733" y="189159"/>
                  <a:pt x="764371" y="186358"/>
                </a:cubicBezTo>
                <a:cubicBezTo>
                  <a:pt x="766052" y="182623"/>
                  <a:pt x="770254" y="182623"/>
                  <a:pt x="772775" y="180755"/>
                </a:cubicBezTo>
                <a:close/>
                <a:moveTo>
                  <a:pt x="211039" y="179167"/>
                </a:moveTo>
                <a:cubicBezTo>
                  <a:pt x="216331" y="179167"/>
                  <a:pt x="219858" y="180995"/>
                  <a:pt x="223386" y="184651"/>
                </a:cubicBezTo>
                <a:cubicBezTo>
                  <a:pt x="227796" y="191963"/>
                  <a:pt x="224268" y="199275"/>
                  <a:pt x="223386" y="206587"/>
                </a:cubicBezTo>
                <a:cubicBezTo>
                  <a:pt x="217213" y="209329"/>
                  <a:pt x="211039" y="207501"/>
                  <a:pt x="205747" y="206587"/>
                </a:cubicBezTo>
                <a:cubicBezTo>
                  <a:pt x="201338" y="204759"/>
                  <a:pt x="197810" y="200189"/>
                  <a:pt x="196928" y="195619"/>
                </a:cubicBezTo>
                <a:cubicBezTo>
                  <a:pt x="196046" y="191963"/>
                  <a:pt x="198692" y="190135"/>
                  <a:pt x="201338" y="187393"/>
                </a:cubicBezTo>
                <a:cubicBezTo>
                  <a:pt x="203983" y="187393"/>
                  <a:pt x="206629" y="184651"/>
                  <a:pt x="210157" y="187393"/>
                </a:cubicBezTo>
                <a:cubicBezTo>
                  <a:pt x="211921" y="189221"/>
                  <a:pt x="212803" y="191049"/>
                  <a:pt x="211921" y="193791"/>
                </a:cubicBezTo>
                <a:cubicBezTo>
                  <a:pt x="213685" y="196533"/>
                  <a:pt x="205747" y="198361"/>
                  <a:pt x="211039" y="199275"/>
                </a:cubicBezTo>
                <a:cubicBezTo>
                  <a:pt x="216331" y="198361"/>
                  <a:pt x="216331" y="191963"/>
                  <a:pt x="216331" y="189221"/>
                </a:cubicBezTo>
                <a:cubicBezTo>
                  <a:pt x="215449" y="185565"/>
                  <a:pt x="211921" y="182823"/>
                  <a:pt x="209275" y="181909"/>
                </a:cubicBezTo>
                <a:cubicBezTo>
                  <a:pt x="209275" y="180081"/>
                  <a:pt x="210157" y="180081"/>
                  <a:pt x="211039" y="179167"/>
                </a:cubicBezTo>
                <a:close/>
                <a:moveTo>
                  <a:pt x="229537" y="176322"/>
                </a:moveTo>
                <a:cubicBezTo>
                  <a:pt x="232293" y="176434"/>
                  <a:pt x="235380" y="177111"/>
                  <a:pt x="238026" y="177111"/>
                </a:cubicBezTo>
                <a:cubicBezTo>
                  <a:pt x="238026" y="177111"/>
                  <a:pt x="238026" y="177111"/>
                  <a:pt x="245081" y="180719"/>
                </a:cubicBezTo>
                <a:cubicBezTo>
                  <a:pt x="250373" y="186131"/>
                  <a:pt x="253019" y="193346"/>
                  <a:pt x="255664" y="199660"/>
                </a:cubicBezTo>
                <a:cubicBezTo>
                  <a:pt x="255664" y="199660"/>
                  <a:pt x="255664" y="199660"/>
                  <a:pt x="262720" y="208680"/>
                </a:cubicBezTo>
                <a:cubicBezTo>
                  <a:pt x="262720" y="211386"/>
                  <a:pt x="259192" y="212288"/>
                  <a:pt x="257428" y="213190"/>
                </a:cubicBezTo>
                <a:cubicBezTo>
                  <a:pt x="251255" y="214092"/>
                  <a:pt x="247727" y="211386"/>
                  <a:pt x="244199" y="207778"/>
                </a:cubicBezTo>
                <a:cubicBezTo>
                  <a:pt x="240672" y="206876"/>
                  <a:pt x="238026" y="210484"/>
                  <a:pt x="234498" y="209582"/>
                </a:cubicBezTo>
                <a:cubicBezTo>
                  <a:pt x="232734" y="205974"/>
                  <a:pt x="230088" y="203268"/>
                  <a:pt x="231852" y="199660"/>
                </a:cubicBezTo>
                <a:cubicBezTo>
                  <a:pt x="233616" y="197856"/>
                  <a:pt x="236262" y="196052"/>
                  <a:pt x="238908" y="197856"/>
                </a:cubicBezTo>
                <a:cubicBezTo>
                  <a:pt x="239790" y="199660"/>
                  <a:pt x="240672" y="200562"/>
                  <a:pt x="242435" y="201464"/>
                </a:cubicBezTo>
                <a:cubicBezTo>
                  <a:pt x="245081" y="199660"/>
                  <a:pt x="242435" y="196954"/>
                  <a:pt x="241554" y="195150"/>
                </a:cubicBezTo>
                <a:cubicBezTo>
                  <a:pt x="239790" y="192444"/>
                  <a:pt x="236262" y="193346"/>
                  <a:pt x="233616" y="193346"/>
                </a:cubicBezTo>
                <a:cubicBezTo>
                  <a:pt x="233616" y="194248"/>
                  <a:pt x="231852" y="194248"/>
                  <a:pt x="231852" y="193346"/>
                </a:cubicBezTo>
                <a:cubicBezTo>
                  <a:pt x="230088" y="188837"/>
                  <a:pt x="228325" y="181621"/>
                  <a:pt x="223033" y="178915"/>
                </a:cubicBezTo>
                <a:cubicBezTo>
                  <a:pt x="224356" y="176660"/>
                  <a:pt x="226781" y="176209"/>
                  <a:pt x="229537" y="176322"/>
                </a:cubicBezTo>
                <a:close/>
                <a:moveTo>
                  <a:pt x="843457" y="174592"/>
                </a:moveTo>
                <a:lnTo>
                  <a:pt x="846921" y="174592"/>
                </a:lnTo>
                <a:cubicBezTo>
                  <a:pt x="846921" y="182576"/>
                  <a:pt x="846921" y="191447"/>
                  <a:pt x="840860" y="196770"/>
                </a:cubicBezTo>
                <a:cubicBezTo>
                  <a:pt x="839128" y="200319"/>
                  <a:pt x="835664" y="201206"/>
                  <a:pt x="833066" y="202980"/>
                </a:cubicBezTo>
                <a:cubicBezTo>
                  <a:pt x="829603" y="202093"/>
                  <a:pt x="827005" y="201206"/>
                  <a:pt x="824407" y="198544"/>
                </a:cubicBezTo>
                <a:cubicBezTo>
                  <a:pt x="823541" y="195883"/>
                  <a:pt x="822675" y="194109"/>
                  <a:pt x="823541" y="190560"/>
                </a:cubicBezTo>
                <a:cubicBezTo>
                  <a:pt x="825273" y="187899"/>
                  <a:pt x="827871" y="187899"/>
                  <a:pt x="829603" y="187899"/>
                </a:cubicBezTo>
                <a:cubicBezTo>
                  <a:pt x="830469" y="187899"/>
                  <a:pt x="832200" y="188786"/>
                  <a:pt x="832200" y="190560"/>
                </a:cubicBezTo>
                <a:cubicBezTo>
                  <a:pt x="832200" y="191447"/>
                  <a:pt x="832200" y="192334"/>
                  <a:pt x="833066" y="193222"/>
                </a:cubicBezTo>
                <a:cubicBezTo>
                  <a:pt x="833932" y="193222"/>
                  <a:pt x="835664" y="191447"/>
                  <a:pt x="835664" y="190560"/>
                </a:cubicBezTo>
                <a:cubicBezTo>
                  <a:pt x="835664" y="187899"/>
                  <a:pt x="833932" y="185238"/>
                  <a:pt x="832200" y="183463"/>
                </a:cubicBezTo>
                <a:cubicBezTo>
                  <a:pt x="828737" y="182576"/>
                  <a:pt x="826139" y="184350"/>
                  <a:pt x="823541" y="185238"/>
                </a:cubicBezTo>
                <a:cubicBezTo>
                  <a:pt x="822675" y="185238"/>
                  <a:pt x="820944" y="189673"/>
                  <a:pt x="819212" y="187899"/>
                </a:cubicBezTo>
                <a:cubicBezTo>
                  <a:pt x="818346" y="185238"/>
                  <a:pt x="818346" y="182576"/>
                  <a:pt x="819212" y="179915"/>
                </a:cubicBezTo>
                <a:cubicBezTo>
                  <a:pt x="826139" y="174592"/>
                  <a:pt x="835664" y="172818"/>
                  <a:pt x="843457" y="174592"/>
                </a:cubicBezTo>
                <a:close/>
                <a:moveTo>
                  <a:pt x="170778" y="173699"/>
                </a:moveTo>
                <a:cubicBezTo>
                  <a:pt x="172498" y="174581"/>
                  <a:pt x="175078" y="172817"/>
                  <a:pt x="175078" y="176345"/>
                </a:cubicBezTo>
                <a:cubicBezTo>
                  <a:pt x="175078" y="180754"/>
                  <a:pt x="175078" y="184282"/>
                  <a:pt x="176797" y="187810"/>
                </a:cubicBezTo>
                <a:cubicBezTo>
                  <a:pt x="177657" y="189574"/>
                  <a:pt x="175078" y="189574"/>
                  <a:pt x="174218" y="188692"/>
                </a:cubicBezTo>
                <a:cubicBezTo>
                  <a:pt x="171638" y="188692"/>
                  <a:pt x="170778" y="184282"/>
                  <a:pt x="168199" y="186046"/>
                </a:cubicBezTo>
                <a:cubicBezTo>
                  <a:pt x="167339" y="188692"/>
                  <a:pt x="170778" y="191338"/>
                  <a:pt x="173358" y="193102"/>
                </a:cubicBezTo>
                <a:cubicBezTo>
                  <a:pt x="175938" y="194865"/>
                  <a:pt x="178517" y="192220"/>
                  <a:pt x="181097" y="191338"/>
                </a:cubicBezTo>
                <a:cubicBezTo>
                  <a:pt x="181097" y="191338"/>
                  <a:pt x="181097" y="191338"/>
                  <a:pt x="187976" y="195747"/>
                </a:cubicBezTo>
                <a:cubicBezTo>
                  <a:pt x="189696" y="197511"/>
                  <a:pt x="187116" y="198393"/>
                  <a:pt x="186256" y="199275"/>
                </a:cubicBezTo>
                <a:cubicBezTo>
                  <a:pt x="181957" y="201921"/>
                  <a:pt x="175078" y="204567"/>
                  <a:pt x="170778" y="201039"/>
                </a:cubicBezTo>
                <a:cubicBezTo>
                  <a:pt x="163039" y="198393"/>
                  <a:pt x="157020" y="191338"/>
                  <a:pt x="149281" y="190456"/>
                </a:cubicBezTo>
                <a:cubicBezTo>
                  <a:pt x="149281" y="190456"/>
                  <a:pt x="149281" y="190456"/>
                  <a:pt x="148421" y="190456"/>
                </a:cubicBezTo>
                <a:cubicBezTo>
                  <a:pt x="151001" y="183400"/>
                  <a:pt x="157880" y="179872"/>
                  <a:pt x="164759" y="178990"/>
                </a:cubicBezTo>
                <a:cubicBezTo>
                  <a:pt x="165619" y="175463"/>
                  <a:pt x="168199" y="175463"/>
                  <a:pt x="170778" y="173699"/>
                </a:cubicBezTo>
                <a:close/>
                <a:moveTo>
                  <a:pt x="253529" y="168055"/>
                </a:moveTo>
                <a:cubicBezTo>
                  <a:pt x="257206" y="168055"/>
                  <a:pt x="259963" y="168055"/>
                  <a:pt x="262720" y="168948"/>
                </a:cubicBezTo>
                <a:cubicBezTo>
                  <a:pt x="262720" y="172520"/>
                  <a:pt x="259963" y="175198"/>
                  <a:pt x="259044" y="178770"/>
                </a:cubicBezTo>
                <a:cubicBezTo>
                  <a:pt x="257206" y="180556"/>
                  <a:pt x="254448" y="181449"/>
                  <a:pt x="252610" y="182342"/>
                </a:cubicBezTo>
                <a:lnTo>
                  <a:pt x="245258" y="176091"/>
                </a:lnTo>
                <a:cubicBezTo>
                  <a:pt x="246177" y="172520"/>
                  <a:pt x="251691" y="170734"/>
                  <a:pt x="253529" y="168055"/>
                </a:cubicBezTo>
                <a:close/>
                <a:moveTo>
                  <a:pt x="181244" y="162619"/>
                </a:moveTo>
                <a:cubicBezTo>
                  <a:pt x="190115" y="163533"/>
                  <a:pt x="201648" y="161705"/>
                  <a:pt x="207858" y="169931"/>
                </a:cubicBezTo>
                <a:cubicBezTo>
                  <a:pt x="208745" y="172673"/>
                  <a:pt x="208745" y="176329"/>
                  <a:pt x="206971" y="178157"/>
                </a:cubicBezTo>
                <a:cubicBezTo>
                  <a:pt x="205196" y="180899"/>
                  <a:pt x="201648" y="183641"/>
                  <a:pt x="198100" y="182727"/>
                </a:cubicBezTo>
                <a:cubicBezTo>
                  <a:pt x="196325" y="183641"/>
                  <a:pt x="195438" y="180899"/>
                  <a:pt x="194551" y="179985"/>
                </a:cubicBezTo>
                <a:cubicBezTo>
                  <a:pt x="192777" y="176329"/>
                  <a:pt x="199874" y="175415"/>
                  <a:pt x="195438" y="172673"/>
                </a:cubicBezTo>
                <a:cubicBezTo>
                  <a:pt x="192777" y="172673"/>
                  <a:pt x="190115" y="173587"/>
                  <a:pt x="190115" y="176329"/>
                </a:cubicBezTo>
                <a:cubicBezTo>
                  <a:pt x="189228" y="180899"/>
                  <a:pt x="191890" y="184555"/>
                  <a:pt x="195438" y="186383"/>
                </a:cubicBezTo>
                <a:cubicBezTo>
                  <a:pt x="196325" y="186383"/>
                  <a:pt x="197212" y="186383"/>
                  <a:pt x="198100" y="187297"/>
                </a:cubicBezTo>
                <a:cubicBezTo>
                  <a:pt x="196325" y="190039"/>
                  <a:pt x="192777" y="191867"/>
                  <a:pt x="189228" y="191867"/>
                </a:cubicBezTo>
                <a:cubicBezTo>
                  <a:pt x="185680" y="190953"/>
                  <a:pt x="183019" y="188211"/>
                  <a:pt x="181244" y="184555"/>
                </a:cubicBezTo>
                <a:cubicBezTo>
                  <a:pt x="178583" y="178157"/>
                  <a:pt x="181244" y="169017"/>
                  <a:pt x="181244" y="162619"/>
                </a:cubicBezTo>
                <a:close/>
                <a:moveTo>
                  <a:pt x="714547" y="156943"/>
                </a:moveTo>
                <a:cubicBezTo>
                  <a:pt x="718996" y="157816"/>
                  <a:pt x="722554" y="156943"/>
                  <a:pt x="726113" y="156943"/>
                </a:cubicBezTo>
                <a:cubicBezTo>
                  <a:pt x="728782" y="160435"/>
                  <a:pt x="733231" y="159562"/>
                  <a:pt x="736789" y="163055"/>
                </a:cubicBezTo>
                <a:cubicBezTo>
                  <a:pt x="743017" y="161308"/>
                  <a:pt x="749245" y="158689"/>
                  <a:pt x="755473" y="162182"/>
                </a:cubicBezTo>
                <a:cubicBezTo>
                  <a:pt x="758142" y="165674"/>
                  <a:pt x="760811" y="169167"/>
                  <a:pt x="759032" y="172659"/>
                </a:cubicBezTo>
                <a:cubicBezTo>
                  <a:pt x="757252" y="175278"/>
                  <a:pt x="753694" y="177898"/>
                  <a:pt x="751024" y="176151"/>
                </a:cubicBezTo>
                <a:cubicBezTo>
                  <a:pt x="746576" y="174405"/>
                  <a:pt x="751024" y="169167"/>
                  <a:pt x="746576" y="168293"/>
                </a:cubicBezTo>
                <a:cubicBezTo>
                  <a:pt x="743017" y="168293"/>
                  <a:pt x="740348" y="170040"/>
                  <a:pt x="739458" y="173532"/>
                </a:cubicBezTo>
                <a:cubicBezTo>
                  <a:pt x="738569" y="177025"/>
                  <a:pt x="740348" y="181390"/>
                  <a:pt x="743017" y="184009"/>
                </a:cubicBezTo>
                <a:cubicBezTo>
                  <a:pt x="747466" y="188375"/>
                  <a:pt x="754583" y="191868"/>
                  <a:pt x="760811" y="188375"/>
                </a:cubicBezTo>
                <a:cubicBezTo>
                  <a:pt x="760811" y="188375"/>
                  <a:pt x="760811" y="188375"/>
                  <a:pt x="764370" y="195360"/>
                </a:cubicBezTo>
                <a:cubicBezTo>
                  <a:pt x="759032" y="197979"/>
                  <a:pt x="752804" y="195360"/>
                  <a:pt x="747466" y="195360"/>
                </a:cubicBezTo>
                <a:cubicBezTo>
                  <a:pt x="745686" y="196233"/>
                  <a:pt x="744797" y="198852"/>
                  <a:pt x="745686" y="199726"/>
                </a:cubicBezTo>
                <a:cubicBezTo>
                  <a:pt x="747466" y="201472"/>
                  <a:pt x="751024" y="200599"/>
                  <a:pt x="751914" y="204091"/>
                </a:cubicBezTo>
                <a:cubicBezTo>
                  <a:pt x="751914" y="205837"/>
                  <a:pt x="750135" y="207584"/>
                  <a:pt x="747466" y="208457"/>
                </a:cubicBezTo>
                <a:cubicBezTo>
                  <a:pt x="744797" y="209330"/>
                  <a:pt x="743017" y="207584"/>
                  <a:pt x="741238" y="206711"/>
                </a:cubicBezTo>
                <a:cubicBezTo>
                  <a:pt x="738569" y="204091"/>
                  <a:pt x="737679" y="200599"/>
                  <a:pt x="736789" y="197106"/>
                </a:cubicBezTo>
                <a:cubicBezTo>
                  <a:pt x="736789" y="197106"/>
                  <a:pt x="736789" y="197106"/>
                  <a:pt x="738569" y="190121"/>
                </a:cubicBezTo>
                <a:cubicBezTo>
                  <a:pt x="733231" y="184883"/>
                  <a:pt x="733231" y="177025"/>
                  <a:pt x="731451" y="170040"/>
                </a:cubicBezTo>
                <a:cubicBezTo>
                  <a:pt x="727892" y="164801"/>
                  <a:pt x="721665" y="163928"/>
                  <a:pt x="717216" y="164801"/>
                </a:cubicBezTo>
                <a:cubicBezTo>
                  <a:pt x="714547" y="165674"/>
                  <a:pt x="713657" y="167420"/>
                  <a:pt x="713657" y="169167"/>
                </a:cubicBezTo>
                <a:cubicBezTo>
                  <a:pt x="713657" y="171786"/>
                  <a:pt x="711878" y="176151"/>
                  <a:pt x="714547" y="177898"/>
                </a:cubicBezTo>
                <a:cubicBezTo>
                  <a:pt x="717216" y="177025"/>
                  <a:pt x="720775" y="174405"/>
                  <a:pt x="723444" y="177025"/>
                </a:cubicBezTo>
                <a:cubicBezTo>
                  <a:pt x="725223" y="178771"/>
                  <a:pt x="725223" y="181390"/>
                  <a:pt x="724334" y="183136"/>
                </a:cubicBezTo>
                <a:cubicBezTo>
                  <a:pt x="721665" y="187502"/>
                  <a:pt x="716326" y="186629"/>
                  <a:pt x="712768" y="184883"/>
                </a:cubicBezTo>
                <a:cubicBezTo>
                  <a:pt x="704760" y="180517"/>
                  <a:pt x="706540" y="168293"/>
                  <a:pt x="696753" y="165674"/>
                </a:cubicBezTo>
                <a:cubicBezTo>
                  <a:pt x="691415" y="165674"/>
                  <a:pt x="686077" y="167420"/>
                  <a:pt x="683408" y="163055"/>
                </a:cubicBezTo>
                <a:cubicBezTo>
                  <a:pt x="688746" y="161308"/>
                  <a:pt x="693194" y="160435"/>
                  <a:pt x="698533" y="159562"/>
                </a:cubicBezTo>
                <a:cubicBezTo>
                  <a:pt x="703871" y="163928"/>
                  <a:pt x="710099" y="159562"/>
                  <a:pt x="714547" y="156943"/>
                </a:cubicBezTo>
                <a:close/>
                <a:moveTo>
                  <a:pt x="778038" y="153768"/>
                </a:moveTo>
                <a:cubicBezTo>
                  <a:pt x="780710" y="153768"/>
                  <a:pt x="784272" y="154663"/>
                  <a:pt x="786053" y="157350"/>
                </a:cubicBezTo>
                <a:cubicBezTo>
                  <a:pt x="786053" y="161827"/>
                  <a:pt x="791396" y="158245"/>
                  <a:pt x="794958" y="160036"/>
                </a:cubicBezTo>
                <a:cubicBezTo>
                  <a:pt x="797630" y="160932"/>
                  <a:pt x="800302" y="163619"/>
                  <a:pt x="802083" y="166305"/>
                </a:cubicBezTo>
                <a:cubicBezTo>
                  <a:pt x="802083" y="169887"/>
                  <a:pt x="802083" y="173469"/>
                  <a:pt x="799411" y="176156"/>
                </a:cubicBezTo>
                <a:cubicBezTo>
                  <a:pt x="797630" y="177051"/>
                  <a:pt x="794068" y="178842"/>
                  <a:pt x="792287" y="177051"/>
                </a:cubicBezTo>
                <a:cubicBezTo>
                  <a:pt x="790506" y="175260"/>
                  <a:pt x="788725" y="172574"/>
                  <a:pt x="790506" y="170783"/>
                </a:cubicBezTo>
                <a:cubicBezTo>
                  <a:pt x="791396" y="169887"/>
                  <a:pt x="794068" y="170783"/>
                  <a:pt x="794068" y="168096"/>
                </a:cubicBezTo>
                <a:cubicBezTo>
                  <a:pt x="793177" y="166305"/>
                  <a:pt x="791396" y="166305"/>
                  <a:pt x="790506" y="168096"/>
                </a:cubicBezTo>
                <a:cubicBezTo>
                  <a:pt x="787834" y="168992"/>
                  <a:pt x="786053" y="171678"/>
                  <a:pt x="786944" y="173469"/>
                </a:cubicBezTo>
                <a:cubicBezTo>
                  <a:pt x="786944" y="177051"/>
                  <a:pt x="790506" y="181529"/>
                  <a:pt x="794068" y="181529"/>
                </a:cubicBezTo>
                <a:cubicBezTo>
                  <a:pt x="798521" y="184215"/>
                  <a:pt x="805645" y="172574"/>
                  <a:pt x="805645" y="182424"/>
                </a:cubicBezTo>
                <a:cubicBezTo>
                  <a:pt x="797630" y="183320"/>
                  <a:pt x="790506" y="185111"/>
                  <a:pt x="783381" y="188693"/>
                </a:cubicBezTo>
                <a:cubicBezTo>
                  <a:pt x="778038" y="184215"/>
                  <a:pt x="777148" y="177051"/>
                  <a:pt x="776257" y="170783"/>
                </a:cubicBezTo>
                <a:cubicBezTo>
                  <a:pt x="774476" y="166305"/>
                  <a:pt x="772695" y="161827"/>
                  <a:pt x="769133" y="158245"/>
                </a:cubicBezTo>
                <a:cubicBezTo>
                  <a:pt x="769133" y="154663"/>
                  <a:pt x="774476" y="154663"/>
                  <a:pt x="778038" y="153768"/>
                </a:cubicBezTo>
                <a:close/>
                <a:moveTo>
                  <a:pt x="799128" y="146964"/>
                </a:moveTo>
                <a:cubicBezTo>
                  <a:pt x="801885" y="144243"/>
                  <a:pt x="803723" y="149686"/>
                  <a:pt x="805562" y="150593"/>
                </a:cubicBezTo>
                <a:cubicBezTo>
                  <a:pt x="805562" y="150593"/>
                  <a:pt x="805562" y="150593"/>
                  <a:pt x="810157" y="155129"/>
                </a:cubicBezTo>
                <a:cubicBezTo>
                  <a:pt x="811995" y="158757"/>
                  <a:pt x="807400" y="160571"/>
                  <a:pt x="805562" y="163293"/>
                </a:cubicBezTo>
                <a:cubicBezTo>
                  <a:pt x="801885" y="162386"/>
                  <a:pt x="800966" y="156943"/>
                  <a:pt x="797290" y="156943"/>
                </a:cubicBezTo>
                <a:cubicBezTo>
                  <a:pt x="794533" y="153314"/>
                  <a:pt x="798209" y="149686"/>
                  <a:pt x="799128" y="146964"/>
                </a:cubicBezTo>
                <a:close/>
                <a:moveTo>
                  <a:pt x="818513" y="143530"/>
                </a:moveTo>
                <a:cubicBezTo>
                  <a:pt x="821270" y="142655"/>
                  <a:pt x="824027" y="145279"/>
                  <a:pt x="826785" y="147029"/>
                </a:cubicBezTo>
                <a:cubicBezTo>
                  <a:pt x="829542" y="149653"/>
                  <a:pt x="828623" y="155776"/>
                  <a:pt x="829542" y="158400"/>
                </a:cubicBezTo>
                <a:cubicBezTo>
                  <a:pt x="834137" y="157525"/>
                  <a:pt x="835975" y="161024"/>
                  <a:pt x="837814" y="164523"/>
                </a:cubicBezTo>
                <a:cubicBezTo>
                  <a:pt x="840571" y="175020"/>
                  <a:pt x="827704" y="168022"/>
                  <a:pt x="823108" y="172396"/>
                </a:cubicBezTo>
                <a:cubicBezTo>
                  <a:pt x="821270" y="172396"/>
                  <a:pt x="821270" y="170646"/>
                  <a:pt x="820351" y="168897"/>
                </a:cubicBezTo>
                <a:cubicBezTo>
                  <a:pt x="821270" y="168022"/>
                  <a:pt x="822189" y="165398"/>
                  <a:pt x="824027" y="166273"/>
                </a:cubicBezTo>
                <a:cubicBezTo>
                  <a:pt x="824947" y="166273"/>
                  <a:pt x="826785" y="168022"/>
                  <a:pt x="827704" y="166273"/>
                </a:cubicBezTo>
                <a:cubicBezTo>
                  <a:pt x="827704" y="165398"/>
                  <a:pt x="826785" y="163649"/>
                  <a:pt x="824947" y="162774"/>
                </a:cubicBezTo>
                <a:cubicBezTo>
                  <a:pt x="821270" y="162774"/>
                  <a:pt x="818513" y="164523"/>
                  <a:pt x="816675" y="167147"/>
                </a:cubicBezTo>
                <a:cubicBezTo>
                  <a:pt x="813918" y="171521"/>
                  <a:pt x="820351" y="175020"/>
                  <a:pt x="816675" y="177644"/>
                </a:cubicBezTo>
                <a:cubicBezTo>
                  <a:pt x="812999" y="180268"/>
                  <a:pt x="813918" y="183767"/>
                  <a:pt x="812999" y="185517"/>
                </a:cubicBezTo>
                <a:cubicBezTo>
                  <a:pt x="807484" y="181143"/>
                  <a:pt x="805646" y="175895"/>
                  <a:pt x="806565" y="169772"/>
                </a:cubicBezTo>
                <a:cubicBezTo>
                  <a:pt x="809322" y="161024"/>
                  <a:pt x="821270" y="154901"/>
                  <a:pt x="818513" y="143530"/>
                </a:cubicBezTo>
                <a:close/>
                <a:moveTo>
                  <a:pt x="305618" y="142655"/>
                </a:moveTo>
                <a:cubicBezTo>
                  <a:pt x="310956" y="142655"/>
                  <a:pt x="315404" y="146194"/>
                  <a:pt x="319853" y="149734"/>
                </a:cubicBezTo>
                <a:cubicBezTo>
                  <a:pt x="327860" y="146194"/>
                  <a:pt x="335867" y="150618"/>
                  <a:pt x="342095" y="155043"/>
                </a:cubicBezTo>
                <a:cubicBezTo>
                  <a:pt x="338536" y="158582"/>
                  <a:pt x="332308" y="155927"/>
                  <a:pt x="326080" y="156812"/>
                </a:cubicBezTo>
                <a:cubicBezTo>
                  <a:pt x="324301" y="158582"/>
                  <a:pt x="320742" y="157697"/>
                  <a:pt x="320742" y="160352"/>
                </a:cubicBezTo>
                <a:cubicBezTo>
                  <a:pt x="320742" y="165661"/>
                  <a:pt x="318073" y="170085"/>
                  <a:pt x="313625" y="171854"/>
                </a:cubicBezTo>
                <a:cubicBezTo>
                  <a:pt x="310956" y="171854"/>
                  <a:pt x="307397" y="172739"/>
                  <a:pt x="304728" y="170970"/>
                </a:cubicBezTo>
                <a:cubicBezTo>
                  <a:pt x="304728" y="169200"/>
                  <a:pt x="302948" y="167430"/>
                  <a:pt x="304728" y="164776"/>
                </a:cubicBezTo>
                <a:cubicBezTo>
                  <a:pt x="306507" y="160352"/>
                  <a:pt x="311845" y="164776"/>
                  <a:pt x="312735" y="159467"/>
                </a:cubicBezTo>
                <a:cubicBezTo>
                  <a:pt x="312735" y="156812"/>
                  <a:pt x="311845" y="152388"/>
                  <a:pt x="308287" y="151503"/>
                </a:cubicBezTo>
                <a:cubicBezTo>
                  <a:pt x="303838" y="150618"/>
                  <a:pt x="300279" y="154158"/>
                  <a:pt x="297610" y="155927"/>
                </a:cubicBezTo>
                <a:cubicBezTo>
                  <a:pt x="294052" y="163006"/>
                  <a:pt x="293162" y="170970"/>
                  <a:pt x="287824" y="177163"/>
                </a:cubicBezTo>
                <a:cubicBezTo>
                  <a:pt x="288713" y="180703"/>
                  <a:pt x="291382" y="185127"/>
                  <a:pt x="289603" y="188666"/>
                </a:cubicBezTo>
                <a:cubicBezTo>
                  <a:pt x="288713" y="192206"/>
                  <a:pt x="286044" y="193975"/>
                  <a:pt x="283375" y="194860"/>
                </a:cubicBezTo>
                <a:cubicBezTo>
                  <a:pt x="280706" y="195745"/>
                  <a:pt x="278037" y="196630"/>
                  <a:pt x="276258" y="194860"/>
                </a:cubicBezTo>
                <a:cubicBezTo>
                  <a:pt x="274478" y="193091"/>
                  <a:pt x="273589" y="190436"/>
                  <a:pt x="274478" y="187782"/>
                </a:cubicBezTo>
                <a:cubicBezTo>
                  <a:pt x="275368" y="185127"/>
                  <a:pt x="281596" y="187782"/>
                  <a:pt x="279816" y="183357"/>
                </a:cubicBezTo>
                <a:cubicBezTo>
                  <a:pt x="275368" y="180703"/>
                  <a:pt x="270030" y="183357"/>
                  <a:pt x="265581" y="182472"/>
                </a:cubicBezTo>
                <a:cubicBezTo>
                  <a:pt x="263802" y="182472"/>
                  <a:pt x="262912" y="181588"/>
                  <a:pt x="261133" y="180703"/>
                </a:cubicBezTo>
                <a:cubicBezTo>
                  <a:pt x="261133" y="178048"/>
                  <a:pt x="263802" y="176279"/>
                  <a:pt x="264692" y="174509"/>
                </a:cubicBezTo>
                <a:cubicBezTo>
                  <a:pt x="267361" y="174509"/>
                  <a:pt x="270030" y="174509"/>
                  <a:pt x="271809" y="176279"/>
                </a:cubicBezTo>
                <a:cubicBezTo>
                  <a:pt x="276258" y="174509"/>
                  <a:pt x="281596" y="174509"/>
                  <a:pt x="284265" y="170085"/>
                </a:cubicBezTo>
                <a:cubicBezTo>
                  <a:pt x="286044" y="167430"/>
                  <a:pt x="286934" y="163006"/>
                  <a:pt x="286044" y="159467"/>
                </a:cubicBezTo>
                <a:cubicBezTo>
                  <a:pt x="285155" y="158582"/>
                  <a:pt x="283375" y="156812"/>
                  <a:pt x="282486" y="155927"/>
                </a:cubicBezTo>
                <a:cubicBezTo>
                  <a:pt x="279816" y="156812"/>
                  <a:pt x="278037" y="161236"/>
                  <a:pt x="274478" y="159467"/>
                </a:cubicBezTo>
                <a:cubicBezTo>
                  <a:pt x="271809" y="157697"/>
                  <a:pt x="270030" y="155043"/>
                  <a:pt x="271809" y="151503"/>
                </a:cubicBezTo>
                <a:cubicBezTo>
                  <a:pt x="274478" y="149734"/>
                  <a:pt x="276258" y="146194"/>
                  <a:pt x="278927" y="146194"/>
                </a:cubicBezTo>
                <a:cubicBezTo>
                  <a:pt x="282486" y="147079"/>
                  <a:pt x="286934" y="147079"/>
                  <a:pt x="289603" y="150618"/>
                </a:cubicBezTo>
                <a:cubicBezTo>
                  <a:pt x="294941" y="147964"/>
                  <a:pt x="299390" y="143540"/>
                  <a:pt x="305618" y="142655"/>
                </a:cubicBezTo>
                <a:close/>
                <a:moveTo>
                  <a:pt x="250197" y="142655"/>
                </a:moveTo>
                <a:cubicBezTo>
                  <a:pt x="255489" y="142655"/>
                  <a:pt x="260780" y="144429"/>
                  <a:pt x="264308" y="149752"/>
                </a:cubicBezTo>
                <a:cubicBezTo>
                  <a:pt x="264308" y="152413"/>
                  <a:pt x="260780" y="150639"/>
                  <a:pt x="259898" y="151526"/>
                </a:cubicBezTo>
                <a:cubicBezTo>
                  <a:pt x="258134" y="153300"/>
                  <a:pt x="255489" y="154187"/>
                  <a:pt x="255489" y="155962"/>
                </a:cubicBezTo>
                <a:cubicBezTo>
                  <a:pt x="251079" y="161284"/>
                  <a:pt x="249315" y="170156"/>
                  <a:pt x="241378" y="171930"/>
                </a:cubicBezTo>
                <a:cubicBezTo>
                  <a:pt x="236086" y="172817"/>
                  <a:pt x="231676" y="170156"/>
                  <a:pt x="227267" y="171930"/>
                </a:cubicBezTo>
                <a:cubicBezTo>
                  <a:pt x="227267" y="171930"/>
                  <a:pt x="227267" y="171930"/>
                  <a:pt x="224621" y="171043"/>
                </a:cubicBezTo>
                <a:cubicBezTo>
                  <a:pt x="224621" y="169268"/>
                  <a:pt x="226385" y="166607"/>
                  <a:pt x="228149" y="164833"/>
                </a:cubicBezTo>
                <a:cubicBezTo>
                  <a:pt x="230794" y="165720"/>
                  <a:pt x="234322" y="165720"/>
                  <a:pt x="236968" y="163946"/>
                </a:cubicBezTo>
                <a:cubicBezTo>
                  <a:pt x="238732" y="163059"/>
                  <a:pt x="239614" y="160397"/>
                  <a:pt x="240496" y="157736"/>
                </a:cubicBezTo>
                <a:cubicBezTo>
                  <a:pt x="240496" y="155962"/>
                  <a:pt x="239614" y="155075"/>
                  <a:pt x="238732" y="154187"/>
                </a:cubicBezTo>
                <a:cubicBezTo>
                  <a:pt x="235204" y="155075"/>
                  <a:pt x="238732" y="158623"/>
                  <a:pt x="236086" y="159510"/>
                </a:cubicBezTo>
                <a:cubicBezTo>
                  <a:pt x="235204" y="161284"/>
                  <a:pt x="233440" y="162171"/>
                  <a:pt x="231676" y="161284"/>
                </a:cubicBezTo>
                <a:cubicBezTo>
                  <a:pt x="227267" y="160397"/>
                  <a:pt x="228149" y="155962"/>
                  <a:pt x="227267" y="153300"/>
                </a:cubicBezTo>
                <a:cubicBezTo>
                  <a:pt x="229913" y="147090"/>
                  <a:pt x="236968" y="147090"/>
                  <a:pt x="242260" y="147090"/>
                </a:cubicBezTo>
                <a:cubicBezTo>
                  <a:pt x="244023" y="143542"/>
                  <a:pt x="247551" y="143542"/>
                  <a:pt x="250197" y="142655"/>
                </a:cubicBezTo>
                <a:close/>
                <a:moveTo>
                  <a:pt x="230573" y="133130"/>
                </a:moveTo>
                <a:cubicBezTo>
                  <a:pt x="230573" y="133130"/>
                  <a:pt x="230573" y="133130"/>
                  <a:pt x="232359" y="133130"/>
                </a:cubicBezTo>
                <a:cubicBezTo>
                  <a:pt x="231466" y="136658"/>
                  <a:pt x="233252" y="140185"/>
                  <a:pt x="234145" y="143713"/>
                </a:cubicBezTo>
                <a:cubicBezTo>
                  <a:pt x="231466" y="146359"/>
                  <a:pt x="227001" y="145477"/>
                  <a:pt x="224323" y="149005"/>
                </a:cubicBezTo>
                <a:cubicBezTo>
                  <a:pt x="222537" y="148123"/>
                  <a:pt x="221644" y="145477"/>
                  <a:pt x="219858" y="142831"/>
                </a:cubicBezTo>
                <a:cubicBezTo>
                  <a:pt x="220751" y="137540"/>
                  <a:pt x="227894" y="136658"/>
                  <a:pt x="230573" y="133130"/>
                </a:cubicBezTo>
                <a:close/>
                <a:moveTo>
                  <a:pt x="747161" y="131398"/>
                </a:moveTo>
                <a:cubicBezTo>
                  <a:pt x="747919" y="132156"/>
                  <a:pt x="748785" y="133419"/>
                  <a:pt x="749650" y="133419"/>
                </a:cubicBezTo>
                <a:cubicBezTo>
                  <a:pt x="753980" y="136449"/>
                  <a:pt x="759175" y="134429"/>
                  <a:pt x="763505" y="134429"/>
                </a:cubicBezTo>
                <a:lnTo>
                  <a:pt x="764371" y="134429"/>
                </a:lnTo>
                <a:cubicBezTo>
                  <a:pt x="761773" y="138470"/>
                  <a:pt x="756578" y="139480"/>
                  <a:pt x="752248" y="138470"/>
                </a:cubicBezTo>
                <a:cubicBezTo>
                  <a:pt x="749650" y="137460"/>
                  <a:pt x="747053" y="135439"/>
                  <a:pt x="745321" y="132409"/>
                </a:cubicBezTo>
                <a:cubicBezTo>
                  <a:pt x="745754" y="130388"/>
                  <a:pt x="746403" y="130641"/>
                  <a:pt x="747161" y="131398"/>
                </a:cubicBezTo>
                <a:close/>
                <a:moveTo>
                  <a:pt x="209778" y="126780"/>
                </a:moveTo>
                <a:cubicBezTo>
                  <a:pt x="208865" y="140060"/>
                  <a:pt x="226208" y="148028"/>
                  <a:pt x="223470" y="162193"/>
                </a:cubicBezTo>
                <a:cubicBezTo>
                  <a:pt x="222557" y="166620"/>
                  <a:pt x="218906" y="171932"/>
                  <a:pt x="214342" y="172817"/>
                </a:cubicBezTo>
                <a:cubicBezTo>
                  <a:pt x="211603" y="171046"/>
                  <a:pt x="211603" y="166620"/>
                  <a:pt x="209778" y="163964"/>
                </a:cubicBezTo>
                <a:cubicBezTo>
                  <a:pt x="211603" y="160422"/>
                  <a:pt x="213429" y="155110"/>
                  <a:pt x="209778" y="151569"/>
                </a:cubicBezTo>
                <a:cubicBezTo>
                  <a:pt x="207039" y="149798"/>
                  <a:pt x="203388" y="149798"/>
                  <a:pt x="200650" y="149798"/>
                </a:cubicBezTo>
                <a:cubicBezTo>
                  <a:pt x="200650" y="149798"/>
                  <a:pt x="200650" y="149798"/>
                  <a:pt x="198824" y="150684"/>
                </a:cubicBezTo>
                <a:cubicBezTo>
                  <a:pt x="200650" y="152454"/>
                  <a:pt x="205214" y="152454"/>
                  <a:pt x="207039" y="155996"/>
                </a:cubicBezTo>
                <a:cubicBezTo>
                  <a:pt x="207952" y="157766"/>
                  <a:pt x="207039" y="159537"/>
                  <a:pt x="206126" y="161308"/>
                </a:cubicBezTo>
                <a:cubicBezTo>
                  <a:pt x="202475" y="162193"/>
                  <a:pt x="199737" y="158652"/>
                  <a:pt x="195173" y="159537"/>
                </a:cubicBezTo>
                <a:cubicBezTo>
                  <a:pt x="193347" y="158652"/>
                  <a:pt x="189696" y="159537"/>
                  <a:pt x="189696" y="155996"/>
                </a:cubicBezTo>
                <a:cubicBezTo>
                  <a:pt x="189696" y="151569"/>
                  <a:pt x="194260" y="145372"/>
                  <a:pt x="198824" y="143601"/>
                </a:cubicBezTo>
                <a:cubicBezTo>
                  <a:pt x="199737" y="140060"/>
                  <a:pt x="199737" y="136518"/>
                  <a:pt x="201562" y="133862"/>
                </a:cubicBezTo>
                <a:cubicBezTo>
                  <a:pt x="205214" y="132092"/>
                  <a:pt x="205214" y="126780"/>
                  <a:pt x="209778" y="126780"/>
                </a:cubicBezTo>
                <a:close/>
                <a:moveTo>
                  <a:pt x="801465" y="126063"/>
                </a:moveTo>
                <a:cubicBezTo>
                  <a:pt x="806863" y="129546"/>
                  <a:pt x="811360" y="134769"/>
                  <a:pt x="814059" y="140863"/>
                </a:cubicBezTo>
                <a:cubicBezTo>
                  <a:pt x="813160" y="145215"/>
                  <a:pt x="816758" y="147827"/>
                  <a:pt x="814059" y="152180"/>
                </a:cubicBezTo>
                <a:cubicBezTo>
                  <a:pt x="805064" y="150439"/>
                  <a:pt x="809561" y="140863"/>
                  <a:pt x="804164" y="136510"/>
                </a:cubicBezTo>
                <a:cubicBezTo>
                  <a:pt x="802365" y="136510"/>
                  <a:pt x="802365" y="133898"/>
                  <a:pt x="799666" y="134769"/>
                </a:cubicBezTo>
                <a:cubicBezTo>
                  <a:pt x="798767" y="136510"/>
                  <a:pt x="795168" y="137381"/>
                  <a:pt x="793369" y="136510"/>
                </a:cubicBezTo>
                <a:cubicBezTo>
                  <a:pt x="791570" y="134769"/>
                  <a:pt x="789771" y="132157"/>
                  <a:pt x="790670" y="129546"/>
                </a:cubicBezTo>
                <a:cubicBezTo>
                  <a:pt x="793369" y="126063"/>
                  <a:pt x="796967" y="125193"/>
                  <a:pt x="801465" y="126063"/>
                </a:cubicBezTo>
                <a:close/>
                <a:moveTo>
                  <a:pt x="279001" y="120203"/>
                </a:moveTo>
                <a:cubicBezTo>
                  <a:pt x="281132" y="119069"/>
                  <a:pt x="283150" y="118388"/>
                  <a:pt x="284945" y="121110"/>
                </a:cubicBezTo>
                <a:cubicBezTo>
                  <a:pt x="280459" y="125645"/>
                  <a:pt x="273281" y="128367"/>
                  <a:pt x="267000" y="125645"/>
                </a:cubicBezTo>
                <a:cubicBezTo>
                  <a:pt x="266102" y="124738"/>
                  <a:pt x="264308" y="124738"/>
                  <a:pt x="264308" y="122924"/>
                </a:cubicBezTo>
                <a:cubicBezTo>
                  <a:pt x="266102" y="118388"/>
                  <a:pt x="269692" y="122924"/>
                  <a:pt x="272383" y="122017"/>
                </a:cubicBezTo>
                <a:cubicBezTo>
                  <a:pt x="274626" y="122924"/>
                  <a:pt x="276870" y="121337"/>
                  <a:pt x="279001" y="120203"/>
                </a:cubicBezTo>
                <a:close/>
                <a:moveTo>
                  <a:pt x="768427" y="116714"/>
                </a:moveTo>
                <a:cubicBezTo>
                  <a:pt x="772837" y="114080"/>
                  <a:pt x="777246" y="118471"/>
                  <a:pt x="779892" y="121984"/>
                </a:cubicBezTo>
                <a:cubicBezTo>
                  <a:pt x="783420" y="130766"/>
                  <a:pt x="779892" y="138669"/>
                  <a:pt x="773719" y="145695"/>
                </a:cubicBezTo>
                <a:cubicBezTo>
                  <a:pt x="768427" y="150086"/>
                  <a:pt x="761371" y="151842"/>
                  <a:pt x="754316" y="151842"/>
                </a:cubicBezTo>
                <a:cubicBezTo>
                  <a:pt x="747260" y="155355"/>
                  <a:pt x="741969" y="148329"/>
                  <a:pt x="735795" y="149208"/>
                </a:cubicBezTo>
                <a:cubicBezTo>
                  <a:pt x="736677" y="151842"/>
                  <a:pt x="733149" y="152720"/>
                  <a:pt x="731386" y="154477"/>
                </a:cubicBezTo>
                <a:cubicBezTo>
                  <a:pt x="731386" y="154477"/>
                  <a:pt x="731386" y="154477"/>
                  <a:pt x="729622" y="154477"/>
                </a:cubicBezTo>
                <a:cubicBezTo>
                  <a:pt x="729622" y="154477"/>
                  <a:pt x="729622" y="154477"/>
                  <a:pt x="732268" y="150086"/>
                </a:cubicBezTo>
                <a:cubicBezTo>
                  <a:pt x="732268" y="147451"/>
                  <a:pt x="729622" y="148329"/>
                  <a:pt x="729622" y="146573"/>
                </a:cubicBezTo>
                <a:cubicBezTo>
                  <a:pt x="730504" y="144817"/>
                  <a:pt x="733149" y="142182"/>
                  <a:pt x="730504" y="140426"/>
                </a:cubicBezTo>
                <a:cubicBezTo>
                  <a:pt x="729622" y="139547"/>
                  <a:pt x="727858" y="137791"/>
                  <a:pt x="729622" y="136035"/>
                </a:cubicBezTo>
                <a:cubicBezTo>
                  <a:pt x="733149" y="136035"/>
                  <a:pt x="737559" y="132522"/>
                  <a:pt x="741087" y="135156"/>
                </a:cubicBezTo>
                <a:cubicBezTo>
                  <a:pt x="746379" y="140426"/>
                  <a:pt x="753434" y="143060"/>
                  <a:pt x="759608" y="140426"/>
                </a:cubicBezTo>
                <a:cubicBezTo>
                  <a:pt x="763135" y="138669"/>
                  <a:pt x="766663" y="137791"/>
                  <a:pt x="768427" y="134278"/>
                </a:cubicBezTo>
                <a:cubicBezTo>
                  <a:pt x="767545" y="130766"/>
                  <a:pt x="761371" y="129887"/>
                  <a:pt x="762253" y="124618"/>
                </a:cubicBezTo>
                <a:cubicBezTo>
                  <a:pt x="761371" y="121105"/>
                  <a:pt x="764899" y="118471"/>
                  <a:pt x="768427" y="116714"/>
                </a:cubicBezTo>
                <a:close/>
                <a:moveTo>
                  <a:pt x="226738" y="114080"/>
                </a:moveTo>
                <a:cubicBezTo>
                  <a:pt x="230442" y="114080"/>
                  <a:pt x="233220" y="115844"/>
                  <a:pt x="234146" y="120253"/>
                </a:cubicBezTo>
                <a:cubicBezTo>
                  <a:pt x="234146" y="122017"/>
                  <a:pt x="233220" y="123781"/>
                  <a:pt x="231368" y="124663"/>
                </a:cubicBezTo>
                <a:cubicBezTo>
                  <a:pt x="227664" y="124663"/>
                  <a:pt x="223033" y="124663"/>
                  <a:pt x="222107" y="128191"/>
                </a:cubicBezTo>
                <a:cubicBezTo>
                  <a:pt x="218403" y="131718"/>
                  <a:pt x="224886" y="137892"/>
                  <a:pt x="218403" y="137892"/>
                </a:cubicBezTo>
                <a:cubicBezTo>
                  <a:pt x="215625" y="137010"/>
                  <a:pt x="213773" y="134364"/>
                  <a:pt x="213773" y="131718"/>
                </a:cubicBezTo>
                <a:cubicBezTo>
                  <a:pt x="211921" y="127309"/>
                  <a:pt x="213773" y="122899"/>
                  <a:pt x="217477" y="119371"/>
                </a:cubicBezTo>
                <a:cubicBezTo>
                  <a:pt x="220255" y="117608"/>
                  <a:pt x="222107" y="114080"/>
                  <a:pt x="226738" y="114080"/>
                </a:cubicBezTo>
                <a:close/>
                <a:moveTo>
                  <a:pt x="257154" y="106010"/>
                </a:moveTo>
                <a:cubicBezTo>
                  <a:pt x="259446" y="106570"/>
                  <a:pt x="261411" y="108137"/>
                  <a:pt x="261847" y="110823"/>
                </a:cubicBezTo>
                <a:cubicBezTo>
                  <a:pt x="264467" y="113510"/>
                  <a:pt x="262720" y="117092"/>
                  <a:pt x="261847" y="119779"/>
                </a:cubicBezTo>
                <a:cubicBezTo>
                  <a:pt x="260101" y="120674"/>
                  <a:pt x="257482" y="123361"/>
                  <a:pt x="259228" y="125152"/>
                </a:cubicBezTo>
                <a:cubicBezTo>
                  <a:pt x="264467" y="129629"/>
                  <a:pt x="271451" y="132316"/>
                  <a:pt x="277563" y="129629"/>
                </a:cubicBezTo>
                <a:cubicBezTo>
                  <a:pt x="281929" y="129629"/>
                  <a:pt x="285421" y="125152"/>
                  <a:pt x="289787" y="123361"/>
                </a:cubicBezTo>
                <a:cubicBezTo>
                  <a:pt x="292406" y="125152"/>
                  <a:pt x="296772" y="123361"/>
                  <a:pt x="297645" y="126943"/>
                </a:cubicBezTo>
                <a:cubicBezTo>
                  <a:pt x="297645" y="126943"/>
                  <a:pt x="297645" y="126943"/>
                  <a:pt x="297645" y="127838"/>
                </a:cubicBezTo>
                <a:cubicBezTo>
                  <a:pt x="289787" y="135898"/>
                  <a:pt x="279309" y="139480"/>
                  <a:pt x="268832" y="139480"/>
                </a:cubicBezTo>
                <a:cubicBezTo>
                  <a:pt x="264467" y="138584"/>
                  <a:pt x="260974" y="137689"/>
                  <a:pt x="257482" y="135002"/>
                </a:cubicBezTo>
                <a:cubicBezTo>
                  <a:pt x="252243" y="132316"/>
                  <a:pt x="248750" y="126943"/>
                  <a:pt x="247004" y="120674"/>
                </a:cubicBezTo>
                <a:cubicBezTo>
                  <a:pt x="247004" y="115301"/>
                  <a:pt x="245258" y="110823"/>
                  <a:pt x="250497" y="107241"/>
                </a:cubicBezTo>
                <a:cubicBezTo>
                  <a:pt x="252243" y="105898"/>
                  <a:pt x="254862" y="105450"/>
                  <a:pt x="257154" y="106010"/>
                </a:cubicBezTo>
                <a:close/>
                <a:moveTo>
                  <a:pt x="298324" y="105414"/>
                </a:moveTo>
                <a:lnTo>
                  <a:pt x="300857" y="105720"/>
                </a:lnTo>
                <a:lnTo>
                  <a:pt x="299079" y="105820"/>
                </a:lnTo>
                <a:lnTo>
                  <a:pt x="298324" y="105414"/>
                </a:lnTo>
                <a:close/>
                <a:moveTo>
                  <a:pt x="511892" y="98205"/>
                </a:moveTo>
                <a:cubicBezTo>
                  <a:pt x="517911" y="99104"/>
                  <a:pt x="511032" y="103602"/>
                  <a:pt x="513611" y="107201"/>
                </a:cubicBezTo>
                <a:cubicBezTo>
                  <a:pt x="515331" y="111698"/>
                  <a:pt x="518771" y="115297"/>
                  <a:pt x="523070" y="117995"/>
                </a:cubicBezTo>
                <a:cubicBezTo>
                  <a:pt x="523070" y="121594"/>
                  <a:pt x="517911" y="121594"/>
                  <a:pt x="515331" y="123393"/>
                </a:cubicBezTo>
                <a:cubicBezTo>
                  <a:pt x="513611" y="125192"/>
                  <a:pt x="511032" y="125192"/>
                  <a:pt x="509312" y="123393"/>
                </a:cubicBezTo>
                <a:cubicBezTo>
                  <a:pt x="508452" y="120694"/>
                  <a:pt x="505013" y="122493"/>
                  <a:pt x="504153" y="119794"/>
                </a:cubicBezTo>
                <a:cubicBezTo>
                  <a:pt x="502433" y="120694"/>
                  <a:pt x="502433" y="117096"/>
                  <a:pt x="503293" y="116196"/>
                </a:cubicBezTo>
                <a:cubicBezTo>
                  <a:pt x="510172" y="113498"/>
                  <a:pt x="511892" y="105401"/>
                  <a:pt x="511892" y="98205"/>
                </a:cubicBezTo>
                <a:close/>
                <a:moveTo>
                  <a:pt x="759807" y="93442"/>
                </a:moveTo>
                <a:cubicBezTo>
                  <a:pt x="777593" y="93442"/>
                  <a:pt x="790043" y="105868"/>
                  <a:pt x="804271" y="115631"/>
                </a:cubicBezTo>
                <a:cubicBezTo>
                  <a:pt x="832729" y="136044"/>
                  <a:pt x="857629" y="162671"/>
                  <a:pt x="879861" y="189298"/>
                </a:cubicBezTo>
                <a:cubicBezTo>
                  <a:pt x="896758" y="207936"/>
                  <a:pt x="910986" y="229238"/>
                  <a:pt x="923436" y="251427"/>
                </a:cubicBezTo>
                <a:cubicBezTo>
                  <a:pt x="927883" y="260302"/>
                  <a:pt x="927883" y="272728"/>
                  <a:pt x="921658" y="281603"/>
                </a:cubicBezTo>
                <a:cubicBezTo>
                  <a:pt x="918101" y="285154"/>
                  <a:pt x="913654" y="287816"/>
                  <a:pt x="909208" y="288704"/>
                </a:cubicBezTo>
                <a:cubicBezTo>
                  <a:pt x="910097" y="284266"/>
                  <a:pt x="916322" y="283379"/>
                  <a:pt x="918990" y="279828"/>
                </a:cubicBezTo>
                <a:cubicBezTo>
                  <a:pt x="923436" y="273615"/>
                  <a:pt x="923436" y="266515"/>
                  <a:pt x="922547" y="259415"/>
                </a:cubicBezTo>
                <a:cubicBezTo>
                  <a:pt x="920769" y="254089"/>
                  <a:pt x="910986" y="238113"/>
                  <a:pt x="906540" y="231900"/>
                </a:cubicBezTo>
                <a:cubicBezTo>
                  <a:pt x="902983" y="225687"/>
                  <a:pt x="898536" y="220362"/>
                  <a:pt x="897647" y="218587"/>
                </a:cubicBezTo>
                <a:cubicBezTo>
                  <a:pt x="889643" y="206161"/>
                  <a:pt x="879861" y="195511"/>
                  <a:pt x="870968" y="183972"/>
                </a:cubicBezTo>
                <a:cubicBezTo>
                  <a:pt x="868300" y="182197"/>
                  <a:pt x="863854" y="176872"/>
                  <a:pt x="863854" y="176872"/>
                </a:cubicBezTo>
                <a:cubicBezTo>
                  <a:pt x="846957" y="159121"/>
                  <a:pt x="828282" y="140482"/>
                  <a:pt x="809607" y="125394"/>
                </a:cubicBezTo>
                <a:cubicBezTo>
                  <a:pt x="803382" y="122731"/>
                  <a:pt x="798936" y="115631"/>
                  <a:pt x="791821" y="112081"/>
                </a:cubicBezTo>
                <a:cubicBezTo>
                  <a:pt x="781150" y="103205"/>
                  <a:pt x="767810" y="96105"/>
                  <a:pt x="752692" y="99655"/>
                </a:cubicBezTo>
                <a:cubicBezTo>
                  <a:pt x="747357" y="101430"/>
                  <a:pt x="741132" y="103205"/>
                  <a:pt x="737574" y="108530"/>
                </a:cubicBezTo>
                <a:cubicBezTo>
                  <a:pt x="736685" y="108530"/>
                  <a:pt x="735796" y="106755"/>
                  <a:pt x="736685" y="105868"/>
                </a:cubicBezTo>
                <a:cubicBezTo>
                  <a:pt x="741132" y="96992"/>
                  <a:pt x="750914" y="94329"/>
                  <a:pt x="759807" y="93442"/>
                </a:cubicBezTo>
                <a:close/>
                <a:moveTo>
                  <a:pt x="281771" y="90985"/>
                </a:moveTo>
                <a:cubicBezTo>
                  <a:pt x="285299" y="92756"/>
                  <a:pt x="286181" y="97185"/>
                  <a:pt x="287945" y="99842"/>
                </a:cubicBezTo>
                <a:lnTo>
                  <a:pt x="298324" y="105414"/>
                </a:lnTo>
                <a:lnTo>
                  <a:pt x="288826" y="104270"/>
                </a:lnTo>
                <a:cubicBezTo>
                  <a:pt x="285299" y="100727"/>
                  <a:pt x="281771" y="96299"/>
                  <a:pt x="281771" y="91871"/>
                </a:cubicBezTo>
                <a:cubicBezTo>
                  <a:pt x="281771" y="91871"/>
                  <a:pt x="281771" y="91871"/>
                  <a:pt x="281771" y="90985"/>
                </a:cubicBezTo>
                <a:close/>
                <a:moveTo>
                  <a:pt x="583043" y="90267"/>
                </a:moveTo>
                <a:cubicBezTo>
                  <a:pt x="587453" y="91143"/>
                  <a:pt x="591863" y="92019"/>
                  <a:pt x="593626" y="96398"/>
                </a:cubicBezTo>
                <a:cubicBezTo>
                  <a:pt x="594508" y="98150"/>
                  <a:pt x="594508" y="99025"/>
                  <a:pt x="596272" y="99901"/>
                </a:cubicBezTo>
                <a:cubicBezTo>
                  <a:pt x="601564" y="98150"/>
                  <a:pt x="610383" y="96398"/>
                  <a:pt x="615675" y="101653"/>
                </a:cubicBezTo>
                <a:cubicBezTo>
                  <a:pt x="620085" y="106908"/>
                  <a:pt x="620085" y="113915"/>
                  <a:pt x="620085" y="120046"/>
                </a:cubicBezTo>
                <a:cubicBezTo>
                  <a:pt x="623613" y="124425"/>
                  <a:pt x="629786" y="127929"/>
                  <a:pt x="630668" y="134060"/>
                </a:cubicBezTo>
                <a:cubicBezTo>
                  <a:pt x="630668" y="136688"/>
                  <a:pt x="634196" y="138439"/>
                  <a:pt x="634196" y="141067"/>
                </a:cubicBezTo>
                <a:cubicBezTo>
                  <a:pt x="626258" y="141067"/>
                  <a:pt x="622731" y="132308"/>
                  <a:pt x="615675" y="130557"/>
                </a:cubicBezTo>
                <a:cubicBezTo>
                  <a:pt x="609501" y="133184"/>
                  <a:pt x="599800" y="135812"/>
                  <a:pt x="594508" y="130557"/>
                </a:cubicBezTo>
                <a:cubicBezTo>
                  <a:pt x="592744" y="128805"/>
                  <a:pt x="592744" y="126177"/>
                  <a:pt x="593626" y="123550"/>
                </a:cubicBezTo>
                <a:cubicBezTo>
                  <a:pt x="595390" y="121798"/>
                  <a:pt x="596272" y="120046"/>
                  <a:pt x="599800" y="120046"/>
                </a:cubicBezTo>
                <a:cubicBezTo>
                  <a:pt x="603328" y="119170"/>
                  <a:pt x="604210" y="127929"/>
                  <a:pt x="608619" y="122674"/>
                </a:cubicBezTo>
                <a:cubicBezTo>
                  <a:pt x="610383" y="120046"/>
                  <a:pt x="611265" y="114791"/>
                  <a:pt x="608619" y="111288"/>
                </a:cubicBezTo>
                <a:cubicBezTo>
                  <a:pt x="606856" y="108660"/>
                  <a:pt x="602446" y="108660"/>
                  <a:pt x="598918" y="108660"/>
                </a:cubicBezTo>
                <a:cubicBezTo>
                  <a:pt x="591863" y="109536"/>
                  <a:pt x="589217" y="118294"/>
                  <a:pt x="583043" y="120046"/>
                </a:cubicBezTo>
                <a:cubicBezTo>
                  <a:pt x="583043" y="120046"/>
                  <a:pt x="583043" y="120046"/>
                  <a:pt x="575988" y="120922"/>
                </a:cubicBezTo>
                <a:cubicBezTo>
                  <a:pt x="573342" y="124425"/>
                  <a:pt x="570696" y="128805"/>
                  <a:pt x="566286" y="129681"/>
                </a:cubicBezTo>
                <a:cubicBezTo>
                  <a:pt x="563640" y="129681"/>
                  <a:pt x="560994" y="128805"/>
                  <a:pt x="558349" y="127053"/>
                </a:cubicBezTo>
                <a:cubicBezTo>
                  <a:pt x="557467" y="124425"/>
                  <a:pt x="556585" y="120922"/>
                  <a:pt x="559231" y="120046"/>
                </a:cubicBezTo>
                <a:cubicBezTo>
                  <a:pt x="561876" y="118294"/>
                  <a:pt x="566286" y="122674"/>
                  <a:pt x="566286" y="118294"/>
                </a:cubicBezTo>
                <a:cubicBezTo>
                  <a:pt x="566286" y="113915"/>
                  <a:pt x="560113" y="113039"/>
                  <a:pt x="558349" y="110412"/>
                </a:cubicBezTo>
                <a:cubicBezTo>
                  <a:pt x="555703" y="108660"/>
                  <a:pt x="554821" y="105157"/>
                  <a:pt x="554821" y="102529"/>
                </a:cubicBezTo>
                <a:cubicBezTo>
                  <a:pt x="554821" y="102529"/>
                  <a:pt x="554821" y="102529"/>
                  <a:pt x="560113" y="102529"/>
                </a:cubicBezTo>
                <a:cubicBezTo>
                  <a:pt x="566286" y="106908"/>
                  <a:pt x="572460" y="113039"/>
                  <a:pt x="581279" y="110412"/>
                </a:cubicBezTo>
                <a:cubicBezTo>
                  <a:pt x="585689" y="110412"/>
                  <a:pt x="586571" y="106032"/>
                  <a:pt x="587453" y="103405"/>
                </a:cubicBezTo>
                <a:cubicBezTo>
                  <a:pt x="588335" y="100777"/>
                  <a:pt x="586571" y="99901"/>
                  <a:pt x="584807" y="98150"/>
                </a:cubicBezTo>
                <a:cubicBezTo>
                  <a:pt x="582161" y="99025"/>
                  <a:pt x="579515" y="102529"/>
                  <a:pt x="575988" y="99901"/>
                </a:cubicBezTo>
                <a:cubicBezTo>
                  <a:pt x="574224" y="99025"/>
                  <a:pt x="573342" y="96398"/>
                  <a:pt x="575106" y="94646"/>
                </a:cubicBezTo>
                <a:cubicBezTo>
                  <a:pt x="576869" y="92019"/>
                  <a:pt x="579515" y="90267"/>
                  <a:pt x="583043" y="90267"/>
                </a:cubicBezTo>
                <a:close/>
                <a:moveTo>
                  <a:pt x="557995" y="89535"/>
                </a:moveTo>
                <a:cubicBezTo>
                  <a:pt x="558789" y="92099"/>
                  <a:pt x="561170" y="93808"/>
                  <a:pt x="561170" y="97228"/>
                </a:cubicBezTo>
                <a:cubicBezTo>
                  <a:pt x="558789" y="99792"/>
                  <a:pt x="554820" y="98082"/>
                  <a:pt x="550852" y="98082"/>
                </a:cubicBezTo>
                <a:cubicBezTo>
                  <a:pt x="550058" y="95518"/>
                  <a:pt x="550852" y="92954"/>
                  <a:pt x="551645" y="90389"/>
                </a:cubicBezTo>
                <a:cubicBezTo>
                  <a:pt x="553233" y="89535"/>
                  <a:pt x="555614" y="88680"/>
                  <a:pt x="557995" y="89535"/>
                </a:cubicBezTo>
                <a:close/>
                <a:moveTo>
                  <a:pt x="467826" y="85505"/>
                </a:moveTo>
                <a:cubicBezTo>
                  <a:pt x="470366" y="85505"/>
                  <a:pt x="472906" y="86482"/>
                  <a:pt x="474599" y="87459"/>
                </a:cubicBezTo>
                <a:cubicBezTo>
                  <a:pt x="475446" y="90389"/>
                  <a:pt x="475446" y="93320"/>
                  <a:pt x="475446" y="96251"/>
                </a:cubicBezTo>
                <a:cubicBezTo>
                  <a:pt x="471213" y="98205"/>
                  <a:pt x="466979" y="93320"/>
                  <a:pt x="462746" y="92343"/>
                </a:cubicBezTo>
                <a:cubicBezTo>
                  <a:pt x="462746" y="88436"/>
                  <a:pt x="465286" y="86482"/>
                  <a:pt x="467826" y="85505"/>
                </a:cubicBezTo>
                <a:close/>
                <a:moveTo>
                  <a:pt x="438389" y="85277"/>
                </a:moveTo>
                <a:cubicBezTo>
                  <a:pt x="442129" y="84281"/>
                  <a:pt x="445869" y="85166"/>
                  <a:pt x="448509" y="89590"/>
                </a:cubicBezTo>
                <a:cubicBezTo>
                  <a:pt x="449389" y="92245"/>
                  <a:pt x="449389" y="94899"/>
                  <a:pt x="446749" y="96669"/>
                </a:cubicBezTo>
                <a:cubicBezTo>
                  <a:pt x="444989" y="98439"/>
                  <a:pt x="441469" y="97554"/>
                  <a:pt x="440589" y="96669"/>
                </a:cubicBezTo>
                <a:cubicBezTo>
                  <a:pt x="440589" y="96669"/>
                  <a:pt x="440589" y="96669"/>
                  <a:pt x="437949" y="94899"/>
                </a:cubicBezTo>
                <a:cubicBezTo>
                  <a:pt x="436189" y="95784"/>
                  <a:pt x="436189" y="98439"/>
                  <a:pt x="436189" y="99323"/>
                </a:cubicBezTo>
                <a:cubicBezTo>
                  <a:pt x="436189" y="102863"/>
                  <a:pt x="437949" y="105517"/>
                  <a:pt x="441469" y="107287"/>
                </a:cubicBezTo>
                <a:cubicBezTo>
                  <a:pt x="446749" y="109941"/>
                  <a:pt x="452029" y="109057"/>
                  <a:pt x="457310" y="107287"/>
                </a:cubicBezTo>
                <a:cubicBezTo>
                  <a:pt x="461710" y="104632"/>
                  <a:pt x="462590" y="96669"/>
                  <a:pt x="468750" y="98439"/>
                </a:cubicBezTo>
                <a:cubicBezTo>
                  <a:pt x="472270" y="100208"/>
                  <a:pt x="471390" y="103748"/>
                  <a:pt x="470510" y="105517"/>
                </a:cubicBezTo>
                <a:cubicBezTo>
                  <a:pt x="467870" y="110826"/>
                  <a:pt x="461710" y="112596"/>
                  <a:pt x="457310" y="117020"/>
                </a:cubicBezTo>
                <a:cubicBezTo>
                  <a:pt x="456430" y="117905"/>
                  <a:pt x="457310" y="119675"/>
                  <a:pt x="458190" y="120559"/>
                </a:cubicBezTo>
                <a:cubicBezTo>
                  <a:pt x="460830" y="120559"/>
                  <a:pt x="461710" y="116135"/>
                  <a:pt x="464350" y="118790"/>
                </a:cubicBezTo>
                <a:cubicBezTo>
                  <a:pt x="467870" y="119675"/>
                  <a:pt x="466990" y="123214"/>
                  <a:pt x="466990" y="125869"/>
                </a:cubicBezTo>
                <a:cubicBezTo>
                  <a:pt x="464350" y="131178"/>
                  <a:pt x="459070" y="127638"/>
                  <a:pt x="454670" y="127638"/>
                </a:cubicBezTo>
                <a:cubicBezTo>
                  <a:pt x="450269" y="124984"/>
                  <a:pt x="450269" y="119675"/>
                  <a:pt x="444989" y="118790"/>
                </a:cubicBezTo>
                <a:cubicBezTo>
                  <a:pt x="435309" y="118790"/>
                  <a:pt x="432669" y="107287"/>
                  <a:pt x="423869" y="107287"/>
                </a:cubicBezTo>
                <a:cubicBezTo>
                  <a:pt x="419469" y="107287"/>
                  <a:pt x="415069" y="109941"/>
                  <a:pt x="414189" y="114366"/>
                </a:cubicBezTo>
                <a:cubicBezTo>
                  <a:pt x="414189" y="116135"/>
                  <a:pt x="414189" y="120559"/>
                  <a:pt x="416829" y="122329"/>
                </a:cubicBezTo>
                <a:cubicBezTo>
                  <a:pt x="417709" y="123214"/>
                  <a:pt x="418589" y="124099"/>
                  <a:pt x="420349" y="123214"/>
                </a:cubicBezTo>
                <a:cubicBezTo>
                  <a:pt x="422109" y="119675"/>
                  <a:pt x="423869" y="117905"/>
                  <a:pt x="427389" y="116135"/>
                </a:cubicBezTo>
                <a:cubicBezTo>
                  <a:pt x="430029" y="119675"/>
                  <a:pt x="433549" y="123214"/>
                  <a:pt x="431789" y="127638"/>
                </a:cubicBezTo>
                <a:cubicBezTo>
                  <a:pt x="428269" y="132947"/>
                  <a:pt x="421229" y="132062"/>
                  <a:pt x="415069" y="132062"/>
                </a:cubicBezTo>
                <a:cubicBezTo>
                  <a:pt x="412428" y="129408"/>
                  <a:pt x="408028" y="125869"/>
                  <a:pt x="403628" y="127638"/>
                </a:cubicBezTo>
                <a:cubicBezTo>
                  <a:pt x="400988" y="132062"/>
                  <a:pt x="396588" y="134717"/>
                  <a:pt x="391308" y="134717"/>
                </a:cubicBezTo>
                <a:cubicBezTo>
                  <a:pt x="391308" y="132062"/>
                  <a:pt x="393948" y="131178"/>
                  <a:pt x="394828" y="128523"/>
                </a:cubicBezTo>
                <a:cubicBezTo>
                  <a:pt x="395708" y="123214"/>
                  <a:pt x="400988" y="121444"/>
                  <a:pt x="403628" y="117905"/>
                </a:cubicBezTo>
                <a:cubicBezTo>
                  <a:pt x="404508" y="111711"/>
                  <a:pt x="407148" y="104632"/>
                  <a:pt x="411548" y="100208"/>
                </a:cubicBezTo>
                <a:cubicBezTo>
                  <a:pt x="415069" y="96669"/>
                  <a:pt x="421229" y="97554"/>
                  <a:pt x="425629" y="98439"/>
                </a:cubicBezTo>
                <a:cubicBezTo>
                  <a:pt x="428269" y="97554"/>
                  <a:pt x="427389" y="94014"/>
                  <a:pt x="428269" y="92245"/>
                </a:cubicBezTo>
                <a:cubicBezTo>
                  <a:pt x="430909" y="89148"/>
                  <a:pt x="434649" y="86272"/>
                  <a:pt x="438389" y="85277"/>
                </a:cubicBezTo>
                <a:close/>
                <a:moveTo>
                  <a:pt x="678069" y="83917"/>
                </a:moveTo>
                <a:cubicBezTo>
                  <a:pt x="680666" y="83917"/>
                  <a:pt x="680666" y="88191"/>
                  <a:pt x="683264" y="89900"/>
                </a:cubicBezTo>
                <a:cubicBezTo>
                  <a:pt x="686728" y="92465"/>
                  <a:pt x="691057" y="89900"/>
                  <a:pt x="694521" y="91610"/>
                </a:cubicBezTo>
                <a:cubicBezTo>
                  <a:pt x="693655" y="94174"/>
                  <a:pt x="691057" y="94174"/>
                  <a:pt x="688460" y="95029"/>
                </a:cubicBezTo>
                <a:cubicBezTo>
                  <a:pt x="684130" y="95029"/>
                  <a:pt x="681532" y="93319"/>
                  <a:pt x="678935" y="89900"/>
                </a:cubicBezTo>
                <a:cubicBezTo>
                  <a:pt x="678069" y="88191"/>
                  <a:pt x="675471" y="84772"/>
                  <a:pt x="678069" y="83917"/>
                </a:cubicBezTo>
                <a:close/>
                <a:moveTo>
                  <a:pt x="260236" y="82131"/>
                </a:moveTo>
                <a:cubicBezTo>
                  <a:pt x="265923" y="80823"/>
                  <a:pt x="271945" y="80656"/>
                  <a:pt x="278412" y="82215"/>
                </a:cubicBezTo>
                <a:cubicBezTo>
                  <a:pt x="283765" y="83106"/>
                  <a:pt x="290009" y="87559"/>
                  <a:pt x="292686" y="93794"/>
                </a:cubicBezTo>
                <a:cubicBezTo>
                  <a:pt x="292686" y="94685"/>
                  <a:pt x="294470" y="96467"/>
                  <a:pt x="292686" y="98248"/>
                </a:cubicBezTo>
                <a:cubicBezTo>
                  <a:pt x="289117" y="93794"/>
                  <a:pt x="284657" y="86669"/>
                  <a:pt x="277520" y="83996"/>
                </a:cubicBezTo>
                <a:cubicBezTo>
                  <a:pt x="271276" y="83106"/>
                  <a:pt x="264139" y="83996"/>
                  <a:pt x="257894" y="85778"/>
                </a:cubicBezTo>
                <a:cubicBezTo>
                  <a:pt x="238268" y="96467"/>
                  <a:pt x="219534" y="110718"/>
                  <a:pt x="200801" y="124079"/>
                </a:cubicBezTo>
                <a:cubicBezTo>
                  <a:pt x="177606" y="145456"/>
                  <a:pt x="152628" y="167724"/>
                  <a:pt x="132110" y="191774"/>
                </a:cubicBezTo>
                <a:cubicBezTo>
                  <a:pt x="122297" y="205135"/>
                  <a:pt x="111592" y="218496"/>
                  <a:pt x="101779" y="232747"/>
                </a:cubicBezTo>
                <a:cubicBezTo>
                  <a:pt x="100887" y="234529"/>
                  <a:pt x="92858" y="255015"/>
                  <a:pt x="105347" y="266595"/>
                </a:cubicBezTo>
                <a:cubicBezTo>
                  <a:pt x="108023" y="268376"/>
                  <a:pt x="112484" y="267486"/>
                  <a:pt x="114268" y="271048"/>
                </a:cubicBezTo>
                <a:cubicBezTo>
                  <a:pt x="114268" y="272830"/>
                  <a:pt x="112484" y="272830"/>
                  <a:pt x="111592" y="272830"/>
                </a:cubicBezTo>
                <a:cubicBezTo>
                  <a:pt x="104455" y="271939"/>
                  <a:pt x="99995" y="266595"/>
                  <a:pt x="97318" y="261250"/>
                </a:cubicBezTo>
                <a:cubicBezTo>
                  <a:pt x="92858" y="246999"/>
                  <a:pt x="96426" y="238092"/>
                  <a:pt x="99995" y="229184"/>
                </a:cubicBezTo>
                <a:cubicBezTo>
                  <a:pt x="103563" y="222059"/>
                  <a:pt x="108916" y="215824"/>
                  <a:pt x="113376" y="209588"/>
                </a:cubicBezTo>
                <a:cubicBezTo>
                  <a:pt x="122297" y="198900"/>
                  <a:pt x="129434" y="188211"/>
                  <a:pt x="138354" y="177522"/>
                </a:cubicBezTo>
                <a:cubicBezTo>
                  <a:pt x="162441" y="152582"/>
                  <a:pt x="187419" y="128533"/>
                  <a:pt x="215074" y="108937"/>
                </a:cubicBezTo>
                <a:cubicBezTo>
                  <a:pt x="229124" y="100252"/>
                  <a:pt x="243175" y="86056"/>
                  <a:pt x="260236" y="82131"/>
                </a:cubicBezTo>
                <a:close/>
                <a:moveTo>
                  <a:pt x="767447" y="80937"/>
                </a:moveTo>
                <a:cubicBezTo>
                  <a:pt x="778121" y="81828"/>
                  <a:pt x="786126" y="88956"/>
                  <a:pt x="795021" y="91629"/>
                </a:cubicBezTo>
                <a:cubicBezTo>
                  <a:pt x="819038" y="109449"/>
                  <a:pt x="839496" y="128160"/>
                  <a:pt x="860844" y="148653"/>
                </a:cubicBezTo>
                <a:cubicBezTo>
                  <a:pt x="885750" y="174493"/>
                  <a:pt x="907098" y="200332"/>
                  <a:pt x="926666" y="230626"/>
                </a:cubicBezTo>
                <a:cubicBezTo>
                  <a:pt x="934672" y="245773"/>
                  <a:pt x="945346" y="264485"/>
                  <a:pt x="937340" y="282305"/>
                </a:cubicBezTo>
                <a:cubicBezTo>
                  <a:pt x="933782" y="291215"/>
                  <a:pt x="925777" y="300125"/>
                  <a:pt x="915993" y="302798"/>
                </a:cubicBezTo>
                <a:cubicBezTo>
                  <a:pt x="912435" y="302798"/>
                  <a:pt x="907987" y="304580"/>
                  <a:pt x="904429" y="302798"/>
                </a:cubicBezTo>
                <a:cubicBezTo>
                  <a:pt x="903540" y="300125"/>
                  <a:pt x="903540" y="296561"/>
                  <a:pt x="905319" y="293888"/>
                </a:cubicBezTo>
                <a:cubicBezTo>
                  <a:pt x="912435" y="292997"/>
                  <a:pt x="920440" y="288542"/>
                  <a:pt x="923998" y="282305"/>
                </a:cubicBezTo>
                <a:cubicBezTo>
                  <a:pt x="935561" y="262702"/>
                  <a:pt x="921330" y="243100"/>
                  <a:pt x="911545" y="227062"/>
                </a:cubicBezTo>
                <a:cubicBezTo>
                  <a:pt x="902650" y="214588"/>
                  <a:pt x="894645" y="203005"/>
                  <a:pt x="884860" y="191422"/>
                </a:cubicBezTo>
                <a:cubicBezTo>
                  <a:pt x="883081" y="189640"/>
                  <a:pt x="867070" y="170929"/>
                  <a:pt x="866181" y="169147"/>
                </a:cubicBezTo>
                <a:cubicBezTo>
                  <a:pt x="859065" y="160237"/>
                  <a:pt x="850170" y="153109"/>
                  <a:pt x="843054" y="145980"/>
                </a:cubicBezTo>
                <a:cubicBezTo>
                  <a:pt x="827043" y="130833"/>
                  <a:pt x="810143" y="115686"/>
                  <a:pt x="792353" y="103212"/>
                </a:cubicBezTo>
                <a:cubicBezTo>
                  <a:pt x="779010" y="94302"/>
                  <a:pt x="763000" y="85392"/>
                  <a:pt x="746989" y="91629"/>
                </a:cubicBezTo>
                <a:cubicBezTo>
                  <a:pt x="740762" y="94302"/>
                  <a:pt x="733646" y="98757"/>
                  <a:pt x="731867" y="106776"/>
                </a:cubicBezTo>
                <a:cubicBezTo>
                  <a:pt x="731867" y="106776"/>
                  <a:pt x="731867" y="106776"/>
                  <a:pt x="730978" y="113013"/>
                </a:cubicBezTo>
                <a:cubicBezTo>
                  <a:pt x="727420" y="113904"/>
                  <a:pt x="722972" y="115686"/>
                  <a:pt x="718525" y="113013"/>
                </a:cubicBezTo>
                <a:cubicBezTo>
                  <a:pt x="716746" y="103212"/>
                  <a:pt x="724751" y="93411"/>
                  <a:pt x="732757" y="88065"/>
                </a:cubicBezTo>
                <a:cubicBezTo>
                  <a:pt x="743431" y="81828"/>
                  <a:pt x="754994" y="79155"/>
                  <a:pt x="767447" y="80937"/>
                </a:cubicBezTo>
                <a:close/>
                <a:moveTo>
                  <a:pt x="689912" y="80583"/>
                </a:moveTo>
                <a:cubicBezTo>
                  <a:pt x="690683" y="82488"/>
                  <a:pt x="690904" y="85822"/>
                  <a:pt x="691345" y="87726"/>
                </a:cubicBezTo>
                <a:cubicBezTo>
                  <a:pt x="688699" y="88679"/>
                  <a:pt x="686054" y="87726"/>
                  <a:pt x="684290" y="84869"/>
                </a:cubicBezTo>
                <a:cubicBezTo>
                  <a:pt x="683408" y="83917"/>
                  <a:pt x="683408" y="82012"/>
                  <a:pt x="685172" y="82012"/>
                </a:cubicBezTo>
                <a:cubicBezTo>
                  <a:pt x="687817" y="78202"/>
                  <a:pt x="689140" y="78678"/>
                  <a:pt x="689912" y="80583"/>
                </a:cubicBezTo>
                <a:close/>
                <a:moveTo>
                  <a:pt x="665260" y="79155"/>
                </a:moveTo>
                <a:cubicBezTo>
                  <a:pt x="674280" y="80954"/>
                  <a:pt x="670672" y="91749"/>
                  <a:pt x="677888" y="95347"/>
                </a:cubicBezTo>
                <a:cubicBezTo>
                  <a:pt x="684201" y="100744"/>
                  <a:pt x="693221" y="98046"/>
                  <a:pt x="699535" y="95347"/>
                </a:cubicBezTo>
                <a:cubicBezTo>
                  <a:pt x="701339" y="96247"/>
                  <a:pt x="702241" y="98046"/>
                  <a:pt x="704045" y="98945"/>
                </a:cubicBezTo>
                <a:cubicBezTo>
                  <a:pt x="698633" y="104343"/>
                  <a:pt x="690515" y="106142"/>
                  <a:pt x="682397" y="106142"/>
                </a:cubicBezTo>
                <a:cubicBezTo>
                  <a:pt x="677888" y="104343"/>
                  <a:pt x="674280" y="100744"/>
                  <a:pt x="669770" y="97146"/>
                </a:cubicBezTo>
                <a:cubicBezTo>
                  <a:pt x="667966" y="92648"/>
                  <a:pt x="666162" y="88151"/>
                  <a:pt x="664358" y="82753"/>
                </a:cubicBezTo>
                <a:cubicBezTo>
                  <a:pt x="664358" y="81854"/>
                  <a:pt x="664358" y="80054"/>
                  <a:pt x="665260" y="79155"/>
                </a:cubicBezTo>
                <a:close/>
                <a:moveTo>
                  <a:pt x="350766" y="75980"/>
                </a:moveTo>
                <a:cubicBezTo>
                  <a:pt x="350766" y="75980"/>
                  <a:pt x="350766" y="75980"/>
                  <a:pt x="351621" y="77766"/>
                </a:cubicBezTo>
                <a:cubicBezTo>
                  <a:pt x="349911" y="81337"/>
                  <a:pt x="348202" y="85802"/>
                  <a:pt x="343073" y="86695"/>
                </a:cubicBezTo>
                <a:cubicBezTo>
                  <a:pt x="339654" y="87588"/>
                  <a:pt x="332815" y="90267"/>
                  <a:pt x="330251" y="84909"/>
                </a:cubicBezTo>
                <a:cubicBezTo>
                  <a:pt x="329396" y="84016"/>
                  <a:pt x="329396" y="83123"/>
                  <a:pt x="330251" y="83123"/>
                </a:cubicBezTo>
                <a:cubicBezTo>
                  <a:pt x="332815" y="81337"/>
                  <a:pt x="333670" y="85802"/>
                  <a:pt x="336234" y="84909"/>
                </a:cubicBezTo>
                <a:cubicBezTo>
                  <a:pt x="343073" y="86695"/>
                  <a:pt x="347347" y="79552"/>
                  <a:pt x="350766" y="75980"/>
                </a:cubicBezTo>
                <a:close/>
                <a:moveTo>
                  <a:pt x="364137" y="72805"/>
                </a:moveTo>
                <a:cubicBezTo>
                  <a:pt x="365908" y="78289"/>
                  <a:pt x="363252" y="83773"/>
                  <a:pt x="360596" y="89257"/>
                </a:cubicBezTo>
                <a:cubicBezTo>
                  <a:pt x="355284" y="97483"/>
                  <a:pt x="346431" y="102967"/>
                  <a:pt x="337577" y="100225"/>
                </a:cubicBezTo>
                <a:cubicBezTo>
                  <a:pt x="330495" y="99311"/>
                  <a:pt x="325183" y="95655"/>
                  <a:pt x="319871" y="91085"/>
                </a:cubicBezTo>
                <a:cubicBezTo>
                  <a:pt x="319871" y="89257"/>
                  <a:pt x="320756" y="88343"/>
                  <a:pt x="321642" y="88343"/>
                </a:cubicBezTo>
                <a:cubicBezTo>
                  <a:pt x="328724" y="86515"/>
                  <a:pt x="333151" y="95655"/>
                  <a:pt x="340233" y="92913"/>
                </a:cubicBezTo>
                <a:cubicBezTo>
                  <a:pt x="348201" y="91999"/>
                  <a:pt x="353513" y="84687"/>
                  <a:pt x="356169" y="78289"/>
                </a:cubicBezTo>
                <a:cubicBezTo>
                  <a:pt x="357055" y="73719"/>
                  <a:pt x="361481" y="74633"/>
                  <a:pt x="364137" y="72805"/>
                </a:cubicBezTo>
                <a:close/>
                <a:moveTo>
                  <a:pt x="533389" y="69630"/>
                </a:moveTo>
                <a:cubicBezTo>
                  <a:pt x="538946" y="71429"/>
                  <a:pt x="543576" y="77726"/>
                  <a:pt x="545428" y="83124"/>
                </a:cubicBezTo>
                <a:cubicBezTo>
                  <a:pt x="550058" y="93919"/>
                  <a:pt x="542650" y="102015"/>
                  <a:pt x="543576" y="112810"/>
                </a:cubicBezTo>
                <a:cubicBezTo>
                  <a:pt x="543576" y="112810"/>
                  <a:pt x="543576" y="112810"/>
                  <a:pt x="544502" y="122705"/>
                </a:cubicBezTo>
                <a:cubicBezTo>
                  <a:pt x="540798" y="123605"/>
                  <a:pt x="538020" y="121806"/>
                  <a:pt x="534315" y="120906"/>
                </a:cubicBezTo>
                <a:cubicBezTo>
                  <a:pt x="530611" y="111910"/>
                  <a:pt x="516721" y="113709"/>
                  <a:pt x="516721" y="102015"/>
                </a:cubicBezTo>
                <a:cubicBezTo>
                  <a:pt x="516721" y="98417"/>
                  <a:pt x="520425" y="94818"/>
                  <a:pt x="524129" y="94818"/>
                </a:cubicBezTo>
                <a:cubicBezTo>
                  <a:pt x="526907" y="94818"/>
                  <a:pt x="529685" y="94818"/>
                  <a:pt x="529685" y="98417"/>
                </a:cubicBezTo>
                <a:cubicBezTo>
                  <a:pt x="531537" y="102015"/>
                  <a:pt x="524129" y="101115"/>
                  <a:pt x="526907" y="104714"/>
                </a:cubicBezTo>
                <a:cubicBezTo>
                  <a:pt x="529685" y="102914"/>
                  <a:pt x="533389" y="102914"/>
                  <a:pt x="533389" y="99316"/>
                </a:cubicBezTo>
                <a:cubicBezTo>
                  <a:pt x="534315" y="96617"/>
                  <a:pt x="533389" y="93919"/>
                  <a:pt x="531537" y="93019"/>
                </a:cubicBezTo>
                <a:cubicBezTo>
                  <a:pt x="529685" y="91220"/>
                  <a:pt x="526907" y="91220"/>
                  <a:pt x="525981" y="90320"/>
                </a:cubicBezTo>
                <a:cubicBezTo>
                  <a:pt x="529685" y="84023"/>
                  <a:pt x="533389" y="77726"/>
                  <a:pt x="533389" y="69630"/>
                </a:cubicBezTo>
                <a:close/>
                <a:moveTo>
                  <a:pt x="494269" y="69630"/>
                </a:moveTo>
                <a:cubicBezTo>
                  <a:pt x="498804" y="69630"/>
                  <a:pt x="495176" y="75824"/>
                  <a:pt x="496990" y="78478"/>
                </a:cubicBezTo>
                <a:lnTo>
                  <a:pt x="503340" y="89096"/>
                </a:lnTo>
                <a:cubicBezTo>
                  <a:pt x="501526" y="89096"/>
                  <a:pt x="498804" y="89096"/>
                  <a:pt x="496990" y="89981"/>
                </a:cubicBezTo>
                <a:cubicBezTo>
                  <a:pt x="494269" y="90866"/>
                  <a:pt x="492454" y="92636"/>
                  <a:pt x="491547" y="95290"/>
                </a:cubicBezTo>
                <a:cubicBezTo>
                  <a:pt x="492454" y="98829"/>
                  <a:pt x="492454" y="103254"/>
                  <a:pt x="496990" y="104138"/>
                </a:cubicBezTo>
                <a:cubicBezTo>
                  <a:pt x="498804" y="104138"/>
                  <a:pt x="499712" y="103254"/>
                  <a:pt x="500619" y="102369"/>
                </a:cubicBezTo>
                <a:cubicBezTo>
                  <a:pt x="500619" y="101484"/>
                  <a:pt x="498804" y="101484"/>
                  <a:pt x="497897" y="100599"/>
                </a:cubicBezTo>
                <a:cubicBezTo>
                  <a:pt x="496990" y="98829"/>
                  <a:pt x="494269" y="97060"/>
                  <a:pt x="496990" y="94405"/>
                </a:cubicBezTo>
                <a:cubicBezTo>
                  <a:pt x="497897" y="93520"/>
                  <a:pt x="500619" y="92636"/>
                  <a:pt x="503340" y="93520"/>
                </a:cubicBezTo>
                <a:cubicBezTo>
                  <a:pt x="506062" y="96175"/>
                  <a:pt x="508783" y="98829"/>
                  <a:pt x="508783" y="103254"/>
                </a:cubicBezTo>
                <a:cubicBezTo>
                  <a:pt x="507876" y="107678"/>
                  <a:pt x="504247" y="111217"/>
                  <a:pt x="499712" y="113872"/>
                </a:cubicBezTo>
                <a:cubicBezTo>
                  <a:pt x="496083" y="112987"/>
                  <a:pt x="494269" y="116526"/>
                  <a:pt x="492454" y="119181"/>
                </a:cubicBezTo>
                <a:cubicBezTo>
                  <a:pt x="488826" y="120950"/>
                  <a:pt x="486104" y="123605"/>
                  <a:pt x="481569" y="122720"/>
                </a:cubicBezTo>
                <a:cubicBezTo>
                  <a:pt x="477940" y="119181"/>
                  <a:pt x="483383" y="115641"/>
                  <a:pt x="482476" y="111217"/>
                </a:cubicBezTo>
                <a:cubicBezTo>
                  <a:pt x="483383" y="103254"/>
                  <a:pt x="477033" y="96175"/>
                  <a:pt x="478847" y="88211"/>
                </a:cubicBezTo>
                <a:cubicBezTo>
                  <a:pt x="480662" y="80248"/>
                  <a:pt x="487012" y="72284"/>
                  <a:pt x="494269" y="69630"/>
                </a:cubicBezTo>
                <a:close/>
                <a:moveTo>
                  <a:pt x="722500" y="68042"/>
                </a:moveTo>
                <a:cubicBezTo>
                  <a:pt x="730715" y="68042"/>
                  <a:pt x="739843" y="70763"/>
                  <a:pt x="745320" y="77113"/>
                </a:cubicBezTo>
                <a:cubicBezTo>
                  <a:pt x="745320" y="78928"/>
                  <a:pt x="743494" y="78928"/>
                  <a:pt x="742581" y="78928"/>
                </a:cubicBezTo>
                <a:cubicBezTo>
                  <a:pt x="739843" y="78020"/>
                  <a:pt x="738930" y="75299"/>
                  <a:pt x="736192" y="74392"/>
                </a:cubicBezTo>
                <a:cubicBezTo>
                  <a:pt x="729802" y="71670"/>
                  <a:pt x="723413" y="70763"/>
                  <a:pt x="717023" y="73485"/>
                </a:cubicBezTo>
                <a:cubicBezTo>
                  <a:pt x="714285" y="74392"/>
                  <a:pt x="712459" y="80742"/>
                  <a:pt x="708808" y="78020"/>
                </a:cubicBezTo>
                <a:cubicBezTo>
                  <a:pt x="709721" y="70763"/>
                  <a:pt x="717023" y="68949"/>
                  <a:pt x="722500" y="68042"/>
                </a:cubicBezTo>
                <a:close/>
                <a:moveTo>
                  <a:pt x="337333" y="68042"/>
                </a:moveTo>
                <a:cubicBezTo>
                  <a:pt x="339714" y="70721"/>
                  <a:pt x="342889" y="73399"/>
                  <a:pt x="345270" y="75185"/>
                </a:cubicBezTo>
                <a:cubicBezTo>
                  <a:pt x="344476" y="78757"/>
                  <a:pt x="341301" y="81436"/>
                  <a:pt x="338920" y="82329"/>
                </a:cubicBezTo>
                <a:cubicBezTo>
                  <a:pt x="337333" y="81436"/>
                  <a:pt x="334952" y="81436"/>
                  <a:pt x="334158" y="79650"/>
                </a:cubicBezTo>
                <a:cubicBezTo>
                  <a:pt x="335745" y="76078"/>
                  <a:pt x="336539" y="71614"/>
                  <a:pt x="337333" y="68042"/>
                </a:cubicBezTo>
                <a:close/>
                <a:moveTo>
                  <a:pt x="275985" y="65063"/>
                </a:moveTo>
                <a:cubicBezTo>
                  <a:pt x="282984" y="65732"/>
                  <a:pt x="289650" y="68185"/>
                  <a:pt x="294538" y="73089"/>
                </a:cubicBezTo>
                <a:cubicBezTo>
                  <a:pt x="302537" y="78440"/>
                  <a:pt x="305203" y="86466"/>
                  <a:pt x="308758" y="94492"/>
                </a:cubicBezTo>
                <a:cubicBezTo>
                  <a:pt x="308758" y="97168"/>
                  <a:pt x="308758" y="98951"/>
                  <a:pt x="306980" y="100735"/>
                </a:cubicBezTo>
                <a:cubicBezTo>
                  <a:pt x="305203" y="101626"/>
                  <a:pt x="300759" y="101626"/>
                  <a:pt x="298093" y="100735"/>
                </a:cubicBezTo>
                <a:cubicBezTo>
                  <a:pt x="296315" y="96276"/>
                  <a:pt x="296315" y="91817"/>
                  <a:pt x="293649" y="87358"/>
                </a:cubicBezTo>
                <a:cubicBezTo>
                  <a:pt x="286539" y="79332"/>
                  <a:pt x="275874" y="73089"/>
                  <a:pt x="265209" y="75765"/>
                </a:cubicBezTo>
                <a:cubicBezTo>
                  <a:pt x="247434" y="77548"/>
                  <a:pt x="234991" y="90925"/>
                  <a:pt x="219883" y="98951"/>
                </a:cubicBezTo>
                <a:cubicBezTo>
                  <a:pt x="178111" y="129272"/>
                  <a:pt x="138117" y="167618"/>
                  <a:pt x="107900" y="209532"/>
                </a:cubicBezTo>
                <a:cubicBezTo>
                  <a:pt x="104345" y="216666"/>
                  <a:pt x="96346" y="222017"/>
                  <a:pt x="95457" y="230043"/>
                </a:cubicBezTo>
                <a:cubicBezTo>
                  <a:pt x="90125" y="242528"/>
                  <a:pt x="88347" y="259472"/>
                  <a:pt x="99012" y="270173"/>
                </a:cubicBezTo>
                <a:cubicBezTo>
                  <a:pt x="103456" y="274632"/>
                  <a:pt x="110566" y="276415"/>
                  <a:pt x="116787" y="276415"/>
                </a:cubicBezTo>
                <a:cubicBezTo>
                  <a:pt x="116787" y="279091"/>
                  <a:pt x="120342" y="281766"/>
                  <a:pt x="117676" y="284442"/>
                </a:cubicBezTo>
                <a:cubicBezTo>
                  <a:pt x="109677" y="287117"/>
                  <a:pt x="99012" y="286225"/>
                  <a:pt x="92791" y="279983"/>
                </a:cubicBezTo>
                <a:cubicBezTo>
                  <a:pt x="84792" y="271065"/>
                  <a:pt x="78571" y="259472"/>
                  <a:pt x="79460" y="246987"/>
                </a:cubicBezTo>
                <a:cubicBezTo>
                  <a:pt x="81237" y="237177"/>
                  <a:pt x="86570" y="225584"/>
                  <a:pt x="87458" y="223800"/>
                </a:cubicBezTo>
                <a:cubicBezTo>
                  <a:pt x="100790" y="195263"/>
                  <a:pt x="124786" y="169402"/>
                  <a:pt x="147005" y="146215"/>
                </a:cubicBezTo>
                <a:cubicBezTo>
                  <a:pt x="165669" y="129272"/>
                  <a:pt x="182555" y="112328"/>
                  <a:pt x="202996" y="97168"/>
                </a:cubicBezTo>
                <a:cubicBezTo>
                  <a:pt x="219883" y="85574"/>
                  <a:pt x="234991" y="71306"/>
                  <a:pt x="255433" y="67739"/>
                </a:cubicBezTo>
                <a:cubicBezTo>
                  <a:pt x="261654" y="65509"/>
                  <a:pt x="268986" y="64395"/>
                  <a:pt x="275985" y="65063"/>
                </a:cubicBezTo>
                <a:close/>
                <a:moveTo>
                  <a:pt x="522494" y="64867"/>
                </a:moveTo>
                <a:cubicBezTo>
                  <a:pt x="525091" y="67609"/>
                  <a:pt x="526823" y="69437"/>
                  <a:pt x="527689" y="73093"/>
                </a:cubicBezTo>
                <a:cubicBezTo>
                  <a:pt x="529421" y="82233"/>
                  <a:pt x="521628" y="89545"/>
                  <a:pt x="515566" y="95029"/>
                </a:cubicBezTo>
                <a:cubicBezTo>
                  <a:pt x="507773" y="90459"/>
                  <a:pt x="502578" y="82233"/>
                  <a:pt x="500846" y="73093"/>
                </a:cubicBezTo>
                <a:cubicBezTo>
                  <a:pt x="501712" y="70351"/>
                  <a:pt x="502578" y="68523"/>
                  <a:pt x="505175" y="66695"/>
                </a:cubicBezTo>
                <a:cubicBezTo>
                  <a:pt x="506041" y="66695"/>
                  <a:pt x="507773" y="65781"/>
                  <a:pt x="509505" y="66695"/>
                </a:cubicBezTo>
                <a:cubicBezTo>
                  <a:pt x="507773" y="70351"/>
                  <a:pt x="507773" y="75835"/>
                  <a:pt x="509505" y="79491"/>
                </a:cubicBezTo>
                <a:cubicBezTo>
                  <a:pt x="511237" y="83147"/>
                  <a:pt x="515566" y="83147"/>
                  <a:pt x="519030" y="81319"/>
                </a:cubicBezTo>
                <a:cubicBezTo>
                  <a:pt x="519896" y="79491"/>
                  <a:pt x="522494" y="78577"/>
                  <a:pt x="521628" y="75835"/>
                </a:cubicBezTo>
                <a:cubicBezTo>
                  <a:pt x="519030" y="74921"/>
                  <a:pt x="516432" y="80405"/>
                  <a:pt x="513835" y="77663"/>
                </a:cubicBezTo>
                <a:cubicBezTo>
                  <a:pt x="511237" y="75835"/>
                  <a:pt x="510371" y="72179"/>
                  <a:pt x="512103" y="69437"/>
                </a:cubicBezTo>
                <a:cubicBezTo>
                  <a:pt x="514700" y="65781"/>
                  <a:pt x="518164" y="65781"/>
                  <a:pt x="522494" y="64867"/>
                </a:cubicBezTo>
                <a:close/>
                <a:moveTo>
                  <a:pt x="602072" y="63280"/>
                </a:moveTo>
                <a:cubicBezTo>
                  <a:pt x="603940" y="63280"/>
                  <a:pt x="603006" y="65959"/>
                  <a:pt x="604874" y="67745"/>
                </a:cubicBezTo>
                <a:cubicBezTo>
                  <a:pt x="607675" y="72209"/>
                  <a:pt x="614212" y="71316"/>
                  <a:pt x="615146" y="76674"/>
                </a:cubicBezTo>
                <a:cubicBezTo>
                  <a:pt x="609543" y="77567"/>
                  <a:pt x="604874" y="71316"/>
                  <a:pt x="601139" y="67745"/>
                </a:cubicBezTo>
                <a:cubicBezTo>
                  <a:pt x="602072" y="65959"/>
                  <a:pt x="599271" y="64173"/>
                  <a:pt x="602072" y="63280"/>
                </a:cubicBezTo>
                <a:close/>
                <a:moveTo>
                  <a:pt x="427821" y="61057"/>
                </a:moveTo>
                <a:cubicBezTo>
                  <a:pt x="426974" y="65290"/>
                  <a:pt x="423588" y="68677"/>
                  <a:pt x="420201" y="70370"/>
                </a:cubicBezTo>
                <a:cubicBezTo>
                  <a:pt x="418508" y="71217"/>
                  <a:pt x="416814" y="71217"/>
                  <a:pt x="415121" y="71217"/>
                </a:cubicBezTo>
                <a:cubicBezTo>
                  <a:pt x="415121" y="66137"/>
                  <a:pt x="420201" y="67830"/>
                  <a:pt x="422741" y="64444"/>
                </a:cubicBezTo>
                <a:cubicBezTo>
                  <a:pt x="423588" y="62750"/>
                  <a:pt x="425281" y="58517"/>
                  <a:pt x="427821" y="61057"/>
                </a:cubicBezTo>
                <a:close/>
                <a:moveTo>
                  <a:pt x="556222" y="60204"/>
                </a:moveTo>
                <a:cubicBezTo>
                  <a:pt x="558566" y="60414"/>
                  <a:pt x="561021" y="61047"/>
                  <a:pt x="563254" y="61047"/>
                </a:cubicBezTo>
                <a:cubicBezTo>
                  <a:pt x="563254" y="61047"/>
                  <a:pt x="563254" y="61047"/>
                  <a:pt x="567718" y="64420"/>
                </a:cubicBezTo>
                <a:cubicBezTo>
                  <a:pt x="573076" y="65264"/>
                  <a:pt x="577541" y="67794"/>
                  <a:pt x="580220" y="72010"/>
                </a:cubicBezTo>
                <a:cubicBezTo>
                  <a:pt x="580220" y="72010"/>
                  <a:pt x="580220" y="72010"/>
                  <a:pt x="580220" y="74540"/>
                </a:cubicBezTo>
                <a:cubicBezTo>
                  <a:pt x="568611" y="74540"/>
                  <a:pt x="562361" y="85504"/>
                  <a:pt x="550752" y="84661"/>
                </a:cubicBezTo>
                <a:cubicBezTo>
                  <a:pt x="548073" y="77070"/>
                  <a:pt x="542716" y="72010"/>
                  <a:pt x="537358" y="66950"/>
                </a:cubicBezTo>
                <a:cubicBezTo>
                  <a:pt x="539144" y="66107"/>
                  <a:pt x="540930" y="63577"/>
                  <a:pt x="544502" y="64420"/>
                </a:cubicBezTo>
                <a:cubicBezTo>
                  <a:pt x="542716" y="68637"/>
                  <a:pt x="545394" y="72010"/>
                  <a:pt x="548073" y="74540"/>
                </a:cubicBezTo>
                <a:cubicBezTo>
                  <a:pt x="549859" y="76227"/>
                  <a:pt x="553431" y="77070"/>
                  <a:pt x="556110" y="76227"/>
                </a:cubicBezTo>
                <a:cubicBezTo>
                  <a:pt x="557896" y="74540"/>
                  <a:pt x="559682" y="72854"/>
                  <a:pt x="559682" y="70324"/>
                </a:cubicBezTo>
                <a:cubicBezTo>
                  <a:pt x="558789" y="68637"/>
                  <a:pt x="557896" y="67794"/>
                  <a:pt x="556110" y="66107"/>
                </a:cubicBezTo>
                <a:cubicBezTo>
                  <a:pt x="553431" y="66950"/>
                  <a:pt x="557896" y="72854"/>
                  <a:pt x="553431" y="72854"/>
                </a:cubicBezTo>
                <a:cubicBezTo>
                  <a:pt x="550752" y="73697"/>
                  <a:pt x="548966" y="72010"/>
                  <a:pt x="548073" y="69480"/>
                </a:cubicBezTo>
                <a:cubicBezTo>
                  <a:pt x="547180" y="66950"/>
                  <a:pt x="548073" y="64420"/>
                  <a:pt x="549859" y="61890"/>
                </a:cubicBezTo>
                <a:cubicBezTo>
                  <a:pt x="551645" y="60204"/>
                  <a:pt x="553878" y="59993"/>
                  <a:pt x="556222" y="60204"/>
                </a:cubicBezTo>
                <a:close/>
                <a:moveTo>
                  <a:pt x="303201" y="57327"/>
                </a:moveTo>
                <a:cubicBezTo>
                  <a:pt x="307989" y="56850"/>
                  <a:pt x="312778" y="58517"/>
                  <a:pt x="315824" y="63280"/>
                </a:cubicBezTo>
                <a:cubicBezTo>
                  <a:pt x="316695" y="64232"/>
                  <a:pt x="316695" y="65184"/>
                  <a:pt x="316695" y="66137"/>
                </a:cubicBezTo>
                <a:cubicBezTo>
                  <a:pt x="313213" y="68042"/>
                  <a:pt x="311472" y="63280"/>
                  <a:pt x="308860" y="62327"/>
                </a:cubicBezTo>
                <a:cubicBezTo>
                  <a:pt x="302766" y="61375"/>
                  <a:pt x="297543" y="63280"/>
                  <a:pt x="292320" y="67089"/>
                </a:cubicBezTo>
                <a:cubicBezTo>
                  <a:pt x="291449" y="67089"/>
                  <a:pt x="289708" y="66137"/>
                  <a:pt x="290578" y="64232"/>
                </a:cubicBezTo>
                <a:cubicBezTo>
                  <a:pt x="293625" y="60422"/>
                  <a:pt x="298413" y="57803"/>
                  <a:pt x="303201" y="57327"/>
                </a:cubicBezTo>
                <a:close/>
                <a:moveTo>
                  <a:pt x="719414" y="55056"/>
                </a:moveTo>
                <a:cubicBezTo>
                  <a:pt x="726824" y="54167"/>
                  <a:pt x="734459" y="55278"/>
                  <a:pt x="740746" y="58390"/>
                </a:cubicBezTo>
                <a:cubicBezTo>
                  <a:pt x="748830" y="61946"/>
                  <a:pt x="755117" y="69058"/>
                  <a:pt x="759608" y="75281"/>
                </a:cubicBezTo>
                <a:cubicBezTo>
                  <a:pt x="759608" y="75281"/>
                  <a:pt x="759608" y="75281"/>
                  <a:pt x="758710" y="77059"/>
                </a:cubicBezTo>
                <a:cubicBezTo>
                  <a:pt x="754219" y="75281"/>
                  <a:pt x="749728" y="79726"/>
                  <a:pt x="747931" y="75281"/>
                </a:cubicBezTo>
                <a:cubicBezTo>
                  <a:pt x="739848" y="65502"/>
                  <a:pt x="725477" y="62835"/>
                  <a:pt x="713800" y="66391"/>
                </a:cubicBezTo>
                <a:cubicBezTo>
                  <a:pt x="710208" y="68169"/>
                  <a:pt x="708411" y="70836"/>
                  <a:pt x="705717" y="74392"/>
                </a:cubicBezTo>
                <a:cubicBezTo>
                  <a:pt x="704819" y="77059"/>
                  <a:pt x="704819" y="81504"/>
                  <a:pt x="706615" y="84171"/>
                </a:cubicBezTo>
                <a:cubicBezTo>
                  <a:pt x="711106" y="85949"/>
                  <a:pt x="717393" y="79726"/>
                  <a:pt x="720088" y="86838"/>
                </a:cubicBezTo>
                <a:cubicBezTo>
                  <a:pt x="720986" y="89505"/>
                  <a:pt x="720088" y="92172"/>
                  <a:pt x="718291" y="93061"/>
                </a:cubicBezTo>
                <a:cubicBezTo>
                  <a:pt x="716495" y="96617"/>
                  <a:pt x="712004" y="95728"/>
                  <a:pt x="709310" y="95728"/>
                </a:cubicBezTo>
                <a:cubicBezTo>
                  <a:pt x="703920" y="95728"/>
                  <a:pt x="698531" y="91283"/>
                  <a:pt x="694939" y="85949"/>
                </a:cubicBezTo>
                <a:cubicBezTo>
                  <a:pt x="691346" y="77948"/>
                  <a:pt x="694040" y="69947"/>
                  <a:pt x="699430" y="63724"/>
                </a:cubicBezTo>
                <a:cubicBezTo>
                  <a:pt x="704819" y="58834"/>
                  <a:pt x="712004" y="55945"/>
                  <a:pt x="719414" y="55056"/>
                </a:cubicBezTo>
                <a:close/>
                <a:moveTo>
                  <a:pt x="635778" y="54659"/>
                </a:moveTo>
                <a:cubicBezTo>
                  <a:pt x="636783" y="53667"/>
                  <a:pt x="637677" y="53667"/>
                  <a:pt x="637677" y="56753"/>
                </a:cubicBezTo>
                <a:cubicBezTo>
                  <a:pt x="634996" y="63809"/>
                  <a:pt x="632314" y="72628"/>
                  <a:pt x="637677" y="79684"/>
                </a:cubicBezTo>
                <a:cubicBezTo>
                  <a:pt x="640358" y="84094"/>
                  <a:pt x="644826" y="89385"/>
                  <a:pt x="650188" y="92031"/>
                </a:cubicBezTo>
                <a:cubicBezTo>
                  <a:pt x="650188" y="95559"/>
                  <a:pt x="649295" y="99087"/>
                  <a:pt x="650188" y="102614"/>
                </a:cubicBezTo>
                <a:cubicBezTo>
                  <a:pt x="652870" y="111434"/>
                  <a:pt x="659126" y="119371"/>
                  <a:pt x="667169" y="125545"/>
                </a:cubicBezTo>
                <a:cubicBezTo>
                  <a:pt x="677000" y="132600"/>
                  <a:pt x="692193" y="131718"/>
                  <a:pt x="702023" y="125545"/>
                </a:cubicBezTo>
                <a:cubicBezTo>
                  <a:pt x="702023" y="125545"/>
                  <a:pt x="702023" y="125545"/>
                  <a:pt x="714535" y="115843"/>
                </a:cubicBezTo>
                <a:cubicBezTo>
                  <a:pt x="722578" y="120253"/>
                  <a:pt x="732409" y="117607"/>
                  <a:pt x="738665" y="113198"/>
                </a:cubicBezTo>
                <a:cubicBezTo>
                  <a:pt x="741346" y="109670"/>
                  <a:pt x="744027" y="105260"/>
                  <a:pt x="748496" y="105260"/>
                </a:cubicBezTo>
                <a:cubicBezTo>
                  <a:pt x="745815" y="114080"/>
                  <a:pt x="736878" y="117607"/>
                  <a:pt x="728834" y="120253"/>
                </a:cubicBezTo>
                <a:cubicBezTo>
                  <a:pt x="724366" y="120253"/>
                  <a:pt x="720791" y="122017"/>
                  <a:pt x="716323" y="120253"/>
                </a:cubicBezTo>
                <a:cubicBezTo>
                  <a:pt x="706492" y="128191"/>
                  <a:pt x="695767" y="137892"/>
                  <a:pt x="682362" y="135246"/>
                </a:cubicBezTo>
                <a:cubicBezTo>
                  <a:pt x="667169" y="134364"/>
                  <a:pt x="653763" y="124663"/>
                  <a:pt x="647507" y="111434"/>
                </a:cubicBezTo>
                <a:cubicBezTo>
                  <a:pt x="645720" y="105260"/>
                  <a:pt x="644826" y="99968"/>
                  <a:pt x="644826" y="93795"/>
                </a:cubicBezTo>
                <a:cubicBezTo>
                  <a:pt x="642145" y="90267"/>
                  <a:pt x="637677" y="88503"/>
                  <a:pt x="635889" y="84094"/>
                </a:cubicBezTo>
                <a:cubicBezTo>
                  <a:pt x="631421" y="77038"/>
                  <a:pt x="627846" y="66455"/>
                  <a:pt x="633208" y="58517"/>
                </a:cubicBezTo>
                <a:cubicBezTo>
                  <a:pt x="633655" y="57635"/>
                  <a:pt x="634772" y="55651"/>
                  <a:pt x="635778" y="54659"/>
                </a:cubicBezTo>
                <a:close/>
                <a:moveTo>
                  <a:pt x="700190" y="53074"/>
                </a:moveTo>
                <a:cubicBezTo>
                  <a:pt x="702004" y="52167"/>
                  <a:pt x="704726" y="53074"/>
                  <a:pt x="705633" y="54888"/>
                </a:cubicBezTo>
                <a:cubicBezTo>
                  <a:pt x="704726" y="56703"/>
                  <a:pt x="702911" y="57610"/>
                  <a:pt x="701097" y="58517"/>
                </a:cubicBezTo>
                <a:cubicBezTo>
                  <a:pt x="700190" y="57610"/>
                  <a:pt x="699283" y="54888"/>
                  <a:pt x="700190" y="53074"/>
                </a:cubicBezTo>
                <a:close/>
                <a:moveTo>
                  <a:pt x="559116" y="46951"/>
                </a:moveTo>
                <a:cubicBezTo>
                  <a:pt x="560984" y="46044"/>
                  <a:pt x="565653" y="44230"/>
                  <a:pt x="567521" y="46951"/>
                </a:cubicBezTo>
                <a:cubicBezTo>
                  <a:pt x="565653" y="49673"/>
                  <a:pt x="564719" y="53301"/>
                  <a:pt x="562852" y="56023"/>
                </a:cubicBezTo>
                <a:lnTo>
                  <a:pt x="552580" y="56930"/>
                </a:lnTo>
                <a:cubicBezTo>
                  <a:pt x="551646" y="53301"/>
                  <a:pt x="555381" y="48766"/>
                  <a:pt x="559116" y="46951"/>
                </a:cubicBezTo>
                <a:close/>
                <a:moveTo>
                  <a:pt x="394659" y="46703"/>
                </a:moveTo>
                <a:cubicBezTo>
                  <a:pt x="395541" y="45817"/>
                  <a:pt x="396423" y="45817"/>
                  <a:pt x="396423" y="46703"/>
                </a:cubicBezTo>
                <a:cubicBezTo>
                  <a:pt x="400833" y="52902"/>
                  <a:pt x="399951" y="59987"/>
                  <a:pt x="399951" y="67073"/>
                </a:cubicBezTo>
                <a:cubicBezTo>
                  <a:pt x="398187" y="76815"/>
                  <a:pt x="390250" y="83014"/>
                  <a:pt x="382312" y="86557"/>
                </a:cubicBezTo>
                <a:cubicBezTo>
                  <a:pt x="381430" y="89214"/>
                  <a:pt x="382312" y="90985"/>
                  <a:pt x="382312" y="93642"/>
                </a:cubicBezTo>
                <a:cubicBezTo>
                  <a:pt x="379666" y="106041"/>
                  <a:pt x="371729" y="117555"/>
                  <a:pt x="360264" y="123754"/>
                </a:cubicBezTo>
                <a:cubicBezTo>
                  <a:pt x="346153" y="129954"/>
                  <a:pt x="331160" y="125526"/>
                  <a:pt x="319694" y="117555"/>
                </a:cubicBezTo>
                <a:cubicBezTo>
                  <a:pt x="319694" y="117555"/>
                  <a:pt x="319694" y="117555"/>
                  <a:pt x="310875" y="106927"/>
                </a:cubicBezTo>
                <a:lnTo>
                  <a:pt x="300857" y="105720"/>
                </a:lnTo>
                <a:lnTo>
                  <a:pt x="310875" y="105156"/>
                </a:lnTo>
                <a:cubicBezTo>
                  <a:pt x="311757" y="104270"/>
                  <a:pt x="314403" y="102499"/>
                  <a:pt x="315285" y="104270"/>
                </a:cubicBezTo>
                <a:cubicBezTo>
                  <a:pt x="319694" y="113126"/>
                  <a:pt x="328514" y="120212"/>
                  <a:pt x="338215" y="121983"/>
                </a:cubicBezTo>
                <a:cubicBezTo>
                  <a:pt x="353208" y="124640"/>
                  <a:pt x="365555" y="117555"/>
                  <a:pt x="373493" y="105156"/>
                </a:cubicBezTo>
                <a:cubicBezTo>
                  <a:pt x="374375" y="98956"/>
                  <a:pt x="377021" y="92756"/>
                  <a:pt x="377021" y="86557"/>
                </a:cubicBezTo>
                <a:cubicBezTo>
                  <a:pt x="378784" y="83900"/>
                  <a:pt x="382312" y="83014"/>
                  <a:pt x="385840" y="81243"/>
                </a:cubicBezTo>
                <a:cubicBezTo>
                  <a:pt x="390250" y="77700"/>
                  <a:pt x="393777" y="73272"/>
                  <a:pt x="395541" y="67958"/>
                </a:cubicBezTo>
                <a:cubicBezTo>
                  <a:pt x="395541" y="62644"/>
                  <a:pt x="399951" y="57330"/>
                  <a:pt x="395541" y="52016"/>
                </a:cubicBezTo>
                <a:cubicBezTo>
                  <a:pt x="394659" y="50245"/>
                  <a:pt x="393777" y="48474"/>
                  <a:pt x="394659" y="46703"/>
                </a:cubicBezTo>
                <a:close/>
                <a:moveTo>
                  <a:pt x="462137" y="45112"/>
                </a:moveTo>
                <a:cubicBezTo>
                  <a:pt x="466697" y="44230"/>
                  <a:pt x="470345" y="45112"/>
                  <a:pt x="473993" y="46876"/>
                </a:cubicBezTo>
                <a:cubicBezTo>
                  <a:pt x="473993" y="49521"/>
                  <a:pt x="476729" y="51285"/>
                  <a:pt x="474905" y="53049"/>
                </a:cubicBezTo>
                <a:cubicBezTo>
                  <a:pt x="473081" y="53049"/>
                  <a:pt x="469433" y="53049"/>
                  <a:pt x="468521" y="54813"/>
                </a:cubicBezTo>
                <a:cubicBezTo>
                  <a:pt x="470345" y="57459"/>
                  <a:pt x="474905" y="54813"/>
                  <a:pt x="477641" y="56577"/>
                </a:cubicBezTo>
                <a:cubicBezTo>
                  <a:pt x="479464" y="58341"/>
                  <a:pt x="481288" y="60105"/>
                  <a:pt x="482200" y="62750"/>
                </a:cubicBezTo>
                <a:cubicBezTo>
                  <a:pt x="481288" y="65396"/>
                  <a:pt x="479464" y="68924"/>
                  <a:pt x="476729" y="69806"/>
                </a:cubicBezTo>
                <a:cubicBezTo>
                  <a:pt x="474905" y="69806"/>
                  <a:pt x="473081" y="69806"/>
                  <a:pt x="471257" y="68924"/>
                </a:cubicBezTo>
                <a:cubicBezTo>
                  <a:pt x="469433" y="67160"/>
                  <a:pt x="473081" y="63632"/>
                  <a:pt x="470345" y="62750"/>
                </a:cubicBezTo>
                <a:cubicBezTo>
                  <a:pt x="468521" y="63632"/>
                  <a:pt x="467609" y="64514"/>
                  <a:pt x="467609" y="66278"/>
                </a:cubicBezTo>
                <a:cubicBezTo>
                  <a:pt x="466697" y="69806"/>
                  <a:pt x="469433" y="70688"/>
                  <a:pt x="471257" y="73334"/>
                </a:cubicBezTo>
                <a:cubicBezTo>
                  <a:pt x="475817" y="74216"/>
                  <a:pt x="480376" y="72452"/>
                  <a:pt x="483112" y="68924"/>
                </a:cubicBezTo>
                <a:cubicBezTo>
                  <a:pt x="484024" y="67160"/>
                  <a:pt x="484936" y="64514"/>
                  <a:pt x="486760" y="63632"/>
                </a:cubicBezTo>
                <a:cubicBezTo>
                  <a:pt x="488584" y="63632"/>
                  <a:pt x="490408" y="65396"/>
                  <a:pt x="491320" y="66278"/>
                </a:cubicBezTo>
                <a:cubicBezTo>
                  <a:pt x="486760" y="70688"/>
                  <a:pt x="478553" y="75098"/>
                  <a:pt x="477641" y="83035"/>
                </a:cubicBezTo>
                <a:cubicBezTo>
                  <a:pt x="475817" y="83917"/>
                  <a:pt x="473081" y="83035"/>
                  <a:pt x="471257" y="83035"/>
                </a:cubicBezTo>
                <a:cubicBezTo>
                  <a:pt x="463049" y="81271"/>
                  <a:pt x="457578" y="75098"/>
                  <a:pt x="449370" y="74216"/>
                </a:cubicBezTo>
                <a:cubicBezTo>
                  <a:pt x="448458" y="70688"/>
                  <a:pt x="450282" y="68042"/>
                  <a:pt x="452106" y="66278"/>
                </a:cubicBezTo>
                <a:cubicBezTo>
                  <a:pt x="456666" y="61869"/>
                  <a:pt x="463961" y="62750"/>
                  <a:pt x="466697" y="56577"/>
                </a:cubicBezTo>
                <a:cubicBezTo>
                  <a:pt x="463049" y="53931"/>
                  <a:pt x="460313" y="50403"/>
                  <a:pt x="460313" y="46876"/>
                </a:cubicBezTo>
                <a:cubicBezTo>
                  <a:pt x="460313" y="45994"/>
                  <a:pt x="461225" y="45112"/>
                  <a:pt x="462137" y="45112"/>
                </a:cubicBezTo>
                <a:close/>
                <a:moveTo>
                  <a:pt x="329509" y="43172"/>
                </a:moveTo>
                <a:cubicBezTo>
                  <a:pt x="330757" y="42907"/>
                  <a:pt x="331664" y="43701"/>
                  <a:pt x="330757" y="46347"/>
                </a:cubicBezTo>
                <a:cubicBezTo>
                  <a:pt x="330757" y="48463"/>
                  <a:pt x="330757" y="49522"/>
                  <a:pt x="330757" y="50580"/>
                </a:cubicBezTo>
                <a:cubicBezTo>
                  <a:pt x="328035" y="49522"/>
                  <a:pt x="327128" y="48463"/>
                  <a:pt x="326221" y="46347"/>
                </a:cubicBezTo>
                <a:cubicBezTo>
                  <a:pt x="326675" y="44759"/>
                  <a:pt x="328262" y="43436"/>
                  <a:pt x="329509" y="43172"/>
                </a:cubicBezTo>
                <a:close/>
                <a:moveTo>
                  <a:pt x="600899" y="41576"/>
                </a:moveTo>
                <a:cubicBezTo>
                  <a:pt x="602466" y="41021"/>
                  <a:pt x="604033" y="40799"/>
                  <a:pt x="605377" y="42131"/>
                </a:cubicBezTo>
                <a:cubicBezTo>
                  <a:pt x="608959" y="43906"/>
                  <a:pt x="610750" y="46570"/>
                  <a:pt x="611645" y="49234"/>
                </a:cubicBezTo>
                <a:cubicBezTo>
                  <a:pt x="613436" y="53674"/>
                  <a:pt x="610750" y="56337"/>
                  <a:pt x="607168" y="58113"/>
                </a:cubicBezTo>
                <a:cubicBezTo>
                  <a:pt x="603586" y="59889"/>
                  <a:pt x="600899" y="53674"/>
                  <a:pt x="598213" y="58113"/>
                </a:cubicBezTo>
                <a:cubicBezTo>
                  <a:pt x="597317" y="60777"/>
                  <a:pt x="598213" y="64329"/>
                  <a:pt x="599108" y="67880"/>
                </a:cubicBezTo>
                <a:cubicBezTo>
                  <a:pt x="603586" y="74096"/>
                  <a:pt x="608959" y="78535"/>
                  <a:pt x="616123" y="81199"/>
                </a:cubicBezTo>
                <a:cubicBezTo>
                  <a:pt x="618809" y="82975"/>
                  <a:pt x="619705" y="87414"/>
                  <a:pt x="621496" y="90078"/>
                </a:cubicBezTo>
                <a:cubicBezTo>
                  <a:pt x="617914" y="91854"/>
                  <a:pt x="613436" y="88302"/>
                  <a:pt x="609854" y="88302"/>
                </a:cubicBezTo>
                <a:cubicBezTo>
                  <a:pt x="598213" y="82087"/>
                  <a:pt x="588362" y="72320"/>
                  <a:pt x="586571" y="59001"/>
                </a:cubicBezTo>
                <a:cubicBezTo>
                  <a:pt x="586571" y="52786"/>
                  <a:pt x="590153" y="46570"/>
                  <a:pt x="596422" y="43019"/>
                </a:cubicBezTo>
                <a:cubicBezTo>
                  <a:pt x="597765" y="43019"/>
                  <a:pt x="599332" y="42131"/>
                  <a:pt x="600899" y="41576"/>
                </a:cubicBezTo>
                <a:close/>
                <a:moveTo>
                  <a:pt x="662121" y="41055"/>
                </a:moveTo>
                <a:cubicBezTo>
                  <a:pt x="669625" y="41055"/>
                  <a:pt x="677130" y="44683"/>
                  <a:pt x="679944" y="51941"/>
                </a:cubicBezTo>
                <a:cubicBezTo>
                  <a:pt x="680882" y="53755"/>
                  <a:pt x="681820" y="57383"/>
                  <a:pt x="679944" y="60105"/>
                </a:cubicBezTo>
                <a:cubicBezTo>
                  <a:pt x="679944" y="60105"/>
                  <a:pt x="679944" y="60105"/>
                  <a:pt x="679006" y="59198"/>
                </a:cubicBezTo>
                <a:cubicBezTo>
                  <a:pt x="677130" y="53755"/>
                  <a:pt x="674316" y="46498"/>
                  <a:pt x="667749" y="45591"/>
                </a:cubicBezTo>
                <a:cubicBezTo>
                  <a:pt x="664935" y="43776"/>
                  <a:pt x="661183" y="47405"/>
                  <a:pt x="661183" y="42869"/>
                </a:cubicBezTo>
                <a:cubicBezTo>
                  <a:pt x="661183" y="41962"/>
                  <a:pt x="661183" y="41962"/>
                  <a:pt x="662121" y="41055"/>
                </a:cubicBezTo>
                <a:close/>
                <a:moveTo>
                  <a:pt x="630154" y="41055"/>
                </a:moveTo>
                <a:cubicBezTo>
                  <a:pt x="632839" y="41055"/>
                  <a:pt x="632839" y="43731"/>
                  <a:pt x="633733" y="45516"/>
                </a:cubicBezTo>
                <a:cubicBezTo>
                  <a:pt x="635523" y="48192"/>
                  <a:pt x="632839" y="50869"/>
                  <a:pt x="631049" y="52653"/>
                </a:cubicBezTo>
                <a:cubicBezTo>
                  <a:pt x="630154" y="52653"/>
                  <a:pt x="627470" y="52653"/>
                  <a:pt x="627470" y="54437"/>
                </a:cubicBezTo>
                <a:cubicBezTo>
                  <a:pt x="629260" y="58898"/>
                  <a:pt x="626575" y="62466"/>
                  <a:pt x="626575" y="67819"/>
                </a:cubicBezTo>
                <a:cubicBezTo>
                  <a:pt x="626575" y="78525"/>
                  <a:pt x="632839" y="86554"/>
                  <a:pt x="640892" y="94584"/>
                </a:cubicBezTo>
                <a:cubicBezTo>
                  <a:pt x="640892" y="103505"/>
                  <a:pt x="642681" y="111535"/>
                  <a:pt x="648050" y="118672"/>
                </a:cubicBezTo>
                <a:cubicBezTo>
                  <a:pt x="648050" y="118672"/>
                  <a:pt x="648050" y="118672"/>
                  <a:pt x="657892" y="129378"/>
                </a:cubicBezTo>
                <a:cubicBezTo>
                  <a:pt x="669524" y="138299"/>
                  <a:pt x="686525" y="140976"/>
                  <a:pt x="699946" y="135623"/>
                </a:cubicBezTo>
                <a:cubicBezTo>
                  <a:pt x="707105" y="133838"/>
                  <a:pt x="710684" y="125809"/>
                  <a:pt x="717842" y="123133"/>
                </a:cubicBezTo>
                <a:cubicBezTo>
                  <a:pt x="730369" y="124917"/>
                  <a:pt x="743790" y="119564"/>
                  <a:pt x="750054" y="108858"/>
                </a:cubicBezTo>
                <a:cubicBezTo>
                  <a:pt x="752738" y="107074"/>
                  <a:pt x="751843" y="101721"/>
                  <a:pt x="755422" y="101721"/>
                </a:cubicBezTo>
                <a:cubicBezTo>
                  <a:pt x="759001" y="100829"/>
                  <a:pt x="761686" y="100829"/>
                  <a:pt x="764370" y="101721"/>
                </a:cubicBezTo>
                <a:cubicBezTo>
                  <a:pt x="763475" y="107966"/>
                  <a:pt x="760791" y="115103"/>
                  <a:pt x="755422" y="119564"/>
                </a:cubicBezTo>
                <a:cubicBezTo>
                  <a:pt x="751843" y="124917"/>
                  <a:pt x="745580" y="126701"/>
                  <a:pt x="740211" y="130270"/>
                </a:cubicBezTo>
                <a:cubicBezTo>
                  <a:pt x="733053" y="131162"/>
                  <a:pt x="726790" y="133838"/>
                  <a:pt x="719631" y="134730"/>
                </a:cubicBezTo>
                <a:cubicBezTo>
                  <a:pt x="707999" y="146328"/>
                  <a:pt x="691894" y="149005"/>
                  <a:pt x="675788" y="147221"/>
                </a:cubicBezTo>
                <a:cubicBezTo>
                  <a:pt x="669524" y="145436"/>
                  <a:pt x="663261" y="143652"/>
                  <a:pt x="657892" y="140083"/>
                </a:cubicBezTo>
                <a:cubicBezTo>
                  <a:pt x="642681" y="131162"/>
                  <a:pt x="633733" y="115103"/>
                  <a:pt x="631049" y="98152"/>
                </a:cubicBezTo>
                <a:cubicBezTo>
                  <a:pt x="622996" y="91015"/>
                  <a:pt x="618522" y="80309"/>
                  <a:pt x="617628" y="70496"/>
                </a:cubicBezTo>
                <a:cubicBezTo>
                  <a:pt x="616733" y="58898"/>
                  <a:pt x="622101" y="49084"/>
                  <a:pt x="630154" y="41055"/>
                </a:cubicBezTo>
                <a:close/>
                <a:moveTo>
                  <a:pt x="304264" y="40356"/>
                </a:moveTo>
                <a:cubicBezTo>
                  <a:pt x="313936" y="39467"/>
                  <a:pt x="322728" y="47468"/>
                  <a:pt x="328883" y="54580"/>
                </a:cubicBezTo>
                <a:cubicBezTo>
                  <a:pt x="331520" y="60803"/>
                  <a:pt x="334158" y="67915"/>
                  <a:pt x="330641" y="74138"/>
                </a:cubicBezTo>
                <a:cubicBezTo>
                  <a:pt x="328003" y="79472"/>
                  <a:pt x="323607" y="83917"/>
                  <a:pt x="317453" y="83028"/>
                </a:cubicBezTo>
                <a:cubicBezTo>
                  <a:pt x="314815" y="83028"/>
                  <a:pt x="312177" y="81250"/>
                  <a:pt x="310419" y="78583"/>
                </a:cubicBezTo>
                <a:cubicBezTo>
                  <a:pt x="309539" y="76805"/>
                  <a:pt x="309539" y="75027"/>
                  <a:pt x="310419" y="74138"/>
                </a:cubicBezTo>
                <a:cubicBezTo>
                  <a:pt x="312177" y="70582"/>
                  <a:pt x="316573" y="69693"/>
                  <a:pt x="320090" y="69693"/>
                </a:cubicBezTo>
                <a:cubicBezTo>
                  <a:pt x="321849" y="70582"/>
                  <a:pt x="322728" y="68804"/>
                  <a:pt x="322728" y="67915"/>
                </a:cubicBezTo>
                <a:cubicBezTo>
                  <a:pt x="322728" y="61692"/>
                  <a:pt x="318332" y="57247"/>
                  <a:pt x="313056" y="54580"/>
                </a:cubicBezTo>
                <a:cubicBezTo>
                  <a:pt x="313056" y="54580"/>
                  <a:pt x="313056" y="54580"/>
                  <a:pt x="305143" y="51913"/>
                </a:cubicBezTo>
                <a:cubicBezTo>
                  <a:pt x="296351" y="53691"/>
                  <a:pt x="290196" y="58136"/>
                  <a:pt x="284042" y="62581"/>
                </a:cubicBezTo>
                <a:cubicBezTo>
                  <a:pt x="281404" y="61692"/>
                  <a:pt x="277887" y="62581"/>
                  <a:pt x="277008" y="59914"/>
                </a:cubicBezTo>
                <a:cubicBezTo>
                  <a:pt x="281404" y="47468"/>
                  <a:pt x="292834" y="43912"/>
                  <a:pt x="304264" y="40356"/>
                </a:cubicBezTo>
                <a:close/>
                <a:moveTo>
                  <a:pt x="425071" y="38638"/>
                </a:moveTo>
                <a:cubicBezTo>
                  <a:pt x="427462" y="38096"/>
                  <a:pt x="430070" y="38313"/>
                  <a:pt x="432243" y="38746"/>
                </a:cubicBezTo>
                <a:cubicBezTo>
                  <a:pt x="436590" y="39612"/>
                  <a:pt x="439198" y="43941"/>
                  <a:pt x="441806" y="47405"/>
                </a:cubicBezTo>
                <a:cubicBezTo>
                  <a:pt x="445283" y="56930"/>
                  <a:pt x="441806" y="69053"/>
                  <a:pt x="434851" y="75114"/>
                </a:cubicBezTo>
                <a:cubicBezTo>
                  <a:pt x="427896" y="82041"/>
                  <a:pt x="419203" y="85505"/>
                  <a:pt x="409640" y="84639"/>
                </a:cubicBezTo>
                <a:cubicBezTo>
                  <a:pt x="408771" y="81175"/>
                  <a:pt x="413118" y="78578"/>
                  <a:pt x="413987" y="75114"/>
                </a:cubicBezTo>
                <a:cubicBezTo>
                  <a:pt x="419203" y="74248"/>
                  <a:pt x="425288" y="72516"/>
                  <a:pt x="428766" y="67321"/>
                </a:cubicBezTo>
                <a:cubicBezTo>
                  <a:pt x="431374" y="63857"/>
                  <a:pt x="433112" y="59528"/>
                  <a:pt x="433112" y="55198"/>
                </a:cubicBezTo>
                <a:cubicBezTo>
                  <a:pt x="430504" y="52600"/>
                  <a:pt x="423550" y="56930"/>
                  <a:pt x="420942" y="51734"/>
                </a:cubicBezTo>
                <a:cubicBezTo>
                  <a:pt x="419203" y="50003"/>
                  <a:pt x="417464" y="45673"/>
                  <a:pt x="419203" y="43075"/>
                </a:cubicBezTo>
                <a:cubicBezTo>
                  <a:pt x="420507" y="40478"/>
                  <a:pt x="422680" y="39179"/>
                  <a:pt x="425071" y="38638"/>
                </a:cubicBezTo>
                <a:close/>
                <a:moveTo>
                  <a:pt x="698330" y="37880"/>
                </a:moveTo>
                <a:cubicBezTo>
                  <a:pt x="707326" y="37880"/>
                  <a:pt x="715422" y="41452"/>
                  <a:pt x="719920" y="49488"/>
                </a:cubicBezTo>
                <a:cubicBezTo>
                  <a:pt x="718121" y="52167"/>
                  <a:pt x="714522" y="51274"/>
                  <a:pt x="710924" y="52167"/>
                </a:cubicBezTo>
                <a:cubicBezTo>
                  <a:pt x="707326" y="51274"/>
                  <a:pt x="703728" y="47702"/>
                  <a:pt x="698330" y="47702"/>
                </a:cubicBezTo>
                <a:cubicBezTo>
                  <a:pt x="699230" y="44130"/>
                  <a:pt x="692933" y="39666"/>
                  <a:pt x="698330" y="37880"/>
                </a:cubicBezTo>
                <a:close/>
                <a:moveTo>
                  <a:pt x="514153" y="34891"/>
                </a:moveTo>
                <a:cubicBezTo>
                  <a:pt x="515040" y="34004"/>
                  <a:pt x="517701" y="33117"/>
                  <a:pt x="518588" y="34891"/>
                </a:cubicBezTo>
                <a:cubicBezTo>
                  <a:pt x="523911" y="41101"/>
                  <a:pt x="531008" y="47311"/>
                  <a:pt x="528347" y="56182"/>
                </a:cubicBezTo>
                <a:cubicBezTo>
                  <a:pt x="527459" y="58843"/>
                  <a:pt x="525685" y="61505"/>
                  <a:pt x="523024" y="61505"/>
                </a:cubicBezTo>
                <a:cubicBezTo>
                  <a:pt x="523911" y="57956"/>
                  <a:pt x="525685" y="52633"/>
                  <a:pt x="521250" y="49085"/>
                </a:cubicBezTo>
                <a:cubicBezTo>
                  <a:pt x="518588" y="47311"/>
                  <a:pt x="515040" y="45537"/>
                  <a:pt x="512378" y="47311"/>
                </a:cubicBezTo>
                <a:cubicBezTo>
                  <a:pt x="510604" y="47311"/>
                  <a:pt x="508830" y="49972"/>
                  <a:pt x="507943" y="51746"/>
                </a:cubicBezTo>
                <a:cubicBezTo>
                  <a:pt x="507943" y="52633"/>
                  <a:pt x="508830" y="54408"/>
                  <a:pt x="510604" y="55295"/>
                </a:cubicBezTo>
                <a:cubicBezTo>
                  <a:pt x="514153" y="54408"/>
                  <a:pt x="510604" y="49972"/>
                  <a:pt x="514153" y="49972"/>
                </a:cubicBezTo>
                <a:cubicBezTo>
                  <a:pt x="516814" y="49085"/>
                  <a:pt x="518588" y="52633"/>
                  <a:pt x="520363" y="54408"/>
                </a:cubicBezTo>
                <a:cubicBezTo>
                  <a:pt x="521250" y="56182"/>
                  <a:pt x="519475" y="57956"/>
                  <a:pt x="518588" y="59730"/>
                </a:cubicBezTo>
                <a:cubicBezTo>
                  <a:pt x="515927" y="61505"/>
                  <a:pt x="513266" y="63279"/>
                  <a:pt x="510604" y="63279"/>
                </a:cubicBezTo>
                <a:cubicBezTo>
                  <a:pt x="507943" y="61505"/>
                  <a:pt x="503507" y="61505"/>
                  <a:pt x="502620" y="57956"/>
                </a:cubicBezTo>
                <a:cubicBezTo>
                  <a:pt x="500846" y="52633"/>
                  <a:pt x="501733" y="47311"/>
                  <a:pt x="504394" y="43762"/>
                </a:cubicBezTo>
                <a:cubicBezTo>
                  <a:pt x="507056" y="39327"/>
                  <a:pt x="511491" y="38440"/>
                  <a:pt x="514153" y="34891"/>
                </a:cubicBezTo>
                <a:close/>
                <a:moveTo>
                  <a:pt x="364208" y="34579"/>
                </a:moveTo>
                <a:cubicBezTo>
                  <a:pt x="366589" y="33641"/>
                  <a:pt x="368857" y="33406"/>
                  <a:pt x="370671" y="35282"/>
                </a:cubicBezTo>
                <a:cubicBezTo>
                  <a:pt x="369764" y="38096"/>
                  <a:pt x="366135" y="36220"/>
                  <a:pt x="363414" y="38096"/>
                </a:cubicBezTo>
                <a:lnTo>
                  <a:pt x="357064" y="43724"/>
                </a:lnTo>
                <a:cubicBezTo>
                  <a:pt x="356157" y="46539"/>
                  <a:pt x="356157" y="50291"/>
                  <a:pt x="354342" y="52167"/>
                </a:cubicBezTo>
                <a:cubicBezTo>
                  <a:pt x="352528" y="51229"/>
                  <a:pt x="351621" y="50291"/>
                  <a:pt x="351621" y="49353"/>
                </a:cubicBezTo>
                <a:cubicBezTo>
                  <a:pt x="351621" y="44663"/>
                  <a:pt x="354342" y="40910"/>
                  <a:pt x="357064" y="38096"/>
                </a:cubicBezTo>
                <a:cubicBezTo>
                  <a:pt x="359332" y="37158"/>
                  <a:pt x="361826" y="35517"/>
                  <a:pt x="364208" y="34579"/>
                </a:cubicBezTo>
                <a:close/>
                <a:moveTo>
                  <a:pt x="406143" y="34015"/>
                </a:moveTo>
                <a:cubicBezTo>
                  <a:pt x="406143" y="34015"/>
                  <a:pt x="406143" y="34015"/>
                  <a:pt x="411529" y="42993"/>
                </a:cubicBezTo>
                <a:cubicBezTo>
                  <a:pt x="414222" y="47482"/>
                  <a:pt x="414222" y="52869"/>
                  <a:pt x="415120" y="58257"/>
                </a:cubicBezTo>
                <a:cubicBezTo>
                  <a:pt x="413325" y="71724"/>
                  <a:pt x="407041" y="83396"/>
                  <a:pt x="396268" y="92375"/>
                </a:cubicBezTo>
                <a:cubicBezTo>
                  <a:pt x="394473" y="99557"/>
                  <a:pt x="392678" y="106740"/>
                  <a:pt x="389985" y="113923"/>
                </a:cubicBezTo>
                <a:cubicBezTo>
                  <a:pt x="387292" y="115719"/>
                  <a:pt x="385496" y="120208"/>
                  <a:pt x="383701" y="122901"/>
                </a:cubicBezTo>
                <a:cubicBezTo>
                  <a:pt x="370235" y="134573"/>
                  <a:pt x="352282" y="142654"/>
                  <a:pt x="333430" y="139062"/>
                </a:cubicBezTo>
                <a:cubicBezTo>
                  <a:pt x="329839" y="139062"/>
                  <a:pt x="328044" y="135471"/>
                  <a:pt x="323556" y="136369"/>
                </a:cubicBezTo>
                <a:cubicBezTo>
                  <a:pt x="316374" y="132778"/>
                  <a:pt x="310988" y="127391"/>
                  <a:pt x="305602" y="122003"/>
                </a:cubicBezTo>
                <a:cubicBezTo>
                  <a:pt x="302909" y="121106"/>
                  <a:pt x="302011" y="122003"/>
                  <a:pt x="299318" y="122003"/>
                </a:cubicBezTo>
                <a:cubicBezTo>
                  <a:pt x="293932" y="120208"/>
                  <a:pt x="287648" y="119310"/>
                  <a:pt x="283159" y="115719"/>
                </a:cubicBezTo>
                <a:cubicBezTo>
                  <a:pt x="277773" y="110331"/>
                  <a:pt x="273285" y="105842"/>
                  <a:pt x="268796" y="99557"/>
                </a:cubicBezTo>
                <a:cubicBezTo>
                  <a:pt x="268796" y="95068"/>
                  <a:pt x="264308" y="92375"/>
                  <a:pt x="266103" y="87885"/>
                </a:cubicBezTo>
                <a:cubicBezTo>
                  <a:pt x="268796" y="86090"/>
                  <a:pt x="271489" y="86988"/>
                  <a:pt x="274183" y="86988"/>
                </a:cubicBezTo>
                <a:cubicBezTo>
                  <a:pt x="276876" y="97762"/>
                  <a:pt x="283159" y="108536"/>
                  <a:pt x="293932" y="111229"/>
                </a:cubicBezTo>
                <a:cubicBezTo>
                  <a:pt x="299318" y="112127"/>
                  <a:pt x="303806" y="113025"/>
                  <a:pt x="308295" y="111229"/>
                </a:cubicBezTo>
                <a:cubicBezTo>
                  <a:pt x="312783" y="115719"/>
                  <a:pt x="316374" y="122003"/>
                  <a:pt x="322658" y="124697"/>
                </a:cubicBezTo>
                <a:cubicBezTo>
                  <a:pt x="331635" y="129186"/>
                  <a:pt x="343305" y="132778"/>
                  <a:pt x="354077" y="129186"/>
                </a:cubicBezTo>
                <a:cubicBezTo>
                  <a:pt x="368440" y="125595"/>
                  <a:pt x="380110" y="112127"/>
                  <a:pt x="384598" y="98660"/>
                </a:cubicBezTo>
                <a:cubicBezTo>
                  <a:pt x="385496" y="94170"/>
                  <a:pt x="383701" y="87885"/>
                  <a:pt x="389087" y="86090"/>
                </a:cubicBezTo>
                <a:cubicBezTo>
                  <a:pt x="396268" y="82498"/>
                  <a:pt x="400757" y="74418"/>
                  <a:pt x="403450" y="68133"/>
                </a:cubicBezTo>
                <a:cubicBezTo>
                  <a:pt x="404348" y="57359"/>
                  <a:pt x="404348" y="48380"/>
                  <a:pt x="398064" y="39402"/>
                </a:cubicBezTo>
                <a:cubicBezTo>
                  <a:pt x="400757" y="37606"/>
                  <a:pt x="402552" y="33117"/>
                  <a:pt x="406143" y="34015"/>
                </a:cubicBezTo>
                <a:close/>
                <a:moveTo>
                  <a:pt x="325745" y="31703"/>
                </a:moveTo>
                <a:cubicBezTo>
                  <a:pt x="328856" y="30587"/>
                  <a:pt x="332190" y="30587"/>
                  <a:pt x="335746" y="32820"/>
                </a:cubicBezTo>
                <a:cubicBezTo>
                  <a:pt x="335746" y="40856"/>
                  <a:pt x="326856" y="39070"/>
                  <a:pt x="322411" y="42642"/>
                </a:cubicBezTo>
                <a:cubicBezTo>
                  <a:pt x="320633" y="40856"/>
                  <a:pt x="313521" y="40856"/>
                  <a:pt x="317077" y="37284"/>
                </a:cubicBezTo>
                <a:cubicBezTo>
                  <a:pt x="319744" y="35052"/>
                  <a:pt x="322633" y="32820"/>
                  <a:pt x="325745" y="31703"/>
                </a:cubicBezTo>
                <a:close/>
                <a:moveTo>
                  <a:pt x="557996" y="27838"/>
                </a:moveTo>
                <a:cubicBezTo>
                  <a:pt x="557996" y="32268"/>
                  <a:pt x="554367" y="36698"/>
                  <a:pt x="553460" y="41129"/>
                </a:cubicBezTo>
                <a:cubicBezTo>
                  <a:pt x="551646" y="46445"/>
                  <a:pt x="551646" y="52647"/>
                  <a:pt x="547110" y="57078"/>
                </a:cubicBezTo>
                <a:cubicBezTo>
                  <a:pt x="542574" y="61508"/>
                  <a:pt x="536224" y="63280"/>
                  <a:pt x="529875" y="63280"/>
                </a:cubicBezTo>
                <a:cubicBezTo>
                  <a:pt x="529875" y="63280"/>
                  <a:pt x="529875" y="63280"/>
                  <a:pt x="528967" y="63280"/>
                </a:cubicBezTo>
                <a:cubicBezTo>
                  <a:pt x="528967" y="63280"/>
                  <a:pt x="528967" y="63280"/>
                  <a:pt x="533503" y="55305"/>
                </a:cubicBezTo>
                <a:cubicBezTo>
                  <a:pt x="538039" y="54419"/>
                  <a:pt x="541667" y="53533"/>
                  <a:pt x="544389" y="50875"/>
                </a:cubicBezTo>
                <a:cubicBezTo>
                  <a:pt x="545296" y="47331"/>
                  <a:pt x="544389" y="42901"/>
                  <a:pt x="541667" y="40243"/>
                </a:cubicBezTo>
                <a:cubicBezTo>
                  <a:pt x="540760" y="40243"/>
                  <a:pt x="540760" y="39357"/>
                  <a:pt x="539853" y="39357"/>
                </a:cubicBezTo>
                <a:cubicBezTo>
                  <a:pt x="539853" y="42015"/>
                  <a:pt x="541667" y="45559"/>
                  <a:pt x="540760" y="48217"/>
                </a:cubicBezTo>
                <a:cubicBezTo>
                  <a:pt x="538039" y="49103"/>
                  <a:pt x="536224" y="52647"/>
                  <a:pt x="533503" y="50875"/>
                </a:cubicBezTo>
                <a:cubicBezTo>
                  <a:pt x="531689" y="46445"/>
                  <a:pt x="528967" y="42015"/>
                  <a:pt x="526246" y="38471"/>
                </a:cubicBezTo>
                <a:cubicBezTo>
                  <a:pt x="527153" y="35812"/>
                  <a:pt x="529875" y="34040"/>
                  <a:pt x="531689" y="32268"/>
                </a:cubicBezTo>
                <a:cubicBezTo>
                  <a:pt x="536224" y="31382"/>
                  <a:pt x="540760" y="34926"/>
                  <a:pt x="543482" y="31382"/>
                </a:cubicBezTo>
                <a:cubicBezTo>
                  <a:pt x="547110" y="26952"/>
                  <a:pt x="552553" y="25180"/>
                  <a:pt x="557996" y="27838"/>
                </a:cubicBezTo>
                <a:close/>
                <a:moveTo>
                  <a:pt x="456899" y="27561"/>
                </a:moveTo>
                <a:cubicBezTo>
                  <a:pt x="460212" y="28582"/>
                  <a:pt x="463417" y="30623"/>
                  <a:pt x="466409" y="33344"/>
                </a:cubicBezTo>
                <a:cubicBezTo>
                  <a:pt x="468119" y="36066"/>
                  <a:pt x="470683" y="37880"/>
                  <a:pt x="470683" y="41508"/>
                </a:cubicBezTo>
                <a:cubicBezTo>
                  <a:pt x="466409" y="44230"/>
                  <a:pt x="464699" y="37880"/>
                  <a:pt x="460425" y="36973"/>
                </a:cubicBezTo>
                <a:cubicBezTo>
                  <a:pt x="457006" y="36973"/>
                  <a:pt x="454442" y="34251"/>
                  <a:pt x="451877" y="36973"/>
                </a:cubicBezTo>
                <a:cubicBezTo>
                  <a:pt x="450168" y="38787"/>
                  <a:pt x="450168" y="42416"/>
                  <a:pt x="447603" y="41508"/>
                </a:cubicBezTo>
                <a:cubicBezTo>
                  <a:pt x="444184" y="38787"/>
                  <a:pt x="437346" y="44230"/>
                  <a:pt x="439056" y="36973"/>
                </a:cubicBezTo>
                <a:cubicBezTo>
                  <a:pt x="442475" y="36066"/>
                  <a:pt x="441620" y="28808"/>
                  <a:pt x="446749" y="27901"/>
                </a:cubicBezTo>
                <a:cubicBezTo>
                  <a:pt x="450168" y="26541"/>
                  <a:pt x="453587" y="26541"/>
                  <a:pt x="456899" y="27561"/>
                </a:cubicBezTo>
                <a:close/>
                <a:moveTo>
                  <a:pt x="576592" y="26994"/>
                </a:moveTo>
                <a:cubicBezTo>
                  <a:pt x="581128" y="26994"/>
                  <a:pt x="583849" y="31530"/>
                  <a:pt x="585664" y="35158"/>
                </a:cubicBezTo>
                <a:cubicBezTo>
                  <a:pt x="585664" y="37880"/>
                  <a:pt x="586571" y="41508"/>
                  <a:pt x="583849" y="43323"/>
                </a:cubicBezTo>
                <a:cubicBezTo>
                  <a:pt x="582035" y="43323"/>
                  <a:pt x="578407" y="44230"/>
                  <a:pt x="577499" y="42416"/>
                </a:cubicBezTo>
                <a:cubicBezTo>
                  <a:pt x="573871" y="40601"/>
                  <a:pt x="577499" y="36066"/>
                  <a:pt x="574778" y="34251"/>
                </a:cubicBezTo>
                <a:cubicBezTo>
                  <a:pt x="568428" y="34251"/>
                  <a:pt x="563892" y="37880"/>
                  <a:pt x="560264" y="43323"/>
                </a:cubicBezTo>
                <a:cubicBezTo>
                  <a:pt x="559357" y="43323"/>
                  <a:pt x="557542" y="44230"/>
                  <a:pt x="557542" y="43323"/>
                </a:cubicBezTo>
                <a:cubicBezTo>
                  <a:pt x="554821" y="37880"/>
                  <a:pt x="561171" y="35158"/>
                  <a:pt x="561171" y="30623"/>
                </a:cubicBezTo>
                <a:cubicBezTo>
                  <a:pt x="564799" y="26087"/>
                  <a:pt x="571149" y="25180"/>
                  <a:pt x="576592" y="26994"/>
                </a:cubicBezTo>
                <a:close/>
                <a:moveTo>
                  <a:pt x="474335" y="26066"/>
                </a:moveTo>
                <a:cubicBezTo>
                  <a:pt x="480447" y="25180"/>
                  <a:pt x="484812" y="28724"/>
                  <a:pt x="489178" y="31382"/>
                </a:cubicBezTo>
                <a:cubicBezTo>
                  <a:pt x="492670" y="29610"/>
                  <a:pt x="497036" y="30496"/>
                  <a:pt x="499655" y="32268"/>
                </a:cubicBezTo>
                <a:cubicBezTo>
                  <a:pt x="501402" y="34926"/>
                  <a:pt x="504021" y="37585"/>
                  <a:pt x="501402" y="41129"/>
                </a:cubicBezTo>
                <a:cubicBezTo>
                  <a:pt x="499655" y="43787"/>
                  <a:pt x="498782" y="48217"/>
                  <a:pt x="494417" y="48217"/>
                </a:cubicBezTo>
                <a:cubicBezTo>
                  <a:pt x="491797" y="48217"/>
                  <a:pt x="490051" y="47331"/>
                  <a:pt x="489178" y="44673"/>
                </a:cubicBezTo>
                <a:cubicBezTo>
                  <a:pt x="488305" y="40243"/>
                  <a:pt x="495290" y="43787"/>
                  <a:pt x="492670" y="39357"/>
                </a:cubicBezTo>
                <a:cubicBezTo>
                  <a:pt x="491797" y="38471"/>
                  <a:pt x="489178" y="38471"/>
                  <a:pt x="487432" y="40243"/>
                </a:cubicBezTo>
                <a:cubicBezTo>
                  <a:pt x="484812" y="41129"/>
                  <a:pt x="485685" y="44673"/>
                  <a:pt x="486558" y="46445"/>
                </a:cubicBezTo>
                <a:cubicBezTo>
                  <a:pt x="488305" y="49103"/>
                  <a:pt x="490924" y="52647"/>
                  <a:pt x="496163" y="51761"/>
                </a:cubicBezTo>
                <a:cubicBezTo>
                  <a:pt x="497036" y="55305"/>
                  <a:pt x="498782" y="57964"/>
                  <a:pt x="499655" y="61508"/>
                </a:cubicBezTo>
                <a:cubicBezTo>
                  <a:pt x="492670" y="63280"/>
                  <a:pt x="486558" y="60622"/>
                  <a:pt x="483066" y="55305"/>
                </a:cubicBezTo>
                <a:cubicBezTo>
                  <a:pt x="476954" y="46445"/>
                  <a:pt x="476954" y="35812"/>
                  <a:pt x="469096" y="28724"/>
                </a:cubicBezTo>
                <a:cubicBezTo>
                  <a:pt x="469969" y="26066"/>
                  <a:pt x="472588" y="26952"/>
                  <a:pt x="474335" y="26066"/>
                </a:cubicBezTo>
                <a:close/>
                <a:moveTo>
                  <a:pt x="664783" y="25973"/>
                </a:moveTo>
                <a:cubicBezTo>
                  <a:pt x="667954" y="26540"/>
                  <a:pt x="671015" y="27674"/>
                  <a:pt x="674077" y="28128"/>
                </a:cubicBezTo>
                <a:cubicBezTo>
                  <a:pt x="681075" y="31756"/>
                  <a:pt x="688948" y="34478"/>
                  <a:pt x="691572" y="41735"/>
                </a:cubicBezTo>
                <a:cubicBezTo>
                  <a:pt x="695071" y="48992"/>
                  <a:pt x="697695" y="58063"/>
                  <a:pt x="693321" y="66228"/>
                </a:cubicBezTo>
                <a:cubicBezTo>
                  <a:pt x="690697" y="72578"/>
                  <a:pt x="687198" y="79835"/>
                  <a:pt x="678451" y="79835"/>
                </a:cubicBezTo>
                <a:cubicBezTo>
                  <a:pt x="674077" y="80742"/>
                  <a:pt x="669703" y="77113"/>
                  <a:pt x="666204" y="75299"/>
                </a:cubicBezTo>
                <a:cubicBezTo>
                  <a:pt x="663580" y="71670"/>
                  <a:pt x="663580" y="67135"/>
                  <a:pt x="665330" y="63506"/>
                </a:cubicBezTo>
                <a:cubicBezTo>
                  <a:pt x="665330" y="61692"/>
                  <a:pt x="668829" y="61692"/>
                  <a:pt x="670578" y="60785"/>
                </a:cubicBezTo>
                <a:cubicBezTo>
                  <a:pt x="675827" y="59878"/>
                  <a:pt x="674077" y="67135"/>
                  <a:pt x="678451" y="66228"/>
                </a:cubicBezTo>
                <a:cubicBezTo>
                  <a:pt x="682824" y="63506"/>
                  <a:pt x="683699" y="57156"/>
                  <a:pt x="682824" y="51713"/>
                </a:cubicBezTo>
                <a:cubicBezTo>
                  <a:pt x="681950" y="45363"/>
                  <a:pt x="677576" y="42642"/>
                  <a:pt x="672328" y="39013"/>
                </a:cubicBezTo>
                <a:cubicBezTo>
                  <a:pt x="667954" y="36292"/>
                  <a:pt x="660081" y="39920"/>
                  <a:pt x="658332" y="34478"/>
                </a:cubicBezTo>
                <a:cubicBezTo>
                  <a:pt x="658332" y="31756"/>
                  <a:pt x="654833" y="29942"/>
                  <a:pt x="654833" y="27220"/>
                </a:cubicBezTo>
                <a:cubicBezTo>
                  <a:pt x="658332" y="25406"/>
                  <a:pt x="661612" y="25406"/>
                  <a:pt x="664783" y="25973"/>
                </a:cubicBezTo>
                <a:close/>
                <a:moveTo>
                  <a:pt x="378608" y="21652"/>
                </a:moveTo>
                <a:cubicBezTo>
                  <a:pt x="378608" y="25179"/>
                  <a:pt x="375052" y="27825"/>
                  <a:pt x="373274" y="30471"/>
                </a:cubicBezTo>
                <a:cubicBezTo>
                  <a:pt x="365273" y="29589"/>
                  <a:pt x="357272" y="32235"/>
                  <a:pt x="351938" y="37526"/>
                </a:cubicBezTo>
                <a:cubicBezTo>
                  <a:pt x="349271" y="43700"/>
                  <a:pt x="343937" y="49874"/>
                  <a:pt x="347493" y="56047"/>
                </a:cubicBezTo>
                <a:cubicBezTo>
                  <a:pt x="351938" y="59575"/>
                  <a:pt x="354605" y="52519"/>
                  <a:pt x="358161" y="53401"/>
                </a:cubicBezTo>
                <a:cubicBezTo>
                  <a:pt x="361717" y="55165"/>
                  <a:pt x="365273" y="56929"/>
                  <a:pt x="365273" y="61339"/>
                </a:cubicBezTo>
                <a:cubicBezTo>
                  <a:pt x="365273" y="65748"/>
                  <a:pt x="360828" y="69276"/>
                  <a:pt x="356383" y="71040"/>
                </a:cubicBezTo>
                <a:cubicBezTo>
                  <a:pt x="350160" y="72804"/>
                  <a:pt x="343937" y="68394"/>
                  <a:pt x="339492" y="63985"/>
                </a:cubicBezTo>
                <a:cubicBezTo>
                  <a:pt x="335047" y="56929"/>
                  <a:pt x="334158" y="46346"/>
                  <a:pt x="336825" y="38408"/>
                </a:cubicBezTo>
                <a:cubicBezTo>
                  <a:pt x="345715" y="24297"/>
                  <a:pt x="362606" y="17242"/>
                  <a:pt x="378608" y="21652"/>
                </a:cubicBezTo>
                <a:close/>
                <a:moveTo>
                  <a:pt x="462591" y="658"/>
                </a:moveTo>
                <a:cubicBezTo>
                  <a:pt x="483964" y="-220"/>
                  <a:pt x="503556" y="-220"/>
                  <a:pt x="525820" y="658"/>
                </a:cubicBezTo>
                <a:cubicBezTo>
                  <a:pt x="530272" y="-220"/>
                  <a:pt x="536506" y="658"/>
                  <a:pt x="541849" y="658"/>
                </a:cubicBezTo>
                <a:cubicBezTo>
                  <a:pt x="548974" y="2414"/>
                  <a:pt x="557879" y="1536"/>
                  <a:pt x="566785" y="3293"/>
                </a:cubicBezTo>
                <a:cubicBezTo>
                  <a:pt x="587267" y="5927"/>
                  <a:pt x="605078" y="8562"/>
                  <a:pt x="624670" y="13831"/>
                </a:cubicBezTo>
                <a:cubicBezTo>
                  <a:pt x="639810" y="18222"/>
                  <a:pt x="654949" y="29638"/>
                  <a:pt x="658511" y="45446"/>
                </a:cubicBezTo>
                <a:cubicBezTo>
                  <a:pt x="661183" y="56862"/>
                  <a:pt x="658511" y="68279"/>
                  <a:pt x="651387" y="77061"/>
                </a:cubicBezTo>
                <a:cubicBezTo>
                  <a:pt x="648715" y="77939"/>
                  <a:pt x="646934" y="82330"/>
                  <a:pt x="644262" y="81452"/>
                </a:cubicBezTo>
                <a:cubicBezTo>
                  <a:pt x="642481" y="78817"/>
                  <a:pt x="638919" y="75304"/>
                  <a:pt x="641591" y="71792"/>
                </a:cubicBezTo>
                <a:cubicBezTo>
                  <a:pt x="649606" y="63010"/>
                  <a:pt x="650496" y="49837"/>
                  <a:pt x="645153" y="40177"/>
                </a:cubicBezTo>
                <a:cubicBezTo>
                  <a:pt x="632685" y="21735"/>
                  <a:pt x="609531" y="24369"/>
                  <a:pt x="590830" y="18222"/>
                </a:cubicBezTo>
                <a:cubicBezTo>
                  <a:pt x="574800" y="16466"/>
                  <a:pt x="557879" y="13831"/>
                  <a:pt x="542740" y="12953"/>
                </a:cubicBezTo>
                <a:cubicBezTo>
                  <a:pt x="521367" y="11196"/>
                  <a:pt x="499994" y="10318"/>
                  <a:pt x="478620" y="12075"/>
                </a:cubicBezTo>
                <a:cubicBezTo>
                  <a:pt x="478620" y="12075"/>
                  <a:pt x="478620" y="12075"/>
                  <a:pt x="468824" y="12075"/>
                </a:cubicBezTo>
                <a:cubicBezTo>
                  <a:pt x="467043" y="12075"/>
                  <a:pt x="467043" y="13831"/>
                  <a:pt x="467934" y="14709"/>
                </a:cubicBezTo>
                <a:cubicBezTo>
                  <a:pt x="488416" y="14709"/>
                  <a:pt x="509790" y="13831"/>
                  <a:pt x="531163" y="14709"/>
                </a:cubicBezTo>
                <a:cubicBezTo>
                  <a:pt x="546302" y="15587"/>
                  <a:pt x="562332" y="16466"/>
                  <a:pt x="577471" y="19100"/>
                </a:cubicBezTo>
                <a:cubicBezTo>
                  <a:pt x="592611" y="20856"/>
                  <a:pt x="605969" y="25247"/>
                  <a:pt x="620218" y="27882"/>
                </a:cubicBezTo>
                <a:cubicBezTo>
                  <a:pt x="624670" y="23491"/>
                  <a:pt x="627342" y="31395"/>
                  <a:pt x="631795" y="32273"/>
                </a:cubicBezTo>
                <a:cubicBezTo>
                  <a:pt x="639810" y="34029"/>
                  <a:pt x="643372" y="43689"/>
                  <a:pt x="645153" y="51593"/>
                </a:cubicBezTo>
                <a:cubicBezTo>
                  <a:pt x="644262" y="56862"/>
                  <a:pt x="644262" y="63888"/>
                  <a:pt x="639810" y="68279"/>
                </a:cubicBezTo>
                <a:cubicBezTo>
                  <a:pt x="638029" y="63010"/>
                  <a:pt x="642481" y="58619"/>
                  <a:pt x="641591" y="53350"/>
                </a:cubicBezTo>
                <a:cubicBezTo>
                  <a:pt x="641591" y="45446"/>
                  <a:pt x="635357" y="38420"/>
                  <a:pt x="629123" y="34029"/>
                </a:cubicBezTo>
                <a:cubicBezTo>
                  <a:pt x="626451" y="34029"/>
                  <a:pt x="622889" y="36664"/>
                  <a:pt x="620218" y="34029"/>
                </a:cubicBezTo>
                <a:cubicBezTo>
                  <a:pt x="620218" y="34029"/>
                  <a:pt x="620218" y="34029"/>
                  <a:pt x="618437" y="31395"/>
                </a:cubicBezTo>
                <a:cubicBezTo>
                  <a:pt x="596173" y="26126"/>
                  <a:pt x="572128" y="22613"/>
                  <a:pt x="549864" y="20856"/>
                </a:cubicBezTo>
                <a:cubicBezTo>
                  <a:pt x="545412" y="19978"/>
                  <a:pt x="540959" y="20856"/>
                  <a:pt x="536506" y="19100"/>
                </a:cubicBezTo>
                <a:cubicBezTo>
                  <a:pt x="519586" y="19100"/>
                  <a:pt x="503556" y="18222"/>
                  <a:pt x="488416" y="19100"/>
                </a:cubicBezTo>
                <a:cubicBezTo>
                  <a:pt x="473277" y="18222"/>
                  <a:pt x="458138" y="20856"/>
                  <a:pt x="442998" y="22613"/>
                </a:cubicBezTo>
                <a:cubicBezTo>
                  <a:pt x="438546" y="23491"/>
                  <a:pt x="433202" y="22613"/>
                  <a:pt x="428750" y="25247"/>
                </a:cubicBezTo>
                <a:cubicBezTo>
                  <a:pt x="423406" y="24369"/>
                  <a:pt x="418063" y="26126"/>
                  <a:pt x="413610" y="27004"/>
                </a:cubicBezTo>
                <a:cubicBezTo>
                  <a:pt x="405595" y="27882"/>
                  <a:pt x="396690" y="33151"/>
                  <a:pt x="393128" y="41055"/>
                </a:cubicBezTo>
                <a:cubicBezTo>
                  <a:pt x="389566" y="46324"/>
                  <a:pt x="390456" y="53350"/>
                  <a:pt x="393128" y="58619"/>
                </a:cubicBezTo>
                <a:cubicBezTo>
                  <a:pt x="393128" y="60375"/>
                  <a:pt x="393128" y="62131"/>
                  <a:pt x="392237" y="63888"/>
                </a:cubicBezTo>
                <a:cubicBezTo>
                  <a:pt x="387784" y="62131"/>
                  <a:pt x="386003" y="55984"/>
                  <a:pt x="386003" y="51593"/>
                </a:cubicBezTo>
                <a:cubicBezTo>
                  <a:pt x="386003" y="41933"/>
                  <a:pt x="393128" y="34029"/>
                  <a:pt x="400252" y="27882"/>
                </a:cubicBezTo>
                <a:cubicBezTo>
                  <a:pt x="416282" y="19978"/>
                  <a:pt x="434984" y="19100"/>
                  <a:pt x="452795" y="16466"/>
                </a:cubicBezTo>
                <a:cubicBezTo>
                  <a:pt x="452795" y="16466"/>
                  <a:pt x="452795" y="16466"/>
                  <a:pt x="465262" y="16466"/>
                </a:cubicBezTo>
                <a:cubicBezTo>
                  <a:pt x="465262" y="15587"/>
                  <a:pt x="465262" y="14709"/>
                  <a:pt x="465262" y="13831"/>
                </a:cubicBezTo>
                <a:cubicBezTo>
                  <a:pt x="461700" y="11196"/>
                  <a:pt x="458138" y="13831"/>
                  <a:pt x="453685" y="13831"/>
                </a:cubicBezTo>
                <a:cubicBezTo>
                  <a:pt x="435874" y="13831"/>
                  <a:pt x="418954" y="17344"/>
                  <a:pt x="402033" y="22613"/>
                </a:cubicBezTo>
                <a:cubicBezTo>
                  <a:pt x="390456" y="28760"/>
                  <a:pt x="379770" y="42811"/>
                  <a:pt x="382441" y="55984"/>
                </a:cubicBezTo>
                <a:cubicBezTo>
                  <a:pt x="383332" y="61253"/>
                  <a:pt x="386003" y="65644"/>
                  <a:pt x="390456" y="69157"/>
                </a:cubicBezTo>
                <a:cubicBezTo>
                  <a:pt x="391347" y="71792"/>
                  <a:pt x="388675" y="73548"/>
                  <a:pt x="386894" y="75304"/>
                </a:cubicBezTo>
                <a:cubicBezTo>
                  <a:pt x="380660" y="77061"/>
                  <a:pt x="377988" y="69157"/>
                  <a:pt x="373536" y="65644"/>
                </a:cubicBezTo>
                <a:cubicBezTo>
                  <a:pt x="373536" y="65644"/>
                  <a:pt x="373536" y="65644"/>
                  <a:pt x="374426" y="63010"/>
                </a:cubicBezTo>
                <a:cubicBezTo>
                  <a:pt x="370864" y="62131"/>
                  <a:pt x="371755" y="56862"/>
                  <a:pt x="369973" y="52471"/>
                </a:cubicBezTo>
                <a:cubicBezTo>
                  <a:pt x="369083" y="40177"/>
                  <a:pt x="377098" y="30517"/>
                  <a:pt x="385113" y="21735"/>
                </a:cubicBezTo>
                <a:cubicBezTo>
                  <a:pt x="391347" y="16466"/>
                  <a:pt x="397580" y="12075"/>
                  <a:pt x="404705" y="11196"/>
                </a:cubicBezTo>
                <a:cubicBezTo>
                  <a:pt x="422516" y="4171"/>
                  <a:pt x="442998" y="3293"/>
                  <a:pt x="462591" y="658"/>
                </a:cubicBezTo>
                <a:close/>
              </a:path>
            </a:pathLst>
          </a:custGeom>
          <a:solidFill>
            <a:srgbClr val="5B9BD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35000" tIns="135000" rIns="135000" bIns="135000" anchor="ctr" anchorCtr="0">
            <a:normAutofit/>
          </a:bodyPr>
          <a:lstStyle>
            <a:lvl1pPr>
              <a:defRPr>
                <a:solidFill>
                  <a:sysClr val="windowText" lastClr="000000"/>
                </a:solidFill>
                <a:latin typeface="Calibri" panose="020F0502020204030204" charset="0"/>
                <a:ea typeface="宋体" panose="02010600030101010101" pitchFamily="2" charset="-122"/>
              </a:defRPr>
            </a:lvl1pPr>
            <a:lvl2pPr marL="742950" indent="-285750">
              <a:defRPr>
                <a:solidFill>
                  <a:sysClr val="windowText" lastClr="000000"/>
                </a:solidFill>
                <a:latin typeface="Calibri" panose="020F0502020204030204" charset="0"/>
                <a:ea typeface="宋体" panose="02010600030101010101" pitchFamily="2" charset="-122"/>
              </a:defRPr>
            </a:lvl2pPr>
            <a:lvl3pPr marL="1143000" indent="-228600">
              <a:defRPr>
                <a:solidFill>
                  <a:sysClr val="windowText" lastClr="000000"/>
                </a:solidFill>
                <a:latin typeface="Calibri" panose="020F0502020204030204" charset="0"/>
                <a:ea typeface="宋体" panose="02010600030101010101" pitchFamily="2" charset="-122"/>
              </a:defRPr>
            </a:lvl3pPr>
            <a:lvl4pPr marL="1600200" indent="-228600">
              <a:defRPr>
                <a:solidFill>
                  <a:sysClr val="windowText" lastClr="000000"/>
                </a:solidFill>
                <a:latin typeface="Calibri" panose="020F0502020204030204" charset="0"/>
                <a:ea typeface="宋体" panose="02010600030101010101" pitchFamily="2" charset="-122"/>
              </a:defRPr>
            </a:lvl4pPr>
            <a:lvl5pPr marL="2057400" indent="-228600">
              <a:defRPr>
                <a:solidFill>
                  <a:sysClr val="windowText" lastClr="000000"/>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9pPr>
          </a:lstStyle>
          <a:p>
            <a:pPr algn="ctr"/>
            <a:r>
              <a:rPr lang="zh-CN" altLang="en-US" sz="1350" dirty="0">
                <a:solidFill>
                  <a:srgbClr val="5B9BD5"/>
                </a:solidFill>
                <a:latin typeface="华文新魏" panose="02010800040101010101" pitchFamily="2" charset="-122"/>
                <a:ea typeface="华文新魏" panose="02010800040101010101" pitchFamily="2" charset="-122"/>
              </a:rPr>
              <a:t>本业务系统</a:t>
            </a:r>
            <a:r>
              <a:rPr lang="zh-CN" altLang="en-US" sz="1350" dirty="0">
                <a:solidFill>
                  <a:srgbClr val="5B9BD5"/>
                </a:solidFill>
                <a:latin typeface="华文新魏" panose="02010800040101010101" pitchFamily="2" charset="-122"/>
                <a:ea typeface="华文新魏" panose="02010800040101010101" pitchFamily="2" charset="-122"/>
              </a:rPr>
              <a:t>事项</a:t>
            </a:r>
            <a:endParaRPr lang="zh-CN" altLang="en-US" sz="1350" dirty="0">
              <a:solidFill>
                <a:srgbClr val="5B9BD5"/>
              </a:solidFill>
              <a:latin typeface="华文新魏" panose="02010800040101010101" pitchFamily="2" charset="-122"/>
              <a:ea typeface="华文新魏" panose="02010800040101010101" pitchFamily="2" charset="-122"/>
            </a:endParaRPr>
          </a:p>
        </p:txBody>
      </p:sp>
      <p:sp>
        <p:nvSpPr>
          <p:cNvPr id="8" name="任意多边形 307"/>
          <p:cNvSpPr/>
          <p:nvPr>
            <p:custDataLst>
              <p:tags r:id="rId3"/>
            </p:custDataLst>
          </p:nvPr>
        </p:nvSpPr>
        <p:spPr bwMode="auto">
          <a:xfrm>
            <a:off x="5087698" y="3952144"/>
            <a:ext cx="1607013" cy="1607013"/>
          </a:xfrm>
          <a:custGeom>
            <a:avLst/>
            <a:gdLst>
              <a:gd name="T0" fmla="*/ 0 w 1008497"/>
              <a:gd name="T1" fmla="*/ 0 h 1007842"/>
              <a:gd name="T2" fmla="*/ 1008497 w 1008497"/>
              <a:gd name="T3" fmla="*/ 1007842 h 1007842"/>
            </a:gdLst>
            <a:ahLst/>
            <a:cxnLst/>
            <a:rect l="T0" t="T1" r="T2" b="T3"/>
            <a:pathLst>
              <a:path w="1008497" h="1007842">
                <a:moveTo>
                  <a:pt x="436463" y="964265"/>
                </a:moveTo>
                <a:cubicBezTo>
                  <a:pt x="438227" y="963392"/>
                  <a:pt x="439109" y="966011"/>
                  <a:pt x="440873" y="967758"/>
                </a:cubicBezTo>
                <a:cubicBezTo>
                  <a:pt x="439109" y="970377"/>
                  <a:pt x="440873" y="972996"/>
                  <a:pt x="443519" y="973869"/>
                </a:cubicBezTo>
                <a:cubicBezTo>
                  <a:pt x="447047" y="973869"/>
                  <a:pt x="451457" y="972996"/>
                  <a:pt x="453220" y="969504"/>
                </a:cubicBezTo>
                <a:cubicBezTo>
                  <a:pt x="453220" y="966885"/>
                  <a:pt x="454984" y="966885"/>
                  <a:pt x="456748" y="966011"/>
                </a:cubicBezTo>
                <a:cubicBezTo>
                  <a:pt x="456748" y="966011"/>
                  <a:pt x="456748" y="966011"/>
                  <a:pt x="461158" y="966011"/>
                </a:cubicBezTo>
                <a:cubicBezTo>
                  <a:pt x="460276" y="970377"/>
                  <a:pt x="459394" y="975616"/>
                  <a:pt x="454984" y="976489"/>
                </a:cubicBezTo>
                <a:cubicBezTo>
                  <a:pt x="453220" y="979108"/>
                  <a:pt x="450575" y="980854"/>
                  <a:pt x="447047" y="980854"/>
                </a:cubicBezTo>
                <a:cubicBezTo>
                  <a:pt x="440873" y="980854"/>
                  <a:pt x="433818" y="979108"/>
                  <a:pt x="430290" y="972996"/>
                </a:cubicBezTo>
                <a:cubicBezTo>
                  <a:pt x="429408" y="971250"/>
                  <a:pt x="431172" y="968631"/>
                  <a:pt x="431172" y="966011"/>
                </a:cubicBezTo>
                <a:cubicBezTo>
                  <a:pt x="432054" y="964265"/>
                  <a:pt x="433818" y="965138"/>
                  <a:pt x="436463" y="964265"/>
                </a:cubicBezTo>
                <a:close/>
                <a:moveTo>
                  <a:pt x="564971" y="963392"/>
                </a:moveTo>
                <a:cubicBezTo>
                  <a:pt x="567713" y="963392"/>
                  <a:pt x="570455" y="965138"/>
                  <a:pt x="571369" y="967758"/>
                </a:cubicBezTo>
                <a:cubicBezTo>
                  <a:pt x="572283" y="972123"/>
                  <a:pt x="571369" y="974742"/>
                  <a:pt x="569541" y="977362"/>
                </a:cubicBezTo>
                <a:cubicBezTo>
                  <a:pt x="562229" y="980854"/>
                  <a:pt x="551261" y="980854"/>
                  <a:pt x="545777" y="975616"/>
                </a:cubicBezTo>
                <a:cubicBezTo>
                  <a:pt x="542121" y="973869"/>
                  <a:pt x="542121" y="970377"/>
                  <a:pt x="542121" y="966885"/>
                </a:cubicBezTo>
                <a:cubicBezTo>
                  <a:pt x="545777" y="965138"/>
                  <a:pt x="546691" y="969504"/>
                  <a:pt x="550347" y="970377"/>
                </a:cubicBezTo>
                <a:cubicBezTo>
                  <a:pt x="553089" y="971250"/>
                  <a:pt x="556745" y="973869"/>
                  <a:pt x="559487" y="972123"/>
                </a:cubicBezTo>
                <a:cubicBezTo>
                  <a:pt x="560401" y="969504"/>
                  <a:pt x="560401" y="965138"/>
                  <a:pt x="564971" y="963392"/>
                </a:cubicBezTo>
                <a:close/>
                <a:moveTo>
                  <a:pt x="694974" y="958630"/>
                </a:moveTo>
                <a:cubicBezTo>
                  <a:pt x="697696" y="960416"/>
                  <a:pt x="704046" y="958630"/>
                  <a:pt x="701324" y="963095"/>
                </a:cubicBezTo>
                <a:cubicBezTo>
                  <a:pt x="695882" y="970238"/>
                  <a:pt x="687717" y="972917"/>
                  <a:pt x="679553" y="972024"/>
                </a:cubicBezTo>
                <a:cubicBezTo>
                  <a:pt x="678646" y="970238"/>
                  <a:pt x="680460" y="966667"/>
                  <a:pt x="681367" y="964881"/>
                </a:cubicBezTo>
                <a:cubicBezTo>
                  <a:pt x="685903" y="963095"/>
                  <a:pt x="691346" y="962202"/>
                  <a:pt x="694974" y="958630"/>
                </a:cubicBezTo>
                <a:close/>
                <a:moveTo>
                  <a:pt x="300027" y="958630"/>
                </a:moveTo>
                <a:cubicBezTo>
                  <a:pt x="302805" y="958630"/>
                  <a:pt x="302805" y="962017"/>
                  <a:pt x="305583" y="962863"/>
                </a:cubicBezTo>
                <a:cubicBezTo>
                  <a:pt x="309288" y="964557"/>
                  <a:pt x="316696" y="964557"/>
                  <a:pt x="316696" y="970483"/>
                </a:cubicBezTo>
                <a:cubicBezTo>
                  <a:pt x="312066" y="971330"/>
                  <a:pt x="307436" y="970483"/>
                  <a:pt x="302805" y="969637"/>
                </a:cubicBezTo>
                <a:cubicBezTo>
                  <a:pt x="300027" y="967097"/>
                  <a:pt x="297249" y="964557"/>
                  <a:pt x="294471" y="961170"/>
                </a:cubicBezTo>
                <a:cubicBezTo>
                  <a:pt x="294471" y="958630"/>
                  <a:pt x="298175" y="960323"/>
                  <a:pt x="300027" y="958630"/>
                </a:cubicBezTo>
                <a:close/>
                <a:moveTo>
                  <a:pt x="546966" y="954463"/>
                </a:moveTo>
                <a:cubicBezTo>
                  <a:pt x="549682" y="953868"/>
                  <a:pt x="551980" y="954344"/>
                  <a:pt x="553233" y="959582"/>
                </a:cubicBezTo>
                <a:cubicBezTo>
                  <a:pt x="549891" y="961487"/>
                  <a:pt x="544042" y="963392"/>
                  <a:pt x="540700" y="961487"/>
                </a:cubicBezTo>
                <a:cubicBezTo>
                  <a:pt x="539029" y="960535"/>
                  <a:pt x="537358" y="958630"/>
                  <a:pt x="538193" y="955772"/>
                </a:cubicBezTo>
                <a:cubicBezTo>
                  <a:pt x="541118" y="956725"/>
                  <a:pt x="544251" y="955058"/>
                  <a:pt x="546966" y="954463"/>
                </a:cubicBezTo>
                <a:close/>
                <a:moveTo>
                  <a:pt x="455088" y="951670"/>
                </a:moveTo>
                <a:cubicBezTo>
                  <a:pt x="457610" y="950693"/>
                  <a:pt x="460971" y="951670"/>
                  <a:pt x="463493" y="952647"/>
                </a:cubicBezTo>
                <a:cubicBezTo>
                  <a:pt x="463493" y="952647"/>
                  <a:pt x="463493" y="952647"/>
                  <a:pt x="464333" y="953624"/>
                </a:cubicBezTo>
                <a:cubicBezTo>
                  <a:pt x="462652" y="956555"/>
                  <a:pt x="463493" y="960462"/>
                  <a:pt x="459290" y="961439"/>
                </a:cubicBezTo>
                <a:cubicBezTo>
                  <a:pt x="456769" y="963393"/>
                  <a:pt x="451727" y="963393"/>
                  <a:pt x="450046" y="960462"/>
                </a:cubicBezTo>
                <a:cubicBezTo>
                  <a:pt x="451727" y="957532"/>
                  <a:pt x="454248" y="955578"/>
                  <a:pt x="455088" y="951670"/>
                </a:cubicBezTo>
                <a:close/>
                <a:moveTo>
                  <a:pt x="685172" y="950692"/>
                </a:moveTo>
                <a:cubicBezTo>
                  <a:pt x="687817" y="950692"/>
                  <a:pt x="687817" y="955102"/>
                  <a:pt x="691345" y="955102"/>
                </a:cubicBezTo>
                <a:cubicBezTo>
                  <a:pt x="691345" y="957747"/>
                  <a:pt x="688699" y="958629"/>
                  <a:pt x="686935" y="958629"/>
                </a:cubicBezTo>
                <a:cubicBezTo>
                  <a:pt x="686935" y="958629"/>
                  <a:pt x="686935" y="958629"/>
                  <a:pt x="685172" y="958629"/>
                </a:cubicBezTo>
                <a:cubicBezTo>
                  <a:pt x="683408" y="955983"/>
                  <a:pt x="684290" y="953338"/>
                  <a:pt x="685172" y="950692"/>
                </a:cubicBezTo>
                <a:close/>
                <a:moveTo>
                  <a:pt x="664811" y="950692"/>
                </a:moveTo>
                <a:cubicBezTo>
                  <a:pt x="667533" y="952456"/>
                  <a:pt x="666626" y="956866"/>
                  <a:pt x="665719" y="959511"/>
                </a:cubicBezTo>
                <a:cubicBezTo>
                  <a:pt x="663904" y="965685"/>
                  <a:pt x="658461" y="971858"/>
                  <a:pt x="652111" y="972740"/>
                </a:cubicBezTo>
                <a:cubicBezTo>
                  <a:pt x="648483" y="971858"/>
                  <a:pt x="645761" y="974504"/>
                  <a:pt x="642133" y="973622"/>
                </a:cubicBezTo>
                <a:cubicBezTo>
                  <a:pt x="642133" y="971858"/>
                  <a:pt x="643040" y="970094"/>
                  <a:pt x="644854" y="969213"/>
                </a:cubicBezTo>
                <a:cubicBezTo>
                  <a:pt x="652111" y="970976"/>
                  <a:pt x="658461" y="965685"/>
                  <a:pt x="661183" y="960393"/>
                </a:cubicBezTo>
                <a:cubicBezTo>
                  <a:pt x="662090" y="956866"/>
                  <a:pt x="661183" y="952456"/>
                  <a:pt x="664811" y="950692"/>
                </a:cubicBezTo>
                <a:close/>
                <a:moveTo>
                  <a:pt x="333650" y="950692"/>
                </a:moveTo>
                <a:cubicBezTo>
                  <a:pt x="335428" y="956135"/>
                  <a:pt x="338984" y="964299"/>
                  <a:pt x="346096" y="966114"/>
                </a:cubicBezTo>
                <a:cubicBezTo>
                  <a:pt x="347874" y="965206"/>
                  <a:pt x="350541" y="965206"/>
                  <a:pt x="352319" y="966114"/>
                </a:cubicBezTo>
                <a:cubicBezTo>
                  <a:pt x="353208" y="967021"/>
                  <a:pt x="353208" y="967928"/>
                  <a:pt x="352319" y="968835"/>
                </a:cubicBezTo>
                <a:cubicBezTo>
                  <a:pt x="346096" y="969742"/>
                  <a:pt x="340762" y="967021"/>
                  <a:pt x="336317" y="963392"/>
                </a:cubicBezTo>
                <a:cubicBezTo>
                  <a:pt x="333650" y="959764"/>
                  <a:pt x="330983" y="954321"/>
                  <a:pt x="333650" y="950692"/>
                </a:cubicBezTo>
                <a:close/>
                <a:moveTo>
                  <a:pt x="310663" y="950692"/>
                </a:moveTo>
                <a:cubicBezTo>
                  <a:pt x="313521" y="950692"/>
                  <a:pt x="311616" y="956407"/>
                  <a:pt x="312568" y="958312"/>
                </a:cubicBezTo>
                <a:cubicBezTo>
                  <a:pt x="311616" y="960217"/>
                  <a:pt x="309711" y="958312"/>
                  <a:pt x="307806" y="958312"/>
                </a:cubicBezTo>
                <a:cubicBezTo>
                  <a:pt x="303996" y="955455"/>
                  <a:pt x="308758" y="953550"/>
                  <a:pt x="310663" y="950692"/>
                </a:cubicBezTo>
                <a:close/>
                <a:moveTo>
                  <a:pt x="513772" y="944536"/>
                </a:moveTo>
                <a:cubicBezTo>
                  <a:pt x="516494" y="942755"/>
                  <a:pt x="520122" y="944536"/>
                  <a:pt x="522844" y="945427"/>
                </a:cubicBezTo>
                <a:cubicBezTo>
                  <a:pt x="532822" y="951660"/>
                  <a:pt x="536451" y="963237"/>
                  <a:pt x="540986" y="973924"/>
                </a:cubicBezTo>
                <a:cubicBezTo>
                  <a:pt x="541894" y="974814"/>
                  <a:pt x="543708" y="976596"/>
                  <a:pt x="541894" y="978377"/>
                </a:cubicBezTo>
                <a:cubicBezTo>
                  <a:pt x="537358" y="979267"/>
                  <a:pt x="531915" y="977486"/>
                  <a:pt x="527379" y="975705"/>
                </a:cubicBezTo>
                <a:cubicBezTo>
                  <a:pt x="522844" y="976596"/>
                  <a:pt x="518308" y="978377"/>
                  <a:pt x="514679" y="974814"/>
                </a:cubicBezTo>
                <a:cubicBezTo>
                  <a:pt x="512865" y="973033"/>
                  <a:pt x="511958" y="969471"/>
                  <a:pt x="512865" y="966800"/>
                </a:cubicBezTo>
                <a:cubicBezTo>
                  <a:pt x="514679" y="965019"/>
                  <a:pt x="515587" y="960566"/>
                  <a:pt x="519215" y="960566"/>
                </a:cubicBezTo>
                <a:cubicBezTo>
                  <a:pt x="521937" y="959675"/>
                  <a:pt x="522844" y="962347"/>
                  <a:pt x="523751" y="965019"/>
                </a:cubicBezTo>
                <a:cubicBezTo>
                  <a:pt x="524658" y="965019"/>
                  <a:pt x="523751" y="966800"/>
                  <a:pt x="524658" y="966800"/>
                </a:cubicBezTo>
                <a:cubicBezTo>
                  <a:pt x="527379" y="967690"/>
                  <a:pt x="527379" y="964128"/>
                  <a:pt x="527379" y="962347"/>
                </a:cubicBezTo>
                <a:cubicBezTo>
                  <a:pt x="527379" y="959675"/>
                  <a:pt x="524658" y="957004"/>
                  <a:pt x="521937" y="956113"/>
                </a:cubicBezTo>
                <a:cubicBezTo>
                  <a:pt x="520122" y="956113"/>
                  <a:pt x="517401" y="957004"/>
                  <a:pt x="516494" y="955223"/>
                </a:cubicBezTo>
                <a:cubicBezTo>
                  <a:pt x="516494" y="950770"/>
                  <a:pt x="515587" y="948098"/>
                  <a:pt x="513772" y="944536"/>
                </a:cubicBezTo>
                <a:close/>
                <a:moveTo>
                  <a:pt x="501826" y="944342"/>
                </a:moveTo>
                <a:cubicBezTo>
                  <a:pt x="505375" y="944342"/>
                  <a:pt x="507149" y="946097"/>
                  <a:pt x="509810" y="946974"/>
                </a:cubicBezTo>
                <a:cubicBezTo>
                  <a:pt x="515133" y="951360"/>
                  <a:pt x="513359" y="958379"/>
                  <a:pt x="511584" y="964520"/>
                </a:cubicBezTo>
                <a:cubicBezTo>
                  <a:pt x="509810" y="969784"/>
                  <a:pt x="504488" y="974170"/>
                  <a:pt x="500939" y="977679"/>
                </a:cubicBezTo>
                <a:cubicBezTo>
                  <a:pt x="497391" y="977679"/>
                  <a:pt x="493842" y="973293"/>
                  <a:pt x="492068" y="969784"/>
                </a:cubicBezTo>
                <a:cubicBezTo>
                  <a:pt x="488519" y="968906"/>
                  <a:pt x="489407" y="964520"/>
                  <a:pt x="486745" y="961888"/>
                </a:cubicBezTo>
                <a:cubicBezTo>
                  <a:pt x="484971" y="958379"/>
                  <a:pt x="485858" y="953115"/>
                  <a:pt x="487632" y="949606"/>
                </a:cubicBezTo>
                <a:cubicBezTo>
                  <a:pt x="488519" y="947851"/>
                  <a:pt x="490294" y="946974"/>
                  <a:pt x="491181" y="947851"/>
                </a:cubicBezTo>
                <a:cubicBezTo>
                  <a:pt x="491181" y="951360"/>
                  <a:pt x="491181" y="954870"/>
                  <a:pt x="492955" y="957501"/>
                </a:cubicBezTo>
                <a:cubicBezTo>
                  <a:pt x="492955" y="957501"/>
                  <a:pt x="492955" y="957501"/>
                  <a:pt x="498278" y="960133"/>
                </a:cubicBezTo>
                <a:cubicBezTo>
                  <a:pt x="500052" y="958379"/>
                  <a:pt x="503600" y="958379"/>
                  <a:pt x="504488" y="956624"/>
                </a:cubicBezTo>
                <a:cubicBezTo>
                  <a:pt x="505375" y="955747"/>
                  <a:pt x="504488" y="954870"/>
                  <a:pt x="503600" y="953992"/>
                </a:cubicBezTo>
                <a:cubicBezTo>
                  <a:pt x="501826" y="953992"/>
                  <a:pt x="501826" y="955747"/>
                  <a:pt x="500052" y="956624"/>
                </a:cubicBezTo>
                <a:cubicBezTo>
                  <a:pt x="497391" y="955747"/>
                  <a:pt x="495616" y="953992"/>
                  <a:pt x="495616" y="951360"/>
                </a:cubicBezTo>
                <a:cubicBezTo>
                  <a:pt x="494729" y="946974"/>
                  <a:pt x="499165" y="946097"/>
                  <a:pt x="501826" y="944342"/>
                </a:cubicBezTo>
                <a:close/>
                <a:moveTo>
                  <a:pt x="480261" y="943621"/>
                </a:moveTo>
                <a:cubicBezTo>
                  <a:pt x="482060" y="944487"/>
                  <a:pt x="485658" y="942755"/>
                  <a:pt x="486558" y="945353"/>
                </a:cubicBezTo>
                <a:cubicBezTo>
                  <a:pt x="482060" y="947951"/>
                  <a:pt x="482960" y="955744"/>
                  <a:pt x="476663" y="955744"/>
                </a:cubicBezTo>
                <a:cubicBezTo>
                  <a:pt x="473064" y="958341"/>
                  <a:pt x="471265" y="961805"/>
                  <a:pt x="473064" y="965269"/>
                </a:cubicBezTo>
                <a:cubicBezTo>
                  <a:pt x="473964" y="967001"/>
                  <a:pt x="474864" y="968732"/>
                  <a:pt x="476663" y="968732"/>
                </a:cubicBezTo>
                <a:cubicBezTo>
                  <a:pt x="480261" y="967001"/>
                  <a:pt x="473964" y="963537"/>
                  <a:pt x="477562" y="960073"/>
                </a:cubicBezTo>
                <a:cubicBezTo>
                  <a:pt x="478462" y="959207"/>
                  <a:pt x="479361" y="957476"/>
                  <a:pt x="481161" y="959207"/>
                </a:cubicBezTo>
                <a:cubicBezTo>
                  <a:pt x="482060" y="960939"/>
                  <a:pt x="482060" y="963537"/>
                  <a:pt x="482960" y="965269"/>
                </a:cubicBezTo>
                <a:cubicBezTo>
                  <a:pt x="482960" y="965269"/>
                  <a:pt x="482960" y="965269"/>
                  <a:pt x="486558" y="973062"/>
                </a:cubicBezTo>
                <a:cubicBezTo>
                  <a:pt x="483859" y="975660"/>
                  <a:pt x="478462" y="974794"/>
                  <a:pt x="475763" y="974794"/>
                </a:cubicBezTo>
                <a:cubicBezTo>
                  <a:pt x="472165" y="980855"/>
                  <a:pt x="465868" y="978257"/>
                  <a:pt x="460471" y="979123"/>
                </a:cubicBezTo>
                <a:cubicBezTo>
                  <a:pt x="459571" y="975660"/>
                  <a:pt x="463169" y="973928"/>
                  <a:pt x="464069" y="970464"/>
                </a:cubicBezTo>
                <a:cubicBezTo>
                  <a:pt x="467667" y="960939"/>
                  <a:pt x="466767" y="947085"/>
                  <a:pt x="480261" y="943621"/>
                </a:cubicBezTo>
                <a:close/>
                <a:moveTo>
                  <a:pt x="372827" y="942755"/>
                </a:moveTo>
                <a:cubicBezTo>
                  <a:pt x="376382" y="947211"/>
                  <a:pt x="371050" y="951667"/>
                  <a:pt x="371050" y="957015"/>
                </a:cubicBezTo>
                <a:cubicBezTo>
                  <a:pt x="371939" y="963253"/>
                  <a:pt x="377270" y="970383"/>
                  <a:pt x="383490" y="973057"/>
                </a:cubicBezTo>
                <a:cubicBezTo>
                  <a:pt x="391487" y="974839"/>
                  <a:pt x="399484" y="979295"/>
                  <a:pt x="408370" y="979295"/>
                </a:cubicBezTo>
                <a:cubicBezTo>
                  <a:pt x="419033" y="981969"/>
                  <a:pt x="429696" y="982860"/>
                  <a:pt x="440358" y="984643"/>
                </a:cubicBezTo>
                <a:cubicBezTo>
                  <a:pt x="440358" y="984643"/>
                  <a:pt x="440358" y="984643"/>
                  <a:pt x="461684" y="987317"/>
                </a:cubicBezTo>
                <a:cubicBezTo>
                  <a:pt x="495450" y="989990"/>
                  <a:pt x="530992" y="989099"/>
                  <a:pt x="564758" y="984643"/>
                </a:cubicBezTo>
                <a:cubicBezTo>
                  <a:pt x="566535" y="982860"/>
                  <a:pt x="569200" y="984643"/>
                  <a:pt x="571866" y="983752"/>
                </a:cubicBezTo>
                <a:cubicBezTo>
                  <a:pt x="587860" y="980187"/>
                  <a:pt x="604743" y="980187"/>
                  <a:pt x="617183" y="968601"/>
                </a:cubicBezTo>
                <a:cubicBezTo>
                  <a:pt x="617183" y="968601"/>
                  <a:pt x="617183" y="968601"/>
                  <a:pt x="617183" y="967710"/>
                </a:cubicBezTo>
                <a:cubicBezTo>
                  <a:pt x="623403" y="962362"/>
                  <a:pt x="623403" y="952559"/>
                  <a:pt x="623403" y="944538"/>
                </a:cubicBezTo>
                <a:cubicBezTo>
                  <a:pt x="626069" y="945429"/>
                  <a:pt x="626069" y="949885"/>
                  <a:pt x="626069" y="951667"/>
                </a:cubicBezTo>
                <a:cubicBezTo>
                  <a:pt x="627846" y="965927"/>
                  <a:pt x="614517" y="975731"/>
                  <a:pt x="603855" y="981078"/>
                </a:cubicBezTo>
                <a:cubicBezTo>
                  <a:pt x="596746" y="983752"/>
                  <a:pt x="588749" y="985534"/>
                  <a:pt x="580752" y="986425"/>
                </a:cubicBezTo>
                <a:cubicBezTo>
                  <a:pt x="561203" y="990881"/>
                  <a:pt x="540766" y="991773"/>
                  <a:pt x="520329" y="992664"/>
                </a:cubicBezTo>
                <a:cubicBezTo>
                  <a:pt x="502558" y="993555"/>
                  <a:pt x="483898" y="992664"/>
                  <a:pt x="466127" y="991773"/>
                </a:cubicBezTo>
                <a:cubicBezTo>
                  <a:pt x="437693" y="988208"/>
                  <a:pt x="408370" y="986425"/>
                  <a:pt x="382602" y="976622"/>
                </a:cubicBezTo>
                <a:cubicBezTo>
                  <a:pt x="372827" y="973057"/>
                  <a:pt x="367496" y="963253"/>
                  <a:pt x="367496" y="952559"/>
                </a:cubicBezTo>
                <a:cubicBezTo>
                  <a:pt x="369273" y="948994"/>
                  <a:pt x="370162" y="944538"/>
                  <a:pt x="372827" y="942755"/>
                </a:cubicBezTo>
                <a:close/>
                <a:moveTo>
                  <a:pt x="724309" y="936771"/>
                </a:moveTo>
                <a:cubicBezTo>
                  <a:pt x="726084" y="936771"/>
                  <a:pt x="726971" y="936771"/>
                  <a:pt x="727858" y="937748"/>
                </a:cubicBezTo>
                <a:cubicBezTo>
                  <a:pt x="724309" y="944586"/>
                  <a:pt x="718100" y="947517"/>
                  <a:pt x="711890" y="947517"/>
                </a:cubicBezTo>
                <a:cubicBezTo>
                  <a:pt x="708341" y="947517"/>
                  <a:pt x="704793" y="946540"/>
                  <a:pt x="701244" y="944586"/>
                </a:cubicBezTo>
                <a:cubicBezTo>
                  <a:pt x="700357" y="942633"/>
                  <a:pt x="697696" y="939702"/>
                  <a:pt x="698583" y="937748"/>
                </a:cubicBezTo>
                <a:cubicBezTo>
                  <a:pt x="702131" y="934817"/>
                  <a:pt x="703019" y="941656"/>
                  <a:pt x="705680" y="942633"/>
                </a:cubicBezTo>
                <a:cubicBezTo>
                  <a:pt x="712777" y="944586"/>
                  <a:pt x="718987" y="940679"/>
                  <a:pt x="724309" y="936771"/>
                </a:cubicBezTo>
                <a:close/>
                <a:moveTo>
                  <a:pt x="271432" y="935611"/>
                </a:moveTo>
                <a:cubicBezTo>
                  <a:pt x="272444" y="936206"/>
                  <a:pt x="273569" y="937199"/>
                  <a:pt x="274468" y="937199"/>
                </a:cubicBezTo>
                <a:cubicBezTo>
                  <a:pt x="280765" y="940374"/>
                  <a:pt x="287962" y="938786"/>
                  <a:pt x="294259" y="935611"/>
                </a:cubicBezTo>
                <a:cubicBezTo>
                  <a:pt x="295158" y="935611"/>
                  <a:pt x="296058" y="936405"/>
                  <a:pt x="296058" y="937199"/>
                </a:cubicBezTo>
                <a:cubicBezTo>
                  <a:pt x="296058" y="937199"/>
                  <a:pt x="296058" y="937199"/>
                  <a:pt x="296058" y="938786"/>
                </a:cubicBezTo>
                <a:cubicBezTo>
                  <a:pt x="289761" y="941961"/>
                  <a:pt x="280765" y="944342"/>
                  <a:pt x="274468" y="940374"/>
                </a:cubicBezTo>
                <a:cubicBezTo>
                  <a:pt x="272669" y="939580"/>
                  <a:pt x="269971" y="938786"/>
                  <a:pt x="269071" y="936405"/>
                </a:cubicBezTo>
                <a:cubicBezTo>
                  <a:pt x="269521" y="934818"/>
                  <a:pt x="270420" y="935016"/>
                  <a:pt x="271432" y="935611"/>
                </a:cubicBezTo>
                <a:close/>
                <a:moveTo>
                  <a:pt x="663925" y="933428"/>
                </a:moveTo>
                <a:cubicBezTo>
                  <a:pt x="669293" y="934321"/>
                  <a:pt x="673767" y="937893"/>
                  <a:pt x="676451" y="942358"/>
                </a:cubicBezTo>
                <a:cubicBezTo>
                  <a:pt x="680925" y="949502"/>
                  <a:pt x="681820" y="961110"/>
                  <a:pt x="676451" y="969147"/>
                </a:cubicBezTo>
                <a:cubicBezTo>
                  <a:pt x="672872" y="976291"/>
                  <a:pt x="664819" y="981648"/>
                  <a:pt x="657661" y="985220"/>
                </a:cubicBezTo>
                <a:cubicBezTo>
                  <a:pt x="649608" y="987006"/>
                  <a:pt x="641556" y="988792"/>
                  <a:pt x="633503" y="986113"/>
                </a:cubicBezTo>
                <a:cubicBezTo>
                  <a:pt x="633503" y="986113"/>
                  <a:pt x="633503" y="986113"/>
                  <a:pt x="632608" y="985220"/>
                </a:cubicBezTo>
                <a:cubicBezTo>
                  <a:pt x="632608" y="985220"/>
                  <a:pt x="632608" y="985220"/>
                  <a:pt x="638871" y="978077"/>
                </a:cubicBezTo>
                <a:cubicBezTo>
                  <a:pt x="650503" y="978969"/>
                  <a:pt x="663030" y="975398"/>
                  <a:pt x="667504" y="964682"/>
                </a:cubicBezTo>
                <a:cubicBezTo>
                  <a:pt x="670188" y="958431"/>
                  <a:pt x="671083" y="951287"/>
                  <a:pt x="667504" y="945037"/>
                </a:cubicBezTo>
                <a:cubicBezTo>
                  <a:pt x="665714" y="944144"/>
                  <a:pt x="664819" y="943251"/>
                  <a:pt x="663030" y="944144"/>
                </a:cubicBezTo>
                <a:cubicBezTo>
                  <a:pt x="661240" y="945037"/>
                  <a:pt x="662135" y="947716"/>
                  <a:pt x="661240" y="949502"/>
                </a:cubicBezTo>
                <a:cubicBezTo>
                  <a:pt x="658556" y="951287"/>
                  <a:pt x="655872" y="953966"/>
                  <a:pt x="652293" y="953966"/>
                </a:cubicBezTo>
                <a:cubicBezTo>
                  <a:pt x="648714" y="953073"/>
                  <a:pt x="646029" y="950394"/>
                  <a:pt x="646029" y="946823"/>
                </a:cubicBezTo>
                <a:cubicBezTo>
                  <a:pt x="645135" y="943251"/>
                  <a:pt x="645135" y="938786"/>
                  <a:pt x="647819" y="935214"/>
                </a:cubicBezTo>
                <a:cubicBezTo>
                  <a:pt x="652293" y="931642"/>
                  <a:pt x="658556" y="932535"/>
                  <a:pt x="663925" y="933428"/>
                </a:cubicBezTo>
                <a:close/>
                <a:moveTo>
                  <a:pt x="601526" y="933230"/>
                </a:moveTo>
                <a:cubicBezTo>
                  <a:pt x="601526" y="933230"/>
                  <a:pt x="601526" y="933230"/>
                  <a:pt x="602445" y="934137"/>
                </a:cubicBezTo>
                <a:cubicBezTo>
                  <a:pt x="601526" y="939580"/>
                  <a:pt x="594173" y="935952"/>
                  <a:pt x="591416" y="940487"/>
                </a:cubicBezTo>
                <a:cubicBezTo>
                  <a:pt x="589578" y="942302"/>
                  <a:pt x="589578" y="945023"/>
                  <a:pt x="586821" y="945930"/>
                </a:cubicBezTo>
                <a:cubicBezTo>
                  <a:pt x="584983" y="944116"/>
                  <a:pt x="587740" y="941394"/>
                  <a:pt x="587740" y="939580"/>
                </a:cubicBezTo>
                <a:cubicBezTo>
                  <a:pt x="591416" y="935044"/>
                  <a:pt x="596931" y="934137"/>
                  <a:pt x="601526" y="933230"/>
                </a:cubicBezTo>
                <a:close/>
                <a:moveTo>
                  <a:pt x="398872" y="933230"/>
                </a:moveTo>
                <a:cubicBezTo>
                  <a:pt x="405409" y="934123"/>
                  <a:pt x="410078" y="939481"/>
                  <a:pt x="411946" y="944838"/>
                </a:cubicBezTo>
                <a:cubicBezTo>
                  <a:pt x="411946" y="946624"/>
                  <a:pt x="411012" y="947517"/>
                  <a:pt x="410078" y="947517"/>
                </a:cubicBezTo>
                <a:cubicBezTo>
                  <a:pt x="408211" y="946624"/>
                  <a:pt x="409144" y="943945"/>
                  <a:pt x="407277" y="943052"/>
                </a:cubicBezTo>
                <a:cubicBezTo>
                  <a:pt x="405409" y="937695"/>
                  <a:pt x="396071" y="939481"/>
                  <a:pt x="398872" y="933230"/>
                </a:cubicBezTo>
                <a:close/>
                <a:moveTo>
                  <a:pt x="341265" y="929431"/>
                </a:moveTo>
                <a:cubicBezTo>
                  <a:pt x="345421" y="930429"/>
                  <a:pt x="349015" y="933090"/>
                  <a:pt x="350363" y="937526"/>
                </a:cubicBezTo>
                <a:cubicBezTo>
                  <a:pt x="350363" y="941074"/>
                  <a:pt x="350363" y="944623"/>
                  <a:pt x="347667" y="947284"/>
                </a:cubicBezTo>
                <a:cubicBezTo>
                  <a:pt x="345870" y="949946"/>
                  <a:pt x="342276" y="949946"/>
                  <a:pt x="339580" y="949058"/>
                </a:cubicBezTo>
                <a:cubicBezTo>
                  <a:pt x="336884" y="948171"/>
                  <a:pt x="335986" y="941074"/>
                  <a:pt x="332391" y="944623"/>
                </a:cubicBezTo>
                <a:cubicBezTo>
                  <a:pt x="328797" y="949058"/>
                  <a:pt x="327000" y="953494"/>
                  <a:pt x="327898" y="958817"/>
                </a:cubicBezTo>
                <a:cubicBezTo>
                  <a:pt x="330594" y="967688"/>
                  <a:pt x="339580" y="972124"/>
                  <a:pt x="348566" y="973011"/>
                </a:cubicBezTo>
                <a:cubicBezTo>
                  <a:pt x="356653" y="970350"/>
                  <a:pt x="356653" y="978334"/>
                  <a:pt x="361146" y="981882"/>
                </a:cubicBezTo>
                <a:cubicBezTo>
                  <a:pt x="361146" y="981882"/>
                  <a:pt x="361146" y="981882"/>
                  <a:pt x="361146" y="983657"/>
                </a:cubicBezTo>
                <a:cubicBezTo>
                  <a:pt x="345870" y="987205"/>
                  <a:pt x="330594" y="981882"/>
                  <a:pt x="321608" y="970350"/>
                </a:cubicBezTo>
                <a:cubicBezTo>
                  <a:pt x="317115" y="964140"/>
                  <a:pt x="313521" y="957930"/>
                  <a:pt x="315318" y="949946"/>
                </a:cubicBezTo>
                <a:cubicBezTo>
                  <a:pt x="317115" y="942849"/>
                  <a:pt x="320710" y="933977"/>
                  <a:pt x="328797" y="931316"/>
                </a:cubicBezTo>
                <a:cubicBezTo>
                  <a:pt x="332391" y="929098"/>
                  <a:pt x="337109" y="928433"/>
                  <a:pt x="341265" y="929431"/>
                </a:cubicBezTo>
                <a:close/>
                <a:moveTo>
                  <a:pt x="364820" y="929359"/>
                </a:moveTo>
                <a:cubicBezTo>
                  <a:pt x="365714" y="929359"/>
                  <a:pt x="366607" y="928467"/>
                  <a:pt x="367500" y="929359"/>
                </a:cubicBezTo>
                <a:cubicBezTo>
                  <a:pt x="370180" y="931143"/>
                  <a:pt x="371073" y="933818"/>
                  <a:pt x="371967" y="936494"/>
                </a:cubicBezTo>
                <a:cubicBezTo>
                  <a:pt x="371967" y="939169"/>
                  <a:pt x="368394" y="940061"/>
                  <a:pt x="368394" y="941845"/>
                </a:cubicBezTo>
                <a:cubicBezTo>
                  <a:pt x="364820" y="946304"/>
                  <a:pt x="364820" y="952547"/>
                  <a:pt x="363927" y="958790"/>
                </a:cubicBezTo>
                <a:cubicBezTo>
                  <a:pt x="367500" y="979303"/>
                  <a:pt x="389832" y="982870"/>
                  <a:pt x="405911" y="986438"/>
                </a:cubicBezTo>
                <a:cubicBezTo>
                  <a:pt x="426456" y="990897"/>
                  <a:pt x="447002" y="993572"/>
                  <a:pt x="467547" y="995356"/>
                </a:cubicBezTo>
                <a:cubicBezTo>
                  <a:pt x="489879" y="997140"/>
                  <a:pt x="512210" y="996248"/>
                  <a:pt x="535435" y="995356"/>
                </a:cubicBezTo>
                <a:cubicBezTo>
                  <a:pt x="551514" y="992681"/>
                  <a:pt x="566700" y="994464"/>
                  <a:pt x="581886" y="990005"/>
                </a:cubicBezTo>
                <a:cubicBezTo>
                  <a:pt x="600644" y="988221"/>
                  <a:pt x="621190" y="981087"/>
                  <a:pt x="630122" y="962358"/>
                </a:cubicBezTo>
                <a:cubicBezTo>
                  <a:pt x="632802" y="954331"/>
                  <a:pt x="631909" y="945412"/>
                  <a:pt x="626549" y="940061"/>
                </a:cubicBezTo>
                <a:cubicBezTo>
                  <a:pt x="628336" y="937386"/>
                  <a:pt x="628336" y="932035"/>
                  <a:pt x="632802" y="932926"/>
                </a:cubicBezTo>
                <a:cubicBezTo>
                  <a:pt x="640841" y="941845"/>
                  <a:pt x="645308" y="954331"/>
                  <a:pt x="642628" y="965925"/>
                </a:cubicBezTo>
                <a:cubicBezTo>
                  <a:pt x="637268" y="983762"/>
                  <a:pt x="616723" y="993572"/>
                  <a:pt x="599751" y="998032"/>
                </a:cubicBezTo>
                <a:cubicBezTo>
                  <a:pt x="587245" y="1000707"/>
                  <a:pt x="574739" y="1001599"/>
                  <a:pt x="562234" y="1003383"/>
                </a:cubicBezTo>
                <a:cubicBezTo>
                  <a:pt x="560447" y="1004275"/>
                  <a:pt x="559554" y="1004275"/>
                  <a:pt x="558660" y="1004275"/>
                </a:cubicBezTo>
                <a:cubicBezTo>
                  <a:pt x="552408" y="1006058"/>
                  <a:pt x="545261" y="1005167"/>
                  <a:pt x="539008" y="1006058"/>
                </a:cubicBezTo>
                <a:cubicBezTo>
                  <a:pt x="535435" y="1004275"/>
                  <a:pt x="531862" y="1006950"/>
                  <a:pt x="528289" y="1006950"/>
                </a:cubicBezTo>
                <a:cubicBezTo>
                  <a:pt x="519357" y="1007842"/>
                  <a:pt x="511317" y="1006950"/>
                  <a:pt x="503278" y="1007842"/>
                </a:cubicBezTo>
                <a:cubicBezTo>
                  <a:pt x="503278" y="1007842"/>
                  <a:pt x="503278" y="1007842"/>
                  <a:pt x="494345" y="1007842"/>
                </a:cubicBezTo>
                <a:cubicBezTo>
                  <a:pt x="472013" y="1006950"/>
                  <a:pt x="450575" y="1005167"/>
                  <a:pt x="429136" y="1002491"/>
                </a:cubicBezTo>
                <a:cubicBezTo>
                  <a:pt x="416630" y="999815"/>
                  <a:pt x="403231" y="998032"/>
                  <a:pt x="391619" y="995356"/>
                </a:cubicBezTo>
                <a:cubicBezTo>
                  <a:pt x="377326" y="990897"/>
                  <a:pt x="361247" y="982870"/>
                  <a:pt x="355888" y="967709"/>
                </a:cubicBezTo>
                <a:cubicBezTo>
                  <a:pt x="353208" y="954331"/>
                  <a:pt x="353208" y="938278"/>
                  <a:pt x="364820" y="929359"/>
                </a:cubicBezTo>
                <a:close/>
                <a:moveTo>
                  <a:pt x="675117" y="926880"/>
                </a:moveTo>
                <a:cubicBezTo>
                  <a:pt x="676881" y="926880"/>
                  <a:pt x="678645" y="926880"/>
                  <a:pt x="678645" y="928864"/>
                </a:cubicBezTo>
                <a:cubicBezTo>
                  <a:pt x="677763" y="930849"/>
                  <a:pt x="677763" y="933825"/>
                  <a:pt x="676881" y="934817"/>
                </a:cubicBezTo>
                <a:cubicBezTo>
                  <a:pt x="674235" y="933825"/>
                  <a:pt x="671590" y="933825"/>
                  <a:pt x="670708" y="930849"/>
                </a:cubicBezTo>
                <a:cubicBezTo>
                  <a:pt x="671590" y="928864"/>
                  <a:pt x="673354" y="927872"/>
                  <a:pt x="675117" y="926880"/>
                </a:cubicBezTo>
                <a:close/>
                <a:moveTo>
                  <a:pt x="536192" y="926136"/>
                </a:moveTo>
                <a:cubicBezTo>
                  <a:pt x="547563" y="925293"/>
                  <a:pt x="554561" y="934570"/>
                  <a:pt x="565058" y="933727"/>
                </a:cubicBezTo>
                <a:cubicBezTo>
                  <a:pt x="565058" y="933727"/>
                  <a:pt x="565058" y="933727"/>
                  <a:pt x="565933" y="933727"/>
                </a:cubicBezTo>
                <a:cubicBezTo>
                  <a:pt x="563309" y="940473"/>
                  <a:pt x="557186" y="945533"/>
                  <a:pt x="550188" y="947220"/>
                </a:cubicBezTo>
                <a:cubicBezTo>
                  <a:pt x="548438" y="950593"/>
                  <a:pt x="544065" y="952280"/>
                  <a:pt x="540566" y="951437"/>
                </a:cubicBezTo>
                <a:cubicBezTo>
                  <a:pt x="537067" y="950593"/>
                  <a:pt x="534442" y="948063"/>
                  <a:pt x="533568" y="944690"/>
                </a:cubicBezTo>
                <a:cubicBezTo>
                  <a:pt x="532693" y="943003"/>
                  <a:pt x="534442" y="941317"/>
                  <a:pt x="536192" y="939630"/>
                </a:cubicBezTo>
                <a:cubicBezTo>
                  <a:pt x="537941" y="937943"/>
                  <a:pt x="540566" y="940473"/>
                  <a:pt x="541440" y="943003"/>
                </a:cubicBezTo>
                <a:cubicBezTo>
                  <a:pt x="541440" y="943847"/>
                  <a:pt x="542315" y="943003"/>
                  <a:pt x="543190" y="942160"/>
                </a:cubicBezTo>
                <a:cubicBezTo>
                  <a:pt x="544065" y="940473"/>
                  <a:pt x="544065" y="939630"/>
                  <a:pt x="543190" y="937943"/>
                </a:cubicBezTo>
                <a:cubicBezTo>
                  <a:pt x="540566" y="937100"/>
                  <a:pt x="537941" y="934570"/>
                  <a:pt x="535317" y="937100"/>
                </a:cubicBezTo>
                <a:cubicBezTo>
                  <a:pt x="532693" y="937943"/>
                  <a:pt x="530944" y="939630"/>
                  <a:pt x="529194" y="942160"/>
                </a:cubicBezTo>
                <a:cubicBezTo>
                  <a:pt x="529194" y="943847"/>
                  <a:pt x="529194" y="944690"/>
                  <a:pt x="528319" y="944690"/>
                </a:cubicBezTo>
                <a:cubicBezTo>
                  <a:pt x="526570" y="943847"/>
                  <a:pt x="523946" y="943003"/>
                  <a:pt x="523071" y="942160"/>
                </a:cubicBezTo>
                <a:cubicBezTo>
                  <a:pt x="523071" y="937943"/>
                  <a:pt x="527445" y="937943"/>
                  <a:pt x="529194" y="935413"/>
                </a:cubicBezTo>
                <a:cubicBezTo>
                  <a:pt x="531818" y="932883"/>
                  <a:pt x="533568" y="928667"/>
                  <a:pt x="536192" y="926136"/>
                </a:cubicBezTo>
                <a:close/>
                <a:moveTo>
                  <a:pt x="464954" y="923252"/>
                </a:moveTo>
                <a:cubicBezTo>
                  <a:pt x="468405" y="925837"/>
                  <a:pt x="468405" y="931008"/>
                  <a:pt x="470994" y="933593"/>
                </a:cubicBezTo>
                <a:cubicBezTo>
                  <a:pt x="470994" y="933593"/>
                  <a:pt x="470994" y="933593"/>
                  <a:pt x="477033" y="939626"/>
                </a:cubicBezTo>
                <a:cubicBezTo>
                  <a:pt x="477033" y="942211"/>
                  <a:pt x="474445" y="941349"/>
                  <a:pt x="472719" y="942211"/>
                </a:cubicBezTo>
                <a:cubicBezTo>
                  <a:pt x="470994" y="939626"/>
                  <a:pt x="471856" y="933593"/>
                  <a:pt x="466680" y="934455"/>
                </a:cubicBezTo>
                <a:cubicBezTo>
                  <a:pt x="463229" y="933593"/>
                  <a:pt x="460640" y="934455"/>
                  <a:pt x="458915" y="937040"/>
                </a:cubicBezTo>
                <a:cubicBezTo>
                  <a:pt x="458052" y="937902"/>
                  <a:pt x="457189" y="939626"/>
                  <a:pt x="458052" y="940487"/>
                </a:cubicBezTo>
                <a:cubicBezTo>
                  <a:pt x="460640" y="943073"/>
                  <a:pt x="460640" y="937902"/>
                  <a:pt x="463229" y="937040"/>
                </a:cubicBezTo>
                <a:cubicBezTo>
                  <a:pt x="466680" y="936179"/>
                  <a:pt x="467543" y="938764"/>
                  <a:pt x="468405" y="940487"/>
                </a:cubicBezTo>
                <a:cubicBezTo>
                  <a:pt x="469268" y="943073"/>
                  <a:pt x="467543" y="945658"/>
                  <a:pt x="466680" y="946520"/>
                </a:cubicBezTo>
                <a:cubicBezTo>
                  <a:pt x="464092" y="948243"/>
                  <a:pt x="460640" y="949105"/>
                  <a:pt x="458915" y="948243"/>
                </a:cubicBezTo>
                <a:cubicBezTo>
                  <a:pt x="458052" y="947382"/>
                  <a:pt x="456327" y="946520"/>
                  <a:pt x="454601" y="946520"/>
                </a:cubicBezTo>
                <a:cubicBezTo>
                  <a:pt x="451150" y="941349"/>
                  <a:pt x="442523" y="944796"/>
                  <a:pt x="439934" y="937902"/>
                </a:cubicBezTo>
                <a:cubicBezTo>
                  <a:pt x="439071" y="936179"/>
                  <a:pt x="437346" y="935317"/>
                  <a:pt x="438209" y="933593"/>
                </a:cubicBezTo>
                <a:cubicBezTo>
                  <a:pt x="446836" y="931008"/>
                  <a:pt x="453738" y="918943"/>
                  <a:pt x="464954" y="923252"/>
                </a:cubicBezTo>
                <a:close/>
                <a:moveTo>
                  <a:pt x="322946" y="920926"/>
                </a:moveTo>
                <a:cubicBezTo>
                  <a:pt x="325030" y="921522"/>
                  <a:pt x="326882" y="922911"/>
                  <a:pt x="327808" y="924498"/>
                </a:cubicBezTo>
                <a:cubicBezTo>
                  <a:pt x="327808" y="926879"/>
                  <a:pt x="323178" y="926879"/>
                  <a:pt x="321326" y="929260"/>
                </a:cubicBezTo>
                <a:cubicBezTo>
                  <a:pt x="321326" y="929260"/>
                  <a:pt x="321326" y="929260"/>
                  <a:pt x="319474" y="930054"/>
                </a:cubicBezTo>
                <a:cubicBezTo>
                  <a:pt x="317622" y="927673"/>
                  <a:pt x="318548" y="925292"/>
                  <a:pt x="316696" y="922117"/>
                </a:cubicBezTo>
                <a:cubicBezTo>
                  <a:pt x="318548" y="920530"/>
                  <a:pt x="320863" y="920331"/>
                  <a:pt x="322946" y="920926"/>
                </a:cubicBezTo>
                <a:close/>
                <a:moveTo>
                  <a:pt x="680914" y="920674"/>
                </a:moveTo>
                <a:cubicBezTo>
                  <a:pt x="681821" y="925003"/>
                  <a:pt x="676378" y="921540"/>
                  <a:pt x="673657" y="923272"/>
                </a:cubicBezTo>
                <a:cubicBezTo>
                  <a:pt x="669121" y="924138"/>
                  <a:pt x="667307" y="928467"/>
                  <a:pt x="663678" y="928467"/>
                </a:cubicBezTo>
                <a:cubicBezTo>
                  <a:pt x="662771" y="924138"/>
                  <a:pt x="667307" y="923272"/>
                  <a:pt x="669121" y="921540"/>
                </a:cubicBezTo>
                <a:cubicBezTo>
                  <a:pt x="672749" y="918942"/>
                  <a:pt x="677285" y="918942"/>
                  <a:pt x="680914" y="920674"/>
                </a:cubicBezTo>
                <a:close/>
                <a:moveTo>
                  <a:pt x="598212" y="918250"/>
                </a:moveTo>
                <a:cubicBezTo>
                  <a:pt x="601739" y="919145"/>
                  <a:pt x="607031" y="917355"/>
                  <a:pt x="608795" y="920039"/>
                </a:cubicBezTo>
                <a:cubicBezTo>
                  <a:pt x="605267" y="922724"/>
                  <a:pt x="606149" y="929882"/>
                  <a:pt x="600857" y="928987"/>
                </a:cubicBezTo>
                <a:cubicBezTo>
                  <a:pt x="593802" y="929882"/>
                  <a:pt x="587628" y="933461"/>
                  <a:pt x="584101" y="939724"/>
                </a:cubicBezTo>
                <a:cubicBezTo>
                  <a:pt x="583219" y="942409"/>
                  <a:pt x="581455" y="946882"/>
                  <a:pt x="582337" y="949567"/>
                </a:cubicBezTo>
                <a:cubicBezTo>
                  <a:pt x="585865" y="952251"/>
                  <a:pt x="589392" y="946882"/>
                  <a:pt x="593802" y="949567"/>
                </a:cubicBezTo>
                <a:cubicBezTo>
                  <a:pt x="595566" y="951356"/>
                  <a:pt x="597330" y="954935"/>
                  <a:pt x="597330" y="958514"/>
                </a:cubicBezTo>
                <a:cubicBezTo>
                  <a:pt x="596448" y="962988"/>
                  <a:pt x="593802" y="964778"/>
                  <a:pt x="589392" y="965672"/>
                </a:cubicBezTo>
                <a:cubicBezTo>
                  <a:pt x="584983" y="966567"/>
                  <a:pt x="579691" y="964778"/>
                  <a:pt x="575281" y="961199"/>
                </a:cubicBezTo>
                <a:cubicBezTo>
                  <a:pt x="569108" y="955830"/>
                  <a:pt x="569108" y="948672"/>
                  <a:pt x="570872" y="940619"/>
                </a:cubicBezTo>
                <a:cubicBezTo>
                  <a:pt x="574399" y="933461"/>
                  <a:pt x="578809" y="925408"/>
                  <a:pt x="587628" y="921829"/>
                </a:cubicBezTo>
                <a:cubicBezTo>
                  <a:pt x="591156" y="920039"/>
                  <a:pt x="595566" y="920039"/>
                  <a:pt x="598212" y="918250"/>
                </a:cubicBezTo>
                <a:close/>
                <a:moveTo>
                  <a:pt x="392643" y="917355"/>
                </a:moveTo>
                <a:cubicBezTo>
                  <a:pt x="405271" y="918218"/>
                  <a:pt x="418800" y="925125"/>
                  <a:pt x="424212" y="937213"/>
                </a:cubicBezTo>
                <a:cubicBezTo>
                  <a:pt x="426016" y="943256"/>
                  <a:pt x="427820" y="952753"/>
                  <a:pt x="423310" y="957933"/>
                </a:cubicBezTo>
                <a:cubicBezTo>
                  <a:pt x="420604" y="963114"/>
                  <a:pt x="415192" y="966567"/>
                  <a:pt x="409780" y="966567"/>
                </a:cubicBezTo>
                <a:cubicBezTo>
                  <a:pt x="405271" y="966567"/>
                  <a:pt x="403467" y="962250"/>
                  <a:pt x="401663" y="959660"/>
                </a:cubicBezTo>
                <a:cubicBezTo>
                  <a:pt x="401663" y="954480"/>
                  <a:pt x="406172" y="951890"/>
                  <a:pt x="409780" y="950163"/>
                </a:cubicBezTo>
                <a:cubicBezTo>
                  <a:pt x="411584" y="950163"/>
                  <a:pt x="414290" y="951890"/>
                  <a:pt x="415192" y="949300"/>
                </a:cubicBezTo>
                <a:cubicBezTo>
                  <a:pt x="415192" y="944120"/>
                  <a:pt x="413388" y="937213"/>
                  <a:pt x="407976" y="933759"/>
                </a:cubicBezTo>
                <a:cubicBezTo>
                  <a:pt x="403467" y="929442"/>
                  <a:pt x="395349" y="931169"/>
                  <a:pt x="393545" y="925125"/>
                </a:cubicBezTo>
                <a:cubicBezTo>
                  <a:pt x="393545" y="922535"/>
                  <a:pt x="388133" y="919082"/>
                  <a:pt x="392643" y="917355"/>
                </a:cubicBezTo>
                <a:close/>
                <a:moveTo>
                  <a:pt x="694053" y="917312"/>
                </a:moveTo>
                <a:cubicBezTo>
                  <a:pt x="697259" y="916417"/>
                  <a:pt x="700575" y="916864"/>
                  <a:pt x="703229" y="919549"/>
                </a:cubicBezTo>
                <a:cubicBezTo>
                  <a:pt x="704113" y="923128"/>
                  <a:pt x="706767" y="926707"/>
                  <a:pt x="704113" y="930286"/>
                </a:cubicBezTo>
                <a:cubicBezTo>
                  <a:pt x="702344" y="932075"/>
                  <a:pt x="700575" y="933865"/>
                  <a:pt x="697922" y="933865"/>
                </a:cubicBezTo>
                <a:cubicBezTo>
                  <a:pt x="696153" y="932970"/>
                  <a:pt x="695269" y="932075"/>
                  <a:pt x="693500" y="933865"/>
                </a:cubicBezTo>
                <a:cubicBezTo>
                  <a:pt x="691731" y="935654"/>
                  <a:pt x="693500" y="939234"/>
                  <a:pt x="695269" y="941918"/>
                </a:cubicBezTo>
                <a:cubicBezTo>
                  <a:pt x="697922" y="949076"/>
                  <a:pt x="705882" y="951760"/>
                  <a:pt x="712958" y="950865"/>
                </a:cubicBezTo>
                <a:cubicBezTo>
                  <a:pt x="719149" y="949971"/>
                  <a:pt x="727109" y="947286"/>
                  <a:pt x="730647" y="940128"/>
                </a:cubicBezTo>
                <a:cubicBezTo>
                  <a:pt x="734185" y="938339"/>
                  <a:pt x="738607" y="941023"/>
                  <a:pt x="742145" y="940128"/>
                </a:cubicBezTo>
                <a:cubicBezTo>
                  <a:pt x="742145" y="942813"/>
                  <a:pt x="739492" y="944602"/>
                  <a:pt x="738607" y="946392"/>
                </a:cubicBezTo>
                <a:cubicBezTo>
                  <a:pt x="728878" y="955339"/>
                  <a:pt x="715611" y="963392"/>
                  <a:pt x="703229" y="957129"/>
                </a:cubicBezTo>
                <a:cubicBezTo>
                  <a:pt x="694384" y="955339"/>
                  <a:pt x="686424" y="949971"/>
                  <a:pt x="682002" y="941918"/>
                </a:cubicBezTo>
                <a:cubicBezTo>
                  <a:pt x="680233" y="935654"/>
                  <a:pt x="681117" y="928496"/>
                  <a:pt x="685540" y="923128"/>
                </a:cubicBezTo>
                <a:cubicBezTo>
                  <a:pt x="687751" y="920444"/>
                  <a:pt x="690846" y="918207"/>
                  <a:pt x="694053" y="917312"/>
                </a:cubicBezTo>
                <a:close/>
                <a:moveTo>
                  <a:pt x="315108" y="914285"/>
                </a:moveTo>
                <a:cubicBezTo>
                  <a:pt x="317688" y="912592"/>
                  <a:pt x="321987" y="913439"/>
                  <a:pt x="325426" y="914285"/>
                </a:cubicBezTo>
                <a:cubicBezTo>
                  <a:pt x="325426" y="914285"/>
                  <a:pt x="325426" y="914285"/>
                  <a:pt x="331446" y="917672"/>
                </a:cubicBezTo>
                <a:cubicBezTo>
                  <a:pt x="332305" y="919365"/>
                  <a:pt x="335745" y="921059"/>
                  <a:pt x="335745" y="924445"/>
                </a:cubicBezTo>
                <a:cubicBezTo>
                  <a:pt x="334885" y="925292"/>
                  <a:pt x="333165" y="924445"/>
                  <a:pt x="332305" y="923599"/>
                </a:cubicBezTo>
                <a:cubicBezTo>
                  <a:pt x="330586" y="919365"/>
                  <a:pt x="327146" y="918519"/>
                  <a:pt x="324567" y="916825"/>
                </a:cubicBezTo>
                <a:cubicBezTo>
                  <a:pt x="321127" y="915979"/>
                  <a:pt x="315968" y="918519"/>
                  <a:pt x="315108" y="914285"/>
                </a:cubicBezTo>
                <a:close/>
                <a:moveTo>
                  <a:pt x="501022" y="911005"/>
                </a:moveTo>
                <a:cubicBezTo>
                  <a:pt x="501022" y="911005"/>
                  <a:pt x="501022" y="911005"/>
                  <a:pt x="507195" y="918761"/>
                </a:cubicBezTo>
                <a:cubicBezTo>
                  <a:pt x="511605" y="923932"/>
                  <a:pt x="515133" y="931688"/>
                  <a:pt x="511605" y="937720"/>
                </a:cubicBezTo>
                <a:cubicBezTo>
                  <a:pt x="510723" y="938582"/>
                  <a:pt x="508959" y="939444"/>
                  <a:pt x="507195" y="940305"/>
                </a:cubicBezTo>
                <a:cubicBezTo>
                  <a:pt x="508077" y="935135"/>
                  <a:pt x="508077" y="929964"/>
                  <a:pt x="503668" y="927379"/>
                </a:cubicBezTo>
                <a:cubicBezTo>
                  <a:pt x="501904" y="925655"/>
                  <a:pt x="499258" y="925655"/>
                  <a:pt x="498376" y="926517"/>
                </a:cubicBezTo>
                <a:cubicBezTo>
                  <a:pt x="496612" y="927379"/>
                  <a:pt x="493966" y="929102"/>
                  <a:pt x="493966" y="931688"/>
                </a:cubicBezTo>
                <a:cubicBezTo>
                  <a:pt x="496612" y="933411"/>
                  <a:pt x="498376" y="927379"/>
                  <a:pt x="501904" y="930826"/>
                </a:cubicBezTo>
                <a:cubicBezTo>
                  <a:pt x="503668" y="932549"/>
                  <a:pt x="503668" y="935135"/>
                  <a:pt x="503668" y="936858"/>
                </a:cubicBezTo>
                <a:cubicBezTo>
                  <a:pt x="501904" y="941167"/>
                  <a:pt x="497494" y="937720"/>
                  <a:pt x="495730" y="940305"/>
                </a:cubicBezTo>
                <a:cubicBezTo>
                  <a:pt x="491320" y="941167"/>
                  <a:pt x="489557" y="936858"/>
                  <a:pt x="486911" y="934273"/>
                </a:cubicBezTo>
                <a:cubicBezTo>
                  <a:pt x="483383" y="929102"/>
                  <a:pt x="488675" y="923932"/>
                  <a:pt x="491320" y="919623"/>
                </a:cubicBezTo>
                <a:cubicBezTo>
                  <a:pt x="495730" y="917899"/>
                  <a:pt x="495730" y="911867"/>
                  <a:pt x="501022" y="911005"/>
                </a:cubicBezTo>
                <a:close/>
                <a:moveTo>
                  <a:pt x="298540" y="911005"/>
                </a:moveTo>
                <a:cubicBezTo>
                  <a:pt x="304644" y="911005"/>
                  <a:pt x="309004" y="915399"/>
                  <a:pt x="312492" y="920672"/>
                </a:cubicBezTo>
                <a:cubicBezTo>
                  <a:pt x="315108" y="926823"/>
                  <a:pt x="315108" y="935611"/>
                  <a:pt x="312492" y="941763"/>
                </a:cubicBezTo>
                <a:cubicBezTo>
                  <a:pt x="308132" y="949672"/>
                  <a:pt x="301156" y="955823"/>
                  <a:pt x="293308" y="957581"/>
                </a:cubicBezTo>
                <a:cubicBezTo>
                  <a:pt x="279356" y="960217"/>
                  <a:pt x="265404" y="954066"/>
                  <a:pt x="256684" y="944399"/>
                </a:cubicBezTo>
                <a:cubicBezTo>
                  <a:pt x="254940" y="942641"/>
                  <a:pt x="253196" y="940884"/>
                  <a:pt x="253196" y="938247"/>
                </a:cubicBezTo>
                <a:cubicBezTo>
                  <a:pt x="257556" y="937369"/>
                  <a:pt x="261916" y="937369"/>
                  <a:pt x="265404" y="937369"/>
                </a:cubicBezTo>
                <a:cubicBezTo>
                  <a:pt x="266276" y="938247"/>
                  <a:pt x="267148" y="938247"/>
                  <a:pt x="267148" y="940005"/>
                </a:cubicBezTo>
                <a:cubicBezTo>
                  <a:pt x="274996" y="945278"/>
                  <a:pt x="285460" y="949672"/>
                  <a:pt x="294180" y="944399"/>
                </a:cubicBezTo>
                <a:cubicBezTo>
                  <a:pt x="297668" y="941763"/>
                  <a:pt x="302028" y="938247"/>
                  <a:pt x="301156" y="933854"/>
                </a:cubicBezTo>
                <a:cubicBezTo>
                  <a:pt x="301156" y="933854"/>
                  <a:pt x="301156" y="933854"/>
                  <a:pt x="293308" y="930338"/>
                </a:cubicBezTo>
                <a:cubicBezTo>
                  <a:pt x="290692" y="926823"/>
                  <a:pt x="287204" y="920672"/>
                  <a:pt x="290692" y="915399"/>
                </a:cubicBezTo>
                <a:cubicBezTo>
                  <a:pt x="292436" y="913641"/>
                  <a:pt x="295052" y="911005"/>
                  <a:pt x="298540" y="911005"/>
                </a:cubicBezTo>
                <a:close/>
                <a:moveTo>
                  <a:pt x="460960" y="908964"/>
                </a:moveTo>
                <a:cubicBezTo>
                  <a:pt x="463460" y="909191"/>
                  <a:pt x="465603" y="910098"/>
                  <a:pt x="466555" y="912366"/>
                </a:cubicBezTo>
                <a:cubicBezTo>
                  <a:pt x="465603" y="914180"/>
                  <a:pt x="467508" y="917809"/>
                  <a:pt x="464651" y="918716"/>
                </a:cubicBezTo>
                <a:cubicBezTo>
                  <a:pt x="461793" y="915994"/>
                  <a:pt x="457031" y="920530"/>
                  <a:pt x="456078" y="915994"/>
                </a:cubicBezTo>
                <a:cubicBezTo>
                  <a:pt x="454173" y="914180"/>
                  <a:pt x="453221" y="912366"/>
                  <a:pt x="453221" y="909644"/>
                </a:cubicBezTo>
                <a:cubicBezTo>
                  <a:pt x="455602" y="909191"/>
                  <a:pt x="458460" y="908737"/>
                  <a:pt x="460960" y="908964"/>
                </a:cubicBezTo>
                <a:close/>
                <a:moveTo>
                  <a:pt x="541620" y="908749"/>
                </a:moveTo>
                <a:cubicBezTo>
                  <a:pt x="544962" y="908749"/>
                  <a:pt x="548304" y="912425"/>
                  <a:pt x="550810" y="914263"/>
                </a:cubicBezTo>
                <a:cubicBezTo>
                  <a:pt x="548304" y="917021"/>
                  <a:pt x="551646" y="924373"/>
                  <a:pt x="545797" y="923454"/>
                </a:cubicBezTo>
                <a:cubicBezTo>
                  <a:pt x="543291" y="920697"/>
                  <a:pt x="536606" y="925292"/>
                  <a:pt x="537442" y="918859"/>
                </a:cubicBezTo>
                <a:cubicBezTo>
                  <a:pt x="539949" y="915183"/>
                  <a:pt x="535771" y="907830"/>
                  <a:pt x="541620" y="908749"/>
                </a:cubicBezTo>
                <a:close/>
                <a:moveTo>
                  <a:pt x="674529" y="907455"/>
                </a:moveTo>
                <a:cubicBezTo>
                  <a:pt x="679605" y="907785"/>
                  <a:pt x="684682" y="909329"/>
                  <a:pt x="688835" y="912416"/>
                </a:cubicBezTo>
                <a:cubicBezTo>
                  <a:pt x="688835" y="912416"/>
                  <a:pt x="688835" y="912416"/>
                  <a:pt x="689758" y="914179"/>
                </a:cubicBezTo>
                <a:cubicBezTo>
                  <a:pt x="685143" y="920353"/>
                  <a:pt x="676837" y="913298"/>
                  <a:pt x="670376" y="916825"/>
                </a:cubicBezTo>
                <a:cubicBezTo>
                  <a:pt x="662069" y="918589"/>
                  <a:pt x="662069" y="930054"/>
                  <a:pt x="652840" y="929172"/>
                </a:cubicBezTo>
                <a:cubicBezTo>
                  <a:pt x="651917" y="929172"/>
                  <a:pt x="650071" y="928290"/>
                  <a:pt x="650071" y="927408"/>
                </a:cubicBezTo>
                <a:cubicBezTo>
                  <a:pt x="650071" y="920353"/>
                  <a:pt x="654686" y="914179"/>
                  <a:pt x="660223" y="909770"/>
                </a:cubicBezTo>
                <a:cubicBezTo>
                  <a:pt x="664377" y="908006"/>
                  <a:pt x="669453" y="907124"/>
                  <a:pt x="674529" y="907455"/>
                </a:cubicBezTo>
                <a:close/>
                <a:moveTo>
                  <a:pt x="327631" y="903265"/>
                </a:moveTo>
                <a:cubicBezTo>
                  <a:pt x="332702" y="904778"/>
                  <a:pt x="337333" y="907802"/>
                  <a:pt x="340860" y="911990"/>
                </a:cubicBezTo>
                <a:cubicBezTo>
                  <a:pt x="343506" y="915712"/>
                  <a:pt x="344388" y="919434"/>
                  <a:pt x="345270" y="925018"/>
                </a:cubicBezTo>
                <a:cubicBezTo>
                  <a:pt x="344388" y="926879"/>
                  <a:pt x="341742" y="925018"/>
                  <a:pt x="340860" y="925018"/>
                </a:cubicBezTo>
                <a:cubicBezTo>
                  <a:pt x="338214" y="920365"/>
                  <a:pt x="336451" y="914782"/>
                  <a:pt x="332041" y="912920"/>
                </a:cubicBezTo>
                <a:cubicBezTo>
                  <a:pt x="325867" y="908267"/>
                  <a:pt x="317930" y="908267"/>
                  <a:pt x="312638" y="910129"/>
                </a:cubicBezTo>
                <a:cubicBezTo>
                  <a:pt x="309993" y="910129"/>
                  <a:pt x="307347" y="909198"/>
                  <a:pt x="305583" y="908267"/>
                </a:cubicBezTo>
                <a:cubicBezTo>
                  <a:pt x="307347" y="905476"/>
                  <a:pt x="309993" y="904545"/>
                  <a:pt x="311756" y="903614"/>
                </a:cubicBezTo>
                <a:cubicBezTo>
                  <a:pt x="317048" y="901753"/>
                  <a:pt x="322560" y="901753"/>
                  <a:pt x="327631" y="903265"/>
                </a:cubicBezTo>
                <a:close/>
                <a:moveTo>
                  <a:pt x="272965" y="894689"/>
                </a:moveTo>
                <a:lnTo>
                  <a:pt x="262894" y="906276"/>
                </a:lnTo>
                <a:cubicBezTo>
                  <a:pt x="261133" y="906276"/>
                  <a:pt x="262894" y="904520"/>
                  <a:pt x="262894" y="902764"/>
                </a:cubicBezTo>
                <a:lnTo>
                  <a:pt x="272965" y="894689"/>
                </a:lnTo>
                <a:close/>
                <a:moveTo>
                  <a:pt x="275001" y="893057"/>
                </a:moveTo>
                <a:lnTo>
                  <a:pt x="272965" y="894689"/>
                </a:lnTo>
                <a:lnTo>
                  <a:pt x="274343" y="893104"/>
                </a:lnTo>
                <a:lnTo>
                  <a:pt x="275001" y="893057"/>
                </a:lnTo>
                <a:close/>
                <a:moveTo>
                  <a:pt x="528524" y="888416"/>
                </a:moveTo>
                <a:cubicBezTo>
                  <a:pt x="530483" y="887629"/>
                  <a:pt x="532442" y="887404"/>
                  <a:pt x="534183" y="889203"/>
                </a:cubicBezTo>
                <a:cubicBezTo>
                  <a:pt x="532442" y="896400"/>
                  <a:pt x="532442" y="902697"/>
                  <a:pt x="533312" y="909894"/>
                </a:cubicBezTo>
                <a:cubicBezTo>
                  <a:pt x="533312" y="918890"/>
                  <a:pt x="531571" y="926986"/>
                  <a:pt x="525477" y="934183"/>
                </a:cubicBezTo>
                <a:cubicBezTo>
                  <a:pt x="523736" y="936881"/>
                  <a:pt x="519384" y="938681"/>
                  <a:pt x="516772" y="939580"/>
                </a:cubicBezTo>
                <a:cubicBezTo>
                  <a:pt x="515901" y="935982"/>
                  <a:pt x="518513" y="931484"/>
                  <a:pt x="516772" y="926986"/>
                </a:cubicBezTo>
                <a:cubicBezTo>
                  <a:pt x="516772" y="926986"/>
                  <a:pt x="516772" y="926986"/>
                  <a:pt x="514160" y="918890"/>
                </a:cubicBezTo>
                <a:cubicBezTo>
                  <a:pt x="517643" y="917990"/>
                  <a:pt x="521125" y="915291"/>
                  <a:pt x="521995" y="910793"/>
                </a:cubicBezTo>
                <a:cubicBezTo>
                  <a:pt x="522866" y="908095"/>
                  <a:pt x="519384" y="906296"/>
                  <a:pt x="517643" y="905396"/>
                </a:cubicBezTo>
                <a:cubicBezTo>
                  <a:pt x="516772" y="904496"/>
                  <a:pt x="515901" y="905396"/>
                  <a:pt x="515901" y="906296"/>
                </a:cubicBezTo>
                <a:cubicBezTo>
                  <a:pt x="516772" y="908095"/>
                  <a:pt x="519384" y="908994"/>
                  <a:pt x="518513" y="911693"/>
                </a:cubicBezTo>
                <a:cubicBezTo>
                  <a:pt x="516772" y="913492"/>
                  <a:pt x="515031" y="914392"/>
                  <a:pt x="513290" y="914392"/>
                </a:cubicBezTo>
                <a:cubicBezTo>
                  <a:pt x="510678" y="914392"/>
                  <a:pt x="509808" y="911693"/>
                  <a:pt x="508937" y="909894"/>
                </a:cubicBezTo>
                <a:cubicBezTo>
                  <a:pt x="507196" y="899998"/>
                  <a:pt x="517643" y="897300"/>
                  <a:pt x="522866" y="891003"/>
                </a:cubicBezTo>
                <a:cubicBezTo>
                  <a:pt x="524607" y="890553"/>
                  <a:pt x="526566" y="889203"/>
                  <a:pt x="528524" y="888416"/>
                </a:cubicBezTo>
                <a:close/>
                <a:moveTo>
                  <a:pt x="496083" y="886465"/>
                </a:moveTo>
                <a:cubicBezTo>
                  <a:pt x="501375" y="885605"/>
                  <a:pt x="505784" y="889045"/>
                  <a:pt x="510194" y="890764"/>
                </a:cubicBezTo>
                <a:cubicBezTo>
                  <a:pt x="510194" y="892484"/>
                  <a:pt x="511958" y="892484"/>
                  <a:pt x="511958" y="894204"/>
                </a:cubicBezTo>
                <a:cubicBezTo>
                  <a:pt x="508430" y="896784"/>
                  <a:pt x="505784" y="900223"/>
                  <a:pt x="504903" y="903663"/>
                </a:cubicBezTo>
                <a:cubicBezTo>
                  <a:pt x="503139" y="903663"/>
                  <a:pt x="502257" y="901083"/>
                  <a:pt x="500493" y="902803"/>
                </a:cubicBezTo>
                <a:cubicBezTo>
                  <a:pt x="499611" y="903663"/>
                  <a:pt x="499611" y="906242"/>
                  <a:pt x="497847" y="905382"/>
                </a:cubicBezTo>
                <a:cubicBezTo>
                  <a:pt x="496965" y="899363"/>
                  <a:pt x="491674" y="895924"/>
                  <a:pt x="488146" y="892484"/>
                </a:cubicBezTo>
                <a:cubicBezTo>
                  <a:pt x="489028" y="888185"/>
                  <a:pt x="493437" y="888185"/>
                  <a:pt x="496083" y="886465"/>
                </a:cubicBezTo>
                <a:close/>
                <a:moveTo>
                  <a:pt x="471011" y="884018"/>
                </a:moveTo>
                <a:cubicBezTo>
                  <a:pt x="475391" y="884929"/>
                  <a:pt x="480646" y="887662"/>
                  <a:pt x="481522" y="892216"/>
                </a:cubicBezTo>
                <a:cubicBezTo>
                  <a:pt x="481522" y="896770"/>
                  <a:pt x="485901" y="896770"/>
                  <a:pt x="488529" y="898592"/>
                </a:cubicBezTo>
                <a:cubicBezTo>
                  <a:pt x="490280" y="901324"/>
                  <a:pt x="492908" y="904057"/>
                  <a:pt x="492908" y="908611"/>
                </a:cubicBezTo>
                <a:cubicBezTo>
                  <a:pt x="492032" y="911344"/>
                  <a:pt x="490280" y="914987"/>
                  <a:pt x="486777" y="915898"/>
                </a:cubicBezTo>
                <a:cubicBezTo>
                  <a:pt x="484149" y="916809"/>
                  <a:pt x="482398" y="914076"/>
                  <a:pt x="481522" y="912255"/>
                </a:cubicBezTo>
                <a:cubicBezTo>
                  <a:pt x="481522" y="909522"/>
                  <a:pt x="485025" y="908611"/>
                  <a:pt x="484149" y="905879"/>
                </a:cubicBezTo>
                <a:cubicBezTo>
                  <a:pt x="482398" y="904968"/>
                  <a:pt x="480646" y="905879"/>
                  <a:pt x="478894" y="905879"/>
                </a:cubicBezTo>
                <a:cubicBezTo>
                  <a:pt x="477142" y="908611"/>
                  <a:pt x="476267" y="913165"/>
                  <a:pt x="478018" y="915898"/>
                </a:cubicBezTo>
                <a:cubicBezTo>
                  <a:pt x="478894" y="919541"/>
                  <a:pt x="486777" y="918631"/>
                  <a:pt x="483273" y="924096"/>
                </a:cubicBezTo>
                <a:cubicBezTo>
                  <a:pt x="482398" y="928650"/>
                  <a:pt x="480646" y="934115"/>
                  <a:pt x="483273" y="938669"/>
                </a:cubicBezTo>
                <a:cubicBezTo>
                  <a:pt x="483273" y="938669"/>
                  <a:pt x="482398" y="939580"/>
                  <a:pt x="481522" y="938669"/>
                </a:cubicBezTo>
                <a:cubicBezTo>
                  <a:pt x="473639" y="934115"/>
                  <a:pt x="469260" y="924096"/>
                  <a:pt x="470136" y="914076"/>
                </a:cubicBezTo>
                <a:cubicBezTo>
                  <a:pt x="470136" y="907700"/>
                  <a:pt x="471011" y="902235"/>
                  <a:pt x="471887" y="895859"/>
                </a:cubicBezTo>
                <a:cubicBezTo>
                  <a:pt x="473639" y="891305"/>
                  <a:pt x="467508" y="887662"/>
                  <a:pt x="471011" y="884018"/>
                </a:cubicBezTo>
                <a:close/>
                <a:moveTo>
                  <a:pt x="663904" y="880137"/>
                </a:moveTo>
                <a:cubicBezTo>
                  <a:pt x="678037" y="879255"/>
                  <a:pt x="689519" y="884547"/>
                  <a:pt x="699235" y="894248"/>
                </a:cubicBezTo>
                <a:cubicBezTo>
                  <a:pt x="711601" y="894248"/>
                  <a:pt x="725733" y="896894"/>
                  <a:pt x="731033" y="909241"/>
                </a:cubicBezTo>
                <a:cubicBezTo>
                  <a:pt x="727500" y="910123"/>
                  <a:pt x="725733" y="906595"/>
                  <a:pt x="723083" y="904832"/>
                </a:cubicBezTo>
                <a:cubicBezTo>
                  <a:pt x="715134" y="899540"/>
                  <a:pt x="707185" y="896894"/>
                  <a:pt x="697469" y="898658"/>
                </a:cubicBezTo>
                <a:cubicBezTo>
                  <a:pt x="692169" y="896894"/>
                  <a:pt x="690402" y="889838"/>
                  <a:pt x="684220" y="888075"/>
                </a:cubicBezTo>
                <a:cubicBezTo>
                  <a:pt x="682453" y="888957"/>
                  <a:pt x="681570" y="887193"/>
                  <a:pt x="679803" y="887193"/>
                </a:cubicBezTo>
                <a:cubicBezTo>
                  <a:pt x="673620" y="885429"/>
                  <a:pt x="669204" y="885429"/>
                  <a:pt x="663021" y="887193"/>
                </a:cubicBezTo>
                <a:cubicBezTo>
                  <a:pt x="652422" y="888075"/>
                  <a:pt x="643589" y="896012"/>
                  <a:pt x="639173" y="904832"/>
                </a:cubicBezTo>
                <a:cubicBezTo>
                  <a:pt x="635640" y="910123"/>
                  <a:pt x="634756" y="918061"/>
                  <a:pt x="635640" y="924234"/>
                </a:cubicBezTo>
                <a:cubicBezTo>
                  <a:pt x="627690" y="928644"/>
                  <a:pt x="622391" y="935700"/>
                  <a:pt x="619741" y="944519"/>
                </a:cubicBezTo>
                <a:cubicBezTo>
                  <a:pt x="619741" y="949811"/>
                  <a:pt x="620624" y="954220"/>
                  <a:pt x="618857" y="958630"/>
                </a:cubicBezTo>
                <a:cubicBezTo>
                  <a:pt x="617974" y="958630"/>
                  <a:pt x="617091" y="957748"/>
                  <a:pt x="617091" y="955984"/>
                </a:cubicBezTo>
                <a:cubicBezTo>
                  <a:pt x="616208" y="955102"/>
                  <a:pt x="618857" y="955102"/>
                  <a:pt x="617974" y="953338"/>
                </a:cubicBezTo>
                <a:cubicBezTo>
                  <a:pt x="616208" y="954220"/>
                  <a:pt x="615324" y="951575"/>
                  <a:pt x="615324" y="950693"/>
                </a:cubicBezTo>
                <a:cubicBezTo>
                  <a:pt x="613558" y="938345"/>
                  <a:pt x="621507" y="928644"/>
                  <a:pt x="630340" y="921588"/>
                </a:cubicBezTo>
                <a:cubicBezTo>
                  <a:pt x="631223" y="917179"/>
                  <a:pt x="631223" y="912769"/>
                  <a:pt x="632107" y="908359"/>
                </a:cubicBezTo>
                <a:cubicBezTo>
                  <a:pt x="637406" y="894248"/>
                  <a:pt x="648889" y="881901"/>
                  <a:pt x="663904" y="880137"/>
                </a:cubicBezTo>
                <a:close/>
                <a:moveTo>
                  <a:pt x="332039" y="878395"/>
                </a:moveTo>
                <a:lnTo>
                  <a:pt x="341273" y="879052"/>
                </a:lnTo>
                <a:cubicBezTo>
                  <a:pt x="350079" y="882565"/>
                  <a:pt x="356244" y="889591"/>
                  <a:pt x="360647" y="897494"/>
                </a:cubicBezTo>
                <a:cubicBezTo>
                  <a:pt x="363289" y="904520"/>
                  <a:pt x="365050" y="911546"/>
                  <a:pt x="365931" y="919449"/>
                </a:cubicBezTo>
                <a:cubicBezTo>
                  <a:pt x="371215" y="922962"/>
                  <a:pt x="374738" y="927353"/>
                  <a:pt x="378260" y="932622"/>
                </a:cubicBezTo>
                <a:cubicBezTo>
                  <a:pt x="381783" y="940526"/>
                  <a:pt x="381783" y="949308"/>
                  <a:pt x="375618" y="955455"/>
                </a:cubicBezTo>
                <a:cubicBezTo>
                  <a:pt x="373857" y="951064"/>
                  <a:pt x="378260" y="948430"/>
                  <a:pt x="378260" y="944039"/>
                </a:cubicBezTo>
                <a:cubicBezTo>
                  <a:pt x="378260" y="937891"/>
                  <a:pt x="374738" y="933500"/>
                  <a:pt x="373857" y="929109"/>
                </a:cubicBezTo>
                <a:cubicBezTo>
                  <a:pt x="369454" y="925597"/>
                  <a:pt x="365931" y="922962"/>
                  <a:pt x="363289" y="919449"/>
                </a:cubicBezTo>
                <a:cubicBezTo>
                  <a:pt x="363289" y="919449"/>
                  <a:pt x="363289" y="919449"/>
                  <a:pt x="360647" y="902764"/>
                </a:cubicBezTo>
                <a:cubicBezTo>
                  <a:pt x="358446" y="896616"/>
                  <a:pt x="354483" y="891128"/>
                  <a:pt x="349419" y="886846"/>
                </a:cubicBezTo>
                <a:lnTo>
                  <a:pt x="332039" y="878395"/>
                </a:lnTo>
                <a:close/>
                <a:moveTo>
                  <a:pt x="331585" y="878174"/>
                </a:moveTo>
                <a:lnTo>
                  <a:pt x="332039" y="878395"/>
                </a:lnTo>
                <a:lnTo>
                  <a:pt x="331092" y="878327"/>
                </a:lnTo>
                <a:lnTo>
                  <a:pt x="331585" y="878174"/>
                </a:lnTo>
                <a:close/>
                <a:moveTo>
                  <a:pt x="737637" y="877911"/>
                </a:moveTo>
                <a:cubicBezTo>
                  <a:pt x="741193" y="880476"/>
                  <a:pt x="747416" y="874492"/>
                  <a:pt x="750083" y="880476"/>
                </a:cubicBezTo>
                <a:cubicBezTo>
                  <a:pt x="746527" y="883040"/>
                  <a:pt x="742971" y="879621"/>
                  <a:pt x="740304" y="880476"/>
                </a:cubicBezTo>
                <a:cubicBezTo>
                  <a:pt x="735859" y="882185"/>
                  <a:pt x="732303" y="885604"/>
                  <a:pt x="728747" y="883895"/>
                </a:cubicBezTo>
                <a:cubicBezTo>
                  <a:pt x="727858" y="883040"/>
                  <a:pt x="729636" y="881330"/>
                  <a:pt x="729636" y="880476"/>
                </a:cubicBezTo>
                <a:cubicBezTo>
                  <a:pt x="729636" y="880476"/>
                  <a:pt x="729636" y="880476"/>
                  <a:pt x="737637" y="877911"/>
                </a:cubicBezTo>
                <a:close/>
                <a:moveTo>
                  <a:pt x="319697" y="877516"/>
                </a:moveTo>
                <a:lnTo>
                  <a:pt x="331092" y="878327"/>
                </a:lnTo>
                <a:lnTo>
                  <a:pt x="306046" y="886078"/>
                </a:lnTo>
                <a:cubicBezTo>
                  <a:pt x="302524" y="887834"/>
                  <a:pt x="304285" y="893104"/>
                  <a:pt x="299001" y="891347"/>
                </a:cubicBezTo>
                <a:lnTo>
                  <a:pt x="275001" y="893057"/>
                </a:lnTo>
                <a:lnTo>
                  <a:pt x="279186" y="889701"/>
                </a:lnTo>
                <a:cubicBezTo>
                  <a:pt x="286011" y="887615"/>
                  <a:pt x="293717" y="887395"/>
                  <a:pt x="300762" y="887834"/>
                </a:cubicBezTo>
                <a:cubicBezTo>
                  <a:pt x="306046" y="883004"/>
                  <a:pt x="312651" y="879272"/>
                  <a:pt x="319697" y="877516"/>
                </a:cubicBezTo>
                <a:close/>
                <a:moveTo>
                  <a:pt x="619707" y="876080"/>
                </a:moveTo>
                <a:cubicBezTo>
                  <a:pt x="620601" y="876080"/>
                  <a:pt x="620601" y="876965"/>
                  <a:pt x="621495" y="877851"/>
                </a:cubicBezTo>
                <a:cubicBezTo>
                  <a:pt x="619707" y="884933"/>
                  <a:pt x="608977" y="885819"/>
                  <a:pt x="607189" y="892901"/>
                </a:cubicBezTo>
                <a:cubicBezTo>
                  <a:pt x="605401" y="900869"/>
                  <a:pt x="598248" y="907952"/>
                  <a:pt x="590201" y="908837"/>
                </a:cubicBezTo>
                <a:cubicBezTo>
                  <a:pt x="588413" y="909723"/>
                  <a:pt x="586625" y="907952"/>
                  <a:pt x="584837" y="908837"/>
                </a:cubicBezTo>
                <a:cubicBezTo>
                  <a:pt x="583048" y="910608"/>
                  <a:pt x="583943" y="913264"/>
                  <a:pt x="582154" y="915035"/>
                </a:cubicBezTo>
                <a:cubicBezTo>
                  <a:pt x="578578" y="917690"/>
                  <a:pt x="575896" y="922117"/>
                  <a:pt x="570531" y="921232"/>
                </a:cubicBezTo>
                <a:cubicBezTo>
                  <a:pt x="567849" y="920346"/>
                  <a:pt x="566060" y="919461"/>
                  <a:pt x="565166" y="915920"/>
                </a:cubicBezTo>
                <a:cubicBezTo>
                  <a:pt x="564272" y="913264"/>
                  <a:pt x="566060" y="912379"/>
                  <a:pt x="567849" y="911493"/>
                </a:cubicBezTo>
                <a:cubicBezTo>
                  <a:pt x="570531" y="910608"/>
                  <a:pt x="572319" y="913264"/>
                  <a:pt x="575001" y="911493"/>
                </a:cubicBezTo>
                <a:cubicBezTo>
                  <a:pt x="575896" y="908837"/>
                  <a:pt x="577684" y="906181"/>
                  <a:pt x="575896" y="903525"/>
                </a:cubicBezTo>
                <a:cubicBezTo>
                  <a:pt x="572319" y="899984"/>
                  <a:pt x="568743" y="899099"/>
                  <a:pt x="565166" y="899099"/>
                </a:cubicBezTo>
                <a:cubicBezTo>
                  <a:pt x="559802" y="900869"/>
                  <a:pt x="555331" y="903525"/>
                  <a:pt x="552649" y="907952"/>
                </a:cubicBezTo>
                <a:cubicBezTo>
                  <a:pt x="550861" y="908837"/>
                  <a:pt x="549072" y="908837"/>
                  <a:pt x="548178" y="907952"/>
                </a:cubicBezTo>
                <a:cubicBezTo>
                  <a:pt x="546390" y="906181"/>
                  <a:pt x="544602" y="904411"/>
                  <a:pt x="546390" y="901755"/>
                </a:cubicBezTo>
                <a:cubicBezTo>
                  <a:pt x="548178" y="897328"/>
                  <a:pt x="562484" y="894672"/>
                  <a:pt x="554437" y="887589"/>
                </a:cubicBezTo>
                <a:cubicBezTo>
                  <a:pt x="551755" y="886704"/>
                  <a:pt x="551755" y="892016"/>
                  <a:pt x="549072" y="891131"/>
                </a:cubicBezTo>
                <a:cubicBezTo>
                  <a:pt x="546390" y="890245"/>
                  <a:pt x="543708" y="890245"/>
                  <a:pt x="543708" y="887589"/>
                </a:cubicBezTo>
                <a:cubicBezTo>
                  <a:pt x="543708" y="881392"/>
                  <a:pt x="549072" y="881392"/>
                  <a:pt x="552649" y="879621"/>
                </a:cubicBezTo>
                <a:cubicBezTo>
                  <a:pt x="557119" y="879621"/>
                  <a:pt x="560696" y="882277"/>
                  <a:pt x="563378" y="885819"/>
                </a:cubicBezTo>
                <a:cubicBezTo>
                  <a:pt x="563378" y="888475"/>
                  <a:pt x="565166" y="892016"/>
                  <a:pt x="567849" y="890245"/>
                </a:cubicBezTo>
                <a:cubicBezTo>
                  <a:pt x="578578" y="888475"/>
                  <a:pt x="580366" y="903525"/>
                  <a:pt x="591095" y="899984"/>
                </a:cubicBezTo>
                <a:cubicBezTo>
                  <a:pt x="593778" y="899099"/>
                  <a:pt x="596460" y="898213"/>
                  <a:pt x="598248" y="895557"/>
                </a:cubicBezTo>
                <a:cubicBezTo>
                  <a:pt x="598248" y="892901"/>
                  <a:pt x="600930" y="890245"/>
                  <a:pt x="598248" y="887589"/>
                </a:cubicBezTo>
                <a:cubicBezTo>
                  <a:pt x="594672" y="884933"/>
                  <a:pt x="593778" y="892901"/>
                  <a:pt x="589307" y="889360"/>
                </a:cubicBezTo>
                <a:cubicBezTo>
                  <a:pt x="587519" y="888475"/>
                  <a:pt x="585731" y="885819"/>
                  <a:pt x="586625" y="883163"/>
                </a:cubicBezTo>
                <a:cubicBezTo>
                  <a:pt x="588413" y="878736"/>
                  <a:pt x="592884" y="878736"/>
                  <a:pt x="596460" y="877851"/>
                </a:cubicBezTo>
                <a:cubicBezTo>
                  <a:pt x="604507" y="879621"/>
                  <a:pt x="613448" y="881392"/>
                  <a:pt x="619707" y="876080"/>
                </a:cubicBezTo>
                <a:close/>
                <a:moveTo>
                  <a:pt x="247022" y="873897"/>
                </a:moveTo>
                <a:cubicBezTo>
                  <a:pt x="251432" y="872905"/>
                  <a:pt x="256723" y="872905"/>
                  <a:pt x="261133" y="875882"/>
                </a:cubicBezTo>
                <a:cubicBezTo>
                  <a:pt x="259369" y="880842"/>
                  <a:pt x="255841" y="875882"/>
                  <a:pt x="252313" y="876874"/>
                </a:cubicBezTo>
                <a:cubicBezTo>
                  <a:pt x="250550" y="877866"/>
                  <a:pt x="249668" y="878858"/>
                  <a:pt x="247904" y="877866"/>
                </a:cubicBezTo>
                <a:cubicBezTo>
                  <a:pt x="247022" y="876874"/>
                  <a:pt x="245258" y="874889"/>
                  <a:pt x="247022" y="873897"/>
                </a:cubicBezTo>
                <a:close/>
                <a:moveTo>
                  <a:pt x="383371" y="869049"/>
                </a:moveTo>
                <a:cubicBezTo>
                  <a:pt x="386957" y="868142"/>
                  <a:pt x="389646" y="872678"/>
                  <a:pt x="393232" y="872678"/>
                </a:cubicBezTo>
                <a:cubicBezTo>
                  <a:pt x="395922" y="875399"/>
                  <a:pt x="399507" y="880842"/>
                  <a:pt x="403990" y="879028"/>
                </a:cubicBezTo>
                <a:cubicBezTo>
                  <a:pt x="407576" y="876306"/>
                  <a:pt x="412058" y="873585"/>
                  <a:pt x="417437" y="876306"/>
                </a:cubicBezTo>
                <a:cubicBezTo>
                  <a:pt x="419230" y="878121"/>
                  <a:pt x="421919" y="880842"/>
                  <a:pt x="421023" y="884471"/>
                </a:cubicBezTo>
                <a:cubicBezTo>
                  <a:pt x="420126" y="886285"/>
                  <a:pt x="418333" y="888099"/>
                  <a:pt x="415644" y="888099"/>
                </a:cubicBezTo>
                <a:cubicBezTo>
                  <a:pt x="412058" y="889006"/>
                  <a:pt x="411162" y="880842"/>
                  <a:pt x="407576" y="885378"/>
                </a:cubicBezTo>
                <a:cubicBezTo>
                  <a:pt x="403990" y="889006"/>
                  <a:pt x="406679" y="892635"/>
                  <a:pt x="408472" y="895356"/>
                </a:cubicBezTo>
                <a:cubicBezTo>
                  <a:pt x="412058" y="898078"/>
                  <a:pt x="416540" y="899892"/>
                  <a:pt x="421023" y="897171"/>
                </a:cubicBezTo>
                <a:cubicBezTo>
                  <a:pt x="424609" y="892635"/>
                  <a:pt x="430884" y="889914"/>
                  <a:pt x="435366" y="887192"/>
                </a:cubicBezTo>
                <a:cubicBezTo>
                  <a:pt x="435366" y="887192"/>
                  <a:pt x="435366" y="887192"/>
                  <a:pt x="443434" y="888099"/>
                </a:cubicBezTo>
                <a:cubicBezTo>
                  <a:pt x="445227" y="885378"/>
                  <a:pt x="447917" y="881749"/>
                  <a:pt x="451503" y="881749"/>
                </a:cubicBezTo>
                <a:cubicBezTo>
                  <a:pt x="454192" y="881749"/>
                  <a:pt x="457778" y="881749"/>
                  <a:pt x="458674" y="884471"/>
                </a:cubicBezTo>
                <a:cubicBezTo>
                  <a:pt x="459571" y="887192"/>
                  <a:pt x="459571" y="890821"/>
                  <a:pt x="455985" y="891728"/>
                </a:cubicBezTo>
                <a:cubicBezTo>
                  <a:pt x="454192" y="892635"/>
                  <a:pt x="451503" y="889006"/>
                  <a:pt x="451503" y="892635"/>
                </a:cubicBezTo>
                <a:cubicBezTo>
                  <a:pt x="454192" y="896264"/>
                  <a:pt x="457778" y="899892"/>
                  <a:pt x="457778" y="904428"/>
                </a:cubicBezTo>
                <a:cubicBezTo>
                  <a:pt x="455089" y="904428"/>
                  <a:pt x="450606" y="908056"/>
                  <a:pt x="449710" y="903521"/>
                </a:cubicBezTo>
                <a:cubicBezTo>
                  <a:pt x="449710" y="898985"/>
                  <a:pt x="445227" y="898078"/>
                  <a:pt x="442538" y="896264"/>
                </a:cubicBezTo>
                <a:cubicBezTo>
                  <a:pt x="438056" y="896264"/>
                  <a:pt x="432677" y="897171"/>
                  <a:pt x="429987" y="899892"/>
                </a:cubicBezTo>
                <a:cubicBezTo>
                  <a:pt x="426402" y="903521"/>
                  <a:pt x="422816" y="908964"/>
                  <a:pt x="427298" y="912592"/>
                </a:cubicBezTo>
                <a:cubicBezTo>
                  <a:pt x="430884" y="916221"/>
                  <a:pt x="437159" y="905335"/>
                  <a:pt x="438952" y="914406"/>
                </a:cubicBezTo>
                <a:cubicBezTo>
                  <a:pt x="439849" y="917128"/>
                  <a:pt x="438952" y="919849"/>
                  <a:pt x="437159" y="920756"/>
                </a:cubicBezTo>
                <a:cubicBezTo>
                  <a:pt x="432677" y="925292"/>
                  <a:pt x="426402" y="920756"/>
                  <a:pt x="422816" y="918035"/>
                </a:cubicBezTo>
                <a:cubicBezTo>
                  <a:pt x="420126" y="915314"/>
                  <a:pt x="419230" y="910778"/>
                  <a:pt x="418333" y="907149"/>
                </a:cubicBezTo>
                <a:cubicBezTo>
                  <a:pt x="412954" y="904428"/>
                  <a:pt x="403990" y="907149"/>
                  <a:pt x="400404" y="898985"/>
                </a:cubicBezTo>
                <a:cubicBezTo>
                  <a:pt x="393232" y="894449"/>
                  <a:pt x="398611" y="885378"/>
                  <a:pt x="391439" y="880842"/>
                </a:cubicBezTo>
                <a:cubicBezTo>
                  <a:pt x="386957" y="877214"/>
                  <a:pt x="383371" y="873585"/>
                  <a:pt x="383371" y="869049"/>
                </a:cubicBezTo>
                <a:close/>
                <a:moveTo>
                  <a:pt x="677779" y="866955"/>
                </a:moveTo>
                <a:cubicBezTo>
                  <a:pt x="688414" y="868743"/>
                  <a:pt x="699049" y="875000"/>
                  <a:pt x="707026" y="883044"/>
                </a:cubicBezTo>
                <a:cubicBezTo>
                  <a:pt x="721206" y="882150"/>
                  <a:pt x="732728" y="889300"/>
                  <a:pt x="741590" y="898238"/>
                </a:cubicBezTo>
                <a:cubicBezTo>
                  <a:pt x="744249" y="902707"/>
                  <a:pt x="746908" y="907176"/>
                  <a:pt x="746908" y="912539"/>
                </a:cubicBezTo>
                <a:cubicBezTo>
                  <a:pt x="744249" y="915220"/>
                  <a:pt x="740704" y="912539"/>
                  <a:pt x="738045" y="912539"/>
                </a:cubicBezTo>
                <a:cubicBezTo>
                  <a:pt x="734500" y="903601"/>
                  <a:pt x="725637" y="893769"/>
                  <a:pt x="715002" y="891982"/>
                </a:cubicBezTo>
                <a:cubicBezTo>
                  <a:pt x="707026" y="891982"/>
                  <a:pt x="697277" y="890194"/>
                  <a:pt x="691959" y="882150"/>
                </a:cubicBezTo>
                <a:cubicBezTo>
                  <a:pt x="688414" y="881256"/>
                  <a:pt x="684869" y="879468"/>
                  <a:pt x="681324" y="877681"/>
                </a:cubicBezTo>
                <a:cubicBezTo>
                  <a:pt x="669802" y="875893"/>
                  <a:pt x="655622" y="874106"/>
                  <a:pt x="646759" y="883044"/>
                </a:cubicBezTo>
                <a:cubicBezTo>
                  <a:pt x="646759" y="883044"/>
                  <a:pt x="646759" y="883044"/>
                  <a:pt x="636124" y="892875"/>
                </a:cubicBezTo>
                <a:cubicBezTo>
                  <a:pt x="631693" y="900920"/>
                  <a:pt x="628148" y="908964"/>
                  <a:pt x="627261" y="918796"/>
                </a:cubicBezTo>
                <a:cubicBezTo>
                  <a:pt x="623716" y="924158"/>
                  <a:pt x="616626" y="925946"/>
                  <a:pt x="616626" y="933096"/>
                </a:cubicBezTo>
                <a:cubicBezTo>
                  <a:pt x="609536" y="942034"/>
                  <a:pt x="612195" y="955441"/>
                  <a:pt x="615740" y="964379"/>
                </a:cubicBezTo>
                <a:cubicBezTo>
                  <a:pt x="613967" y="967061"/>
                  <a:pt x="613081" y="968848"/>
                  <a:pt x="610422" y="969742"/>
                </a:cubicBezTo>
                <a:cubicBezTo>
                  <a:pt x="605105" y="966167"/>
                  <a:pt x="605105" y="959017"/>
                  <a:pt x="603332" y="952760"/>
                </a:cubicBezTo>
                <a:cubicBezTo>
                  <a:pt x="602446" y="942034"/>
                  <a:pt x="606877" y="933096"/>
                  <a:pt x="611309" y="924158"/>
                </a:cubicBezTo>
                <a:cubicBezTo>
                  <a:pt x="611309" y="924158"/>
                  <a:pt x="611309" y="924158"/>
                  <a:pt x="621058" y="914327"/>
                </a:cubicBezTo>
                <a:cubicBezTo>
                  <a:pt x="619285" y="907176"/>
                  <a:pt x="621944" y="899132"/>
                  <a:pt x="625489" y="893769"/>
                </a:cubicBezTo>
                <a:cubicBezTo>
                  <a:pt x="627261" y="887513"/>
                  <a:pt x="632579" y="883044"/>
                  <a:pt x="635238" y="878575"/>
                </a:cubicBezTo>
                <a:cubicBezTo>
                  <a:pt x="646759" y="866955"/>
                  <a:pt x="663598" y="863380"/>
                  <a:pt x="677779" y="866955"/>
                </a:cubicBezTo>
                <a:close/>
                <a:moveTo>
                  <a:pt x="795855" y="864967"/>
                </a:moveTo>
                <a:cubicBezTo>
                  <a:pt x="799295" y="868596"/>
                  <a:pt x="799295" y="874946"/>
                  <a:pt x="799295" y="880389"/>
                </a:cubicBezTo>
                <a:cubicBezTo>
                  <a:pt x="795855" y="885831"/>
                  <a:pt x="791556" y="890367"/>
                  <a:pt x="785537" y="890367"/>
                </a:cubicBezTo>
                <a:cubicBezTo>
                  <a:pt x="782957" y="890367"/>
                  <a:pt x="781237" y="888553"/>
                  <a:pt x="779518" y="885831"/>
                </a:cubicBezTo>
                <a:cubicBezTo>
                  <a:pt x="778658" y="884017"/>
                  <a:pt x="778658" y="881296"/>
                  <a:pt x="779518" y="879481"/>
                </a:cubicBezTo>
                <a:cubicBezTo>
                  <a:pt x="780378" y="877667"/>
                  <a:pt x="782957" y="876760"/>
                  <a:pt x="783817" y="878574"/>
                </a:cubicBezTo>
                <a:cubicBezTo>
                  <a:pt x="785537" y="879481"/>
                  <a:pt x="785537" y="881296"/>
                  <a:pt x="788116" y="881296"/>
                </a:cubicBezTo>
                <a:cubicBezTo>
                  <a:pt x="797575" y="881296"/>
                  <a:pt x="790696" y="868596"/>
                  <a:pt x="795855" y="864967"/>
                </a:cubicBezTo>
                <a:close/>
                <a:moveTo>
                  <a:pt x="751187" y="864302"/>
                </a:moveTo>
                <a:cubicBezTo>
                  <a:pt x="755764" y="865443"/>
                  <a:pt x="760005" y="867725"/>
                  <a:pt x="763577" y="870920"/>
                </a:cubicBezTo>
                <a:cubicBezTo>
                  <a:pt x="766256" y="876397"/>
                  <a:pt x="770721" y="881874"/>
                  <a:pt x="768042" y="888263"/>
                </a:cubicBezTo>
                <a:cubicBezTo>
                  <a:pt x="767149" y="892827"/>
                  <a:pt x="762684" y="894653"/>
                  <a:pt x="760005" y="897391"/>
                </a:cubicBezTo>
                <a:cubicBezTo>
                  <a:pt x="758219" y="898304"/>
                  <a:pt x="754647" y="898304"/>
                  <a:pt x="753754" y="897391"/>
                </a:cubicBezTo>
                <a:cubicBezTo>
                  <a:pt x="751076" y="895566"/>
                  <a:pt x="749290" y="892827"/>
                  <a:pt x="749290" y="890089"/>
                </a:cubicBezTo>
                <a:cubicBezTo>
                  <a:pt x="747504" y="883699"/>
                  <a:pt x="757326" y="883699"/>
                  <a:pt x="754647" y="877310"/>
                </a:cubicBezTo>
                <a:cubicBezTo>
                  <a:pt x="750183" y="875484"/>
                  <a:pt x="746611" y="873659"/>
                  <a:pt x="742146" y="873659"/>
                </a:cubicBezTo>
                <a:cubicBezTo>
                  <a:pt x="735895" y="874571"/>
                  <a:pt x="728751" y="875484"/>
                  <a:pt x="723394" y="880961"/>
                </a:cubicBezTo>
                <a:cubicBezTo>
                  <a:pt x="719822" y="881874"/>
                  <a:pt x="715357" y="881874"/>
                  <a:pt x="713571" y="879135"/>
                </a:cubicBezTo>
                <a:cubicBezTo>
                  <a:pt x="718036" y="869095"/>
                  <a:pt x="728751" y="868182"/>
                  <a:pt x="736788" y="864531"/>
                </a:cubicBezTo>
                <a:cubicBezTo>
                  <a:pt x="741699" y="863161"/>
                  <a:pt x="746611" y="863161"/>
                  <a:pt x="751187" y="864302"/>
                </a:cubicBezTo>
                <a:close/>
                <a:moveTo>
                  <a:pt x="318890" y="861986"/>
                </a:moveTo>
                <a:cubicBezTo>
                  <a:pt x="325987" y="861096"/>
                  <a:pt x="333084" y="860205"/>
                  <a:pt x="340181" y="861986"/>
                </a:cubicBezTo>
                <a:cubicBezTo>
                  <a:pt x="345504" y="864658"/>
                  <a:pt x="350826" y="866439"/>
                  <a:pt x="355262" y="870001"/>
                </a:cubicBezTo>
                <a:cubicBezTo>
                  <a:pt x="366795" y="876235"/>
                  <a:pt x="377440" y="887812"/>
                  <a:pt x="379214" y="900280"/>
                </a:cubicBezTo>
                <a:cubicBezTo>
                  <a:pt x="379214" y="900280"/>
                  <a:pt x="379214" y="900280"/>
                  <a:pt x="381876" y="913638"/>
                </a:cubicBezTo>
                <a:cubicBezTo>
                  <a:pt x="389860" y="919872"/>
                  <a:pt x="391634" y="929668"/>
                  <a:pt x="395183" y="938573"/>
                </a:cubicBezTo>
                <a:cubicBezTo>
                  <a:pt x="396070" y="948369"/>
                  <a:pt x="395183" y="958165"/>
                  <a:pt x="388973" y="965289"/>
                </a:cubicBezTo>
                <a:cubicBezTo>
                  <a:pt x="388086" y="967070"/>
                  <a:pt x="387199" y="969742"/>
                  <a:pt x="385424" y="969742"/>
                </a:cubicBezTo>
                <a:cubicBezTo>
                  <a:pt x="380989" y="968852"/>
                  <a:pt x="379214" y="966180"/>
                  <a:pt x="378327" y="963508"/>
                </a:cubicBezTo>
                <a:cubicBezTo>
                  <a:pt x="376553" y="958165"/>
                  <a:pt x="383650" y="957275"/>
                  <a:pt x="383650" y="951931"/>
                </a:cubicBezTo>
                <a:cubicBezTo>
                  <a:pt x="388086" y="940354"/>
                  <a:pt x="382763" y="927887"/>
                  <a:pt x="374779" y="919872"/>
                </a:cubicBezTo>
                <a:cubicBezTo>
                  <a:pt x="365908" y="918091"/>
                  <a:pt x="371230" y="908295"/>
                  <a:pt x="367682" y="902061"/>
                </a:cubicBezTo>
                <a:cubicBezTo>
                  <a:pt x="363246" y="890484"/>
                  <a:pt x="353488" y="878907"/>
                  <a:pt x="341068" y="874454"/>
                </a:cubicBezTo>
                <a:cubicBezTo>
                  <a:pt x="326874" y="870892"/>
                  <a:pt x="311793" y="872673"/>
                  <a:pt x="301147" y="883359"/>
                </a:cubicBezTo>
                <a:cubicBezTo>
                  <a:pt x="300260" y="885140"/>
                  <a:pt x="296711" y="885140"/>
                  <a:pt x="294937" y="885140"/>
                </a:cubicBezTo>
                <a:cubicBezTo>
                  <a:pt x="284292" y="881578"/>
                  <a:pt x="272759" y="886921"/>
                  <a:pt x="264775" y="893155"/>
                </a:cubicBezTo>
                <a:cubicBezTo>
                  <a:pt x="261226" y="897608"/>
                  <a:pt x="257678" y="903842"/>
                  <a:pt x="256791" y="909185"/>
                </a:cubicBezTo>
                <a:cubicBezTo>
                  <a:pt x="254129" y="910966"/>
                  <a:pt x="250581" y="910966"/>
                  <a:pt x="247032" y="909185"/>
                </a:cubicBezTo>
                <a:cubicBezTo>
                  <a:pt x="245258" y="904732"/>
                  <a:pt x="249694" y="899389"/>
                  <a:pt x="250581" y="894936"/>
                </a:cubicBezTo>
                <a:cubicBezTo>
                  <a:pt x="259452" y="881578"/>
                  <a:pt x="273646" y="872673"/>
                  <a:pt x="289614" y="872673"/>
                </a:cubicBezTo>
                <a:cubicBezTo>
                  <a:pt x="294050" y="876235"/>
                  <a:pt x="295824" y="870001"/>
                  <a:pt x="299373" y="869111"/>
                </a:cubicBezTo>
                <a:cubicBezTo>
                  <a:pt x="305583" y="864658"/>
                  <a:pt x="312680" y="863767"/>
                  <a:pt x="318890" y="861986"/>
                </a:cubicBezTo>
                <a:close/>
                <a:moveTo>
                  <a:pt x="200069" y="860674"/>
                </a:moveTo>
                <a:cubicBezTo>
                  <a:pt x="201325" y="861215"/>
                  <a:pt x="202468" y="862514"/>
                  <a:pt x="202925" y="863813"/>
                </a:cubicBezTo>
                <a:cubicBezTo>
                  <a:pt x="202011" y="869008"/>
                  <a:pt x="204753" y="873338"/>
                  <a:pt x="207495" y="876801"/>
                </a:cubicBezTo>
                <a:cubicBezTo>
                  <a:pt x="209323" y="877667"/>
                  <a:pt x="212065" y="879399"/>
                  <a:pt x="212979" y="876801"/>
                </a:cubicBezTo>
                <a:cubicBezTo>
                  <a:pt x="213893" y="875935"/>
                  <a:pt x="214807" y="874203"/>
                  <a:pt x="216635" y="874203"/>
                </a:cubicBezTo>
                <a:cubicBezTo>
                  <a:pt x="219377" y="874203"/>
                  <a:pt x="220291" y="876801"/>
                  <a:pt x="221205" y="878533"/>
                </a:cubicBezTo>
                <a:cubicBezTo>
                  <a:pt x="223033" y="881131"/>
                  <a:pt x="220291" y="884594"/>
                  <a:pt x="218463" y="885460"/>
                </a:cubicBezTo>
                <a:cubicBezTo>
                  <a:pt x="212065" y="887192"/>
                  <a:pt x="206581" y="883728"/>
                  <a:pt x="202011" y="881131"/>
                </a:cubicBezTo>
                <a:cubicBezTo>
                  <a:pt x="197441" y="875935"/>
                  <a:pt x="192871" y="869008"/>
                  <a:pt x="196527" y="862081"/>
                </a:cubicBezTo>
                <a:cubicBezTo>
                  <a:pt x="197441" y="860349"/>
                  <a:pt x="198812" y="860132"/>
                  <a:pt x="200069" y="860674"/>
                </a:cubicBezTo>
                <a:close/>
                <a:moveTo>
                  <a:pt x="250077" y="857921"/>
                </a:moveTo>
                <a:cubicBezTo>
                  <a:pt x="260771" y="857030"/>
                  <a:pt x="270575" y="860592"/>
                  <a:pt x="278596" y="868607"/>
                </a:cubicBezTo>
                <a:cubicBezTo>
                  <a:pt x="277705" y="870388"/>
                  <a:pt x="275031" y="870388"/>
                  <a:pt x="273249" y="871279"/>
                </a:cubicBezTo>
                <a:cubicBezTo>
                  <a:pt x="273249" y="871279"/>
                  <a:pt x="273249" y="871279"/>
                  <a:pt x="267010" y="873950"/>
                </a:cubicBezTo>
                <a:cubicBezTo>
                  <a:pt x="259880" y="870388"/>
                  <a:pt x="250077" y="867717"/>
                  <a:pt x="242056" y="872169"/>
                </a:cubicBezTo>
                <a:cubicBezTo>
                  <a:pt x="241164" y="873950"/>
                  <a:pt x="238491" y="874841"/>
                  <a:pt x="240273" y="877512"/>
                </a:cubicBezTo>
                <a:cubicBezTo>
                  <a:pt x="242947" y="878403"/>
                  <a:pt x="247403" y="879294"/>
                  <a:pt x="248294" y="883746"/>
                </a:cubicBezTo>
                <a:cubicBezTo>
                  <a:pt x="249185" y="888199"/>
                  <a:pt x="246512" y="891761"/>
                  <a:pt x="242056" y="893542"/>
                </a:cubicBezTo>
                <a:cubicBezTo>
                  <a:pt x="238491" y="892652"/>
                  <a:pt x="233143" y="891761"/>
                  <a:pt x="231361" y="888199"/>
                </a:cubicBezTo>
                <a:cubicBezTo>
                  <a:pt x="228687" y="883746"/>
                  <a:pt x="227796" y="878403"/>
                  <a:pt x="229578" y="873060"/>
                </a:cubicBezTo>
                <a:cubicBezTo>
                  <a:pt x="232252" y="865045"/>
                  <a:pt x="241164" y="859702"/>
                  <a:pt x="250077" y="857921"/>
                </a:cubicBezTo>
                <a:close/>
                <a:moveTo>
                  <a:pt x="788650" y="854013"/>
                </a:moveTo>
                <a:cubicBezTo>
                  <a:pt x="792852" y="852267"/>
                  <a:pt x="792852" y="859252"/>
                  <a:pt x="794533" y="860998"/>
                </a:cubicBezTo>
                <a:cubicBezTo>
                  <a:pt x="792852" y="864491"/>
                  <a:pt x="790331" y="868856"/>
                  <a:pt x="786969" y="869729"/>
                </a:cubicBezTo>
                <a:cubicBezTo>
                  <a:pt x="785288" y="865364"/>
                  <a:pt x="780246" y="864491"/>
                  <a:pt x="781086" y="859252"/>
                </a:cubicBezTo>
                <a:cubicBezTo>
                  <a:pt x="782767" y="856633"/>
                  <a:pt x="785288" y="855760"/>
                  <a:pt x="788650" y="854013"/>
                </a:cubicBezTo>
                <a:close/>
                <a:moveTo>
                  <a:pt x="207402" y="850680"/>
                </a:moveTo>
                <a:cubicBezTo>
                  <a:pt x="209966" y="851527"/>
                  <a:pt x="212531" y="853220"/>
                  <a:pt x="215095" y="854913"/>
                </a:cubicBezTo>
                <a:cubicBezTo>
                  <a:pt x="215095" y="857453"/>
                  <a:pt x="214240" y="859993"/>
                  <a:pt x="213385" y="862533"/>
                </a:cubicBezTo>
                <a:cubicBezTo>
                  <a:pt x="211676" y="863380"/>
                  <a:pt x="210821" y="862533"/>
                  <a:pt x="209966" y="862533"/>
                </a:cubicBezTo>
                <a:cubicBezTo>
                  <a:pt x="207402" y="860840"/>
                  <a:pt x="205692" y="859147"/>
                  <a:pt x="203983" y="855760"/>
                </a:cubicBezTo>
                <a:cubicBezTo>
                  <a:pt x="203983" y="853220"/>
                  <a:pt x="205692" y="851527"/>
                  <a:pt x="207402" y="850680"/>
                </a:cubicBezTo>
                <a:close/>
                <a:moveTo>
                  <a:pt x="769473" y="828658"/>
                </a:moveTo>
                <a:cubicBezTo>
                  <a:pt x="774689" y="826867"/>
                  <a:pt x="779905" y="831345"/>
                  <a:pt x="785121" y="831345"/>
                </a:cubicBezTo>
                <a:cubicBezTo>
                  <a:pt x="785121" y="831345"/>
                  <a:pt x="785121" y="831345"/>
                  <a:pt x="790337" y="830449"/>
                </a:cubicBezTo>
                <a:cubicBezTo>
                  <a:pt x="792945" y="832240"/>
                  <a:pt x="790337" y="834927"/>
                  <a:pt x="790337" y="836718"/>
                </a:cubicBezTo>
                <a:cubicBezTo>
                  <a:pt x="788598" y="842091"/>
                  <a:pt x="784252" y="835822"/>
                  <a:pt x="779905" y="838509"/>
                </a:cubicBezTo>
                <a:cubicBezTo>
                  <a:pt x="778166" y="839404"/>
                  <a:pt x="777297" y="841195"/>
                  <a:pt x="776428" y="843882"/>
                </a:cubicBezTo>
                <a:cubicBezTo>
                  <a:pt x="776428" y="843882"/>
                  <a:pt x="776428" y="843882"/>
                  <a:pt x="777297" y="844777"/>
                </a:cubicBezTo>
                <a:cubicBezTo>
                  <a:pt x="779036" y="844777"/>
                  <a:pt x="779905" y="842091"/>
                  <a:pt x="782513" y="842091"/>
                </a:cubicBezTo>
                <a:cubicBezTo>
                  <a:pt x="785121" y="842091"/>
                  <a:pt x="788598" y="843882"/>
                  <a:pt x="788598" y="847464"/>
                </a:cubicBezTo>
                <a:cubicBezTo>
                  <a:pt x="787729" y="853733"/>
                  <a:pt x="780774" y="852837"/>
                  <a:pt x="776428" y="855524"/>
                </a:cubicBezTo>
                <a:cubicBezTo>
                  <a:pt x="772950" y="860001"/>
                  <a:pt x="766865" y="861792"/>
                  <a:pt x="761649" y="860001"/>
                </a:cubicBezTo>
                <a:cubicBezTo>
                  <a:pt x="759910" y="859106"/>
                  <a:pt x="756433" y="858210"/>
                  <a:pt x="757302" y="854628"/>
                </a:cubicBezTo>
                <a:cubicBezTo>
                  <a:pt x="766865" y="849255"/>
                  <a:pt x="760780" y="835822"/>
                  <a:pt x="769473" y="828658"/>
                </a:cubicBezTo>
                <a:close/>
                <a:moveTo>
                  <a:pt x="802425" y="828455"/>
                </a:moveTo>
                <a:cubicBezTo>
                  <a:pt x="802425" y="828455"/>
                  <a:pt x="802425" y="828455"/>
                  <a:pt x="805872" y="839238"/>
                </a:cubicBezTo>
                <a:cubicBezTo>
                  <a:pt x="803287" y="841035"/>
                  <a:pt x="799840" y="844630"/>
                  <a:pt x="800702" y="849123"/>
                </a:cubicBezTo>
                <a:cubicBezTo>
                  <a:pt x="800702" y="853616"/>
                  <a:pt x="804149" y="856311"/>
                  <a:pt x="806734" y="857210"/>
                </a:cubicBezTo>
                <a:cubicBezTo>
                  <a:pt x="808458" y="856311"/>
                  <a:pt x="810181" y="855413"/>
                  <a:pt x="811043" y="852717"/>
                </a:cubicBezTo>
                <a:cubicBezTo>
                  <a:pt x="809320" y="851818"/>
                  <a:pt x="807596" y="855413"/>
                  <a:pt x="805011" y="852717"/>
                </a:cubicBezTo>
                <a:cubicBezTo>
                  <a:pt x="804149" y="850021"/>
                  <a:pt x="804149" y="846427"/>
                  <a:pt x="805872" y="844630"/>
                </a:cubicBezTo>
                <a:cubicBezTo>
                  <a:pt x="809320" y="838340"/>
                  <a:pt x="815352" y="844630"/>
                  <a:pt x="819661" y="845528"/>
                </a:cubicBezTo>
                <a:cubicBezTo>
                  <a:pt x="823108" y="848224"/>
                  <a:pt x="821384" y="852717"/>
                  <a:pt x="820523" y="855413"/>
                </a:cubicBezTo>
                <a:cubicBezTo>
                  <a:pt x="817075" y="859007"/>
                  <a:pt x="814490" y="863500"/>
                  <a:pt x="813628" y="867993"/>
                </a:cubicBezTo>
                <a:cubicBezTo>
                  <a:pt x="811043" y="871587"/>
                  <a:pt x="808458" y="876080"/>
                  <a:pt x="804149" y="876080"/>
                </a:cubicBezTo>
                <a:cubicBezTo>
                  <a:pt x="803287" y="867993"/>
                  <a:pt x="799840" y="859906"/>
                  <a:pt x="795531" y="852717"/>
                </a:cubicBezTo>
                <a:cubicBezTo>
                  <a:pt x="792946" y="848224"/>
                  <a:pt x="793808" y="842832"/>
                  <a:pt x="793808" y="837441"/>
                </a:cubicBezTo>
                <a:cubicBezTo>
                  <a:pt x="795531" y="833847"/>
                  <a:pt x="797255" y="828455"/>
                  <a:pt x="802425" y="828455"/>
                </a:cubicBezTo>
                <a:close/>
                <a:moveTo>
                  <a:pt x="201537" y="822105"/>
                </a:moveTo>
                <a:cubicBezTo>
                  <a:pt x="206943" y="824761"/>
                  <a:pt x="207844" y="831844"/>
                  <a:pt x="208745" y="837156"/>
                </a:cubicBezTo>
                <a:cubicBezTo>
                  <a:pt x="208745" y="837156"/>
                  <a:pt x="208745" y="837156"/>
                  <a:pt x="205141" y="848665"/>
                </a:cubicBezTo>
                <a:cubicBezTo>
                  <a:pt x="201537" y="853092"/>
                  <a:pt x="197032" y="857518"/>
                  <a:pt x="192527" y="861945"/>
                </a:cubicBezTo>
                <a:cubicBezTo>
                  <a:pt x="191626" y="863715"/>
                  <a:pt x="191626" y="868142"/>
                  <a:pt x="188022" y="868142"/>
                </a:cubicBezTo>
                <a:cubicBezTo>
                  <a:pt x="184418" y="863715"/>
                  <a:pt x="181715" y="858404"/>
                  <a:pt x="183517" y="853092"/>
                </a:cubicBezTo>
                <a:cubicBezTo>
                  <a:pt x="183517" y="853092"/>
                  <a:pt x="183517" y="853092"/>
                  <a:pt x="179012" y="849550"/>
                </a:cubicBezTo>
                <a:cubicBezTo>
                  <a:pt x="178111" y="846009"/>
                  <a:pt x="175408" y="843353"/>
                  <a:pt x="177210" y="839812"/>
                </a:cubicBezTo>
                <a:cubicBezTo>
                  <a:pt x="179913" y="838926"/>
                  <a:pt x="183517" y="839812"/>
                  <a:pt x="185319" y="838926"/>
                </a:cubicBezTo>
                <a:cubicBezTo>
                  <a:pt x="188022" y="838926"/>
                  <a:pt x="190725" y="836270"/>
                  <a:pt x="193428" y="838041"/>
                </a:cubicBezTo>
                <a:cubicBezTo>
                  <a:pt x="194329" y="839812"/>
                  <a:pt x="194329" y="842468"/>
                  <a:pt x="193428" y="843353"/>
                </a:cubicBezTo>
                <a:cubicBezTo>
                  <a:pt x="191626" y="847780"/>
                  <a:pt x="182616" y="840697"/>
                  <a:pt x="187121" y="847780"/>
                </a:cubicBezTo>
                <a:cubicBezTo>
                  <a:pt x="188923" y="849550"/>
                  <a:pt x="191626" y="847780"/>
                  <a:pt x="193428" y="847780"/>
                </a:cubicBezTo>
                <a:cubicBezTo>
                  <a:pt x="197032" y="846009"/>
                  <a:pt x="198834" y="843353"/>
                  <a:pt x="198834" y="839812"/>
                </a:cubicBezTo>
                <a:cubicBezTo>
                  <a:pt x="198834" y="839812"/>
                  <a:pt x="198834" y="839812"/>
                  <a:pt x="197032" y="832729"/>
                </a:cubicBezTo>
                <a:cubicBezTo>
                  <a:pt x="198834" y="829188"/>
                  <a:pt x="199735" y="825646"/>
                  <a:pt x="201537" y="822105"/>
                </a:cubicBezTo>
                <a:close/>
                <a:moveTo>
                  <a:pt x="757794" y="820884"/>
                </a:moveTo>
                <a:cubicBezTo>
                  <a:pt x="761422" y="818930"/>
                  <a:pt x="765051" y="823815"/>
                  <a:pt x="765958" y="826746"/>
                </a:cubicBezTo>
                <a:cubicBezTo>
                  <a:pt x="763236" y="831630"/>
                  <a:pt x="758701" y="831630"/>
                  <a:pt x="755072" y="831630"/>
                </a:cubicBezTo>
                <a:cubicBezTo>
                  <a:pt x="753258" y="827722"/>
                  <a:pt x="755072" y="823815"/>
                  <a:pt x="757794" y="820884"/>
                </a:cubicBezTo>
                <a:close/>
                <a:moveTo>
                  <a:pt x="226089" y="819799"/>
                </a:moveTo>
                <a:cubicBezTo>
                  <a:pt x="229740" y="818930"/>
                  <a:pt x="230653" y="822407"/>
                  <a:pt x="233392" y="824146"/>
                </a:cubicBezTo>
                <a:cubicBezTo>
                  <a:pt x="236130" y="830231"/>
                  <a:pt x="235217" y="836317"/>
                  <a:pt x="237956" y="842402"/>
                </a:cubicBezTo>
                <a:cubicBezTo>
                  <a:pt x="239781" y="845010"/>
                  <a:pt x="245258" y="846749"/>
                  <a:pt x="245258" y="851095"/>
                </a:cubicBezTo>
                <a:cubicBezTo>
                  <a:pt x="240694" y="854573"/>
                  <a:pt x="234304" y="855442"/>
                  <a:pt x="228828" y="853703"/>
                </a:cubicBezTo>
                <a:cubicBezTo>
                  <a:pt x="225176" y="851965"/>
                  <a:pt x="222438" y="848487"/>
                  <a:pt x="218787" y="851095"/>
                </a:cubicBezTo>
                <a:cubicBezTo>
                  <a:pt x="214223" y="851095"/>
                  <a:pt x="211484" y="848487"/>
                  <a:pt x="209659" y="845879"/>
                </a:cubicBezTo>
                <a:cubicBezTo>
                  <a:pt x="210572" y="841533"/>
                  <a:pt x="209659" y="835447"/>
                  <a:pt x="213310" y="831101"/>
                </a:cubicBezTo>
                <a:cubicBezTo>
                  <a:pt x="216048" y="831101"/>
                  <a:pt x="218787" y="830231"/>
                  <a:pt x="221525" y="831970"/>
                </a:cubicBezTo>
                <a:cubicBezTo>
                  <a:pt x="221525" y="833709"/>
                  <a:pt x="222438" y="835447"/>
                  <a:pt x="220612" y="835447"/>
                </a:cubicBezTo>
                <a:cubicBezTo>
                  <a:pt x="218787" y="836317"/>
                  <a:pt x="216961" y="837186"/>
                  <a:pt x="216048" y="838925"/>
                </a:cubicBezTo>
                <a:cubicBezTo>
                  <a:pt x="218787" y="840663"/>
                  <a:pt x="220612" y="839794"/>
                  <a:pt x="222438" y="838925"/>
                </a:cubicBezTo>
                <a:cubicBezTo>
                  <a:pt x="227002" y="837186"/>
                  <a:pt x="226089" y="832839"/>
                  <a:pt x="225176" y="830231"/>
                </a:cubicBezTo>
                <a:cubicBezTo>
                  <a:pt x="225176" y="830231"/>
                  <a:pt x="225176" y="830231"/>
                  <a:pt x="220612" y="825885"/>
                </a:cubicBezTo>
                <a:cubicBezTo>
                  <a:pt x="216048" y="823277"/>
                  <a:pt x="208746" y="831970"/>
                  <a:pt x="209659" y="823277"/>
                </a:cubicBezTo>
                <a:cubicBezTo>
                  <a:pt x="211484" y="822407"/>
                  <a:pt x="214223" y="822407"/>
                  <a:pt x="216961" y="822407"/>
                </a:cubicBezTo>
                <a:cubicBezTo>
                  <a:pt x="217874" y="823277"/>
                  <a:pt x="218787" y="825015"/>
                  <a:pt x="219700" y="824146"/>
                </a:cubicBezTo>
                <a:cubicBezTo>
                  <a:pt x="220612" y="822407"/>
                  <a:pt x="223351" y="820669"/>
                  <a:pt x="226089" y="819799"/>
                </a:cubicBezTo>
                <a:close/>
                <a:moveTo>
                  <a:pt x="823285" y="813487"/>
                </a:moveTo>
                <a:cubicBezTo>
                  <a:pt x="826813" y="812580"/>
                  <a:pt x="829458" y="815302"/>
                  <a:pt x="832104" y="817116"/>
                </a:cubicBezTo>
                <a:cubicBezTo>
                  <a:pt x="837396" y="824373"/>
                  <a:pt x="836514" y="832537"/>
                  <a:pt x="835632" y="842516"/>
                </a:cubicBezTo>
                <a:cubicBezTo>
                  <a:pt x="825931" y="843423"/>
                  <a:pt x="814465" y="844330"/>
                  <a:pt x="808292" y="835259"/>
                </a:cubicBezTo>
                <a:cubicBezTo>
                  <a:pt x="806528" y="832537"/>
                  <a:pt x="805646" y="828909"/>
                  <a:pt x="806528" y="825280"/>
                </a:cubicBezTo>
                <a:cubicBezTo>
                  <a:pt x="809174" y="822559"/>
                  <a:pt x="811819" y="820744"/>
                  <a:pt x="814465" y="818930"/>
                </a:cubicBezTo>
                <a:cubicBezTo>
                  <a:pt x="817993" y="818023"/>
                  <a:pt x="820639" y="820744"/>
                  <a:pt x="820639" y="824373"/>
                </a:cubicBezTo>
                <a:cubicBezTo>
                  <a:pt x="824167" y="828909"/>
                  <a:pt x="812701" y="828909"/>
                  <a:pt x="818875" y="832537"/>
                </a:cubicBezTo>
                <a:cubicBezTo>
                  <a:pt x="821521" y="831630"/>
                  <a:pt x="824167" y="828909"/>
                  <a:pt x="824167" y="827094"/>
                </a:cubicBezTo>
                <a:cubicBezTo>
                  <a:pt x="825049" y="822559"/>
                  <a:pt x="823285" y="818930"/>
                  <a:pt x="820639" y="816209"/>
                </a:cubicBezTo>
                <a:cubicBezTo>
                  <a:pt x="819757" y="814394"/>
                  <a:pt x="822403" y="813487"/>
                  <a:pt x="823285" y="813487"/>
                </a:cubicBezTo>
                <a:close/>
                <a:moveTo>
                  <a:pt x="238908" y="812933"/>
                </a:moveTo>
                <a:cubicBezTo>
                  <a:pt x="240722" y="816814"/>
                  <a:pt x="242537" y="821664"/>
                  <a:pt x="245258" y="825545"/>
                </a:cubicBezTo>
                <a:cubicBezTo>
                  <a:pt x="244351" y="827485"/>
                  <a:pt x="241629" y="827485"/>
                  <a:pt x="239815" y="828455"/>
                </a:cubicBezTo>
                <a:cubicBezTo>
                  <a:pt x="237094" y="828455"/>
                  <a:pt x="238908" y="825545"/>
                  <a:pt x="237094" y="824575"/>
                </a:cubicBezTo>
                <a:cubicBezTo>
                  <a:pt x="236187" y="821664"/>
                  <a:pt x="232558" y="819724"/>
                  <a:pt x="232558" y="815844"/>
                </a:cubicBezTo>
                <a:cubicBezTo>
                  <a:pt x="234372" y="813903"/>
                  <a:pt x="236187" y="810993"/>
                  <a:pt x="238908" y="812933"/>
                </a:cubicBezTo>
                <a:close/>
                <a:moveTo>
                  <a:pt x="177896" y="807092"/>
                </a:moveTo>
                <a:cubicBezTo>
                  <a:pt x="180471" y="807092"/>
                  <a:pt x="184761" y="806230"/>
                  <a:pt x="185619" y="808815"/>
                </a:cubicBezTo>
                <a:cubicBezTo>
                  <a:pt x="187336" y="811401"/>
                  <a:pt x="188194" y="815710"/>
                  <a:pt x="187336" y="818295"/>
                </a:cubicBezTo>
                <a:cubicBezTo>
                  <a:pt x="184761" y="820018"/>
                  <a:pt x="183045" y="821742"/>
                  <a:pt x="180471" y="820018"/>
                </a:cubicBezTo>
                <a:cubicBezTo>
                  <a:pt x="179613" y="820018"/>
                  <a:pt x="179613" y="818295"/>
                  <a:pt x="177896" y="817433"/>
                </a:cubicBezTo>
                <a:cubicBezTo>
                  <a:pt x="175322" y="818295"/>
                  <a:pt x="177038" y="821742"/>
                  <a:pt x="177896" y="822604"/>
                </a:cubicBezTo>
                <a:cubicBezTo>
                  <a:pt x="179613" y="826051"/>
                  <a:pt x="183903" y="824327"/>
                  <a:pt x="185619" y="824327"/>
                </a:cubicBezTo>
                <a:cubicBezTo>
                  <a:pt x="189910" y="824327"/>
                  <a:pt x="189910" y="812263"/>
                  <a:pt x="195059" y="820018"/>
                </a:cubicBezTo>
                <a:cubicBezTo>
                  <a:pt x="197633" y="826051"/>
                  <a:pt x="191626" y="830360"/>
                  <a:pt x="188194" y="833807"/>
                </a:cubicBezTo>
                <a:cubicBezTo>
                  <a:pt x="182187" y="836392"/>
                  <a:pt x="172748" y="833807"/>
                  <a:pt x="165883" y="832945"/>
                </a:cubicBezTo>
                <a:cubicBezTo>
                  <a:pt x="166741" y="823466"/>
                  <a:pt x="167599" y="811401"/>
                  <a:pt x="177896" y="807092"/>
                </a:cubicBezTo>
                <a:close/>
                <a:moveTo>
                  <a:pt x="731117" y="806429"/>
                </a:moveTo>
                <a:cubicBezTo>
                  <a:pt x="733774" y="808215"/>
                  <a:pt x="739973" y="804643"/>
                  <a:pt x="740859" y="810001"/>
                </a:cubicBezTo>
                <a:cubicBezTo>
                  <a:pt x="741744" y="810894"/>
                  <a:pt x="741744" y="812680"/>
                  <a:pt x="740859" y="813573"/>
                </a:cubicBezTo>
                <a:cubicBezTo>
                  <a:pt x="737316" y="812680"/>
                  <a:pt x="736430" y="818038"/>
                  <a:pt x="733774" y="815359"/>
                </a:cubicBezTo>
                <a:cubicBezTo>
                  <a:pt x="731117" y="815359"/>
                  <a:pt x="732002" y="818038"/>
                  <a:pt x="732002" y="818931"/>
                </a:cubicBezTo>
                <a:cubicBezTo>
                  <a:pt x="732002" y="820717"/>
                  <a:pt x="733774" y="822503"/>
                  <a:pt x="735545" y="822503"/>
                </a:cubicBezTo>
                <a:cubicBezTo>
                  <a:pt x="740859" y="824288"/>
                  <a:pt x="747944" y="818931"/>
                  <a:pt x="752372" y="824288"/>
                </a:cubicBezTo>
                <a:cubicBezTo>
                  <a:pt x="753258" y="829646"/>
                  <a:pt x="747058" y="827860"/>
                  <a:pt x="744401" y="828753"/>
                </a:cubicBezTo>
                <a:cubicBezTo>
                  <a:pt x="739087" y="828753"/>
                  <a:pt x="733774" y="831432"/>
                  <a:pt x="731117" y="835897"/>
                </a:cubicBezTo>
                <a:cubicBezTo>
                  <a:pt x="728460" y="839469"/>
                  <a:pt x="727574" y="844827"/>
                  <a:pt x="729345" y="848399"/>
                </a:cubicBezTo>
                <a:cubicBezTo>
                  <a:pt x="731117" y="849292"/>
                  <a:pt x="732002" y="851970"/>
                  <a:pt x="733774" y="850185"/>
                </a:cubicBezTo>
                <a:cubicBezTo>
                  <a:pt x="735545" y="848399"/>
                  <a:pt x="736430" y="844827"/>
                  <a:pt x="739087" y="843934"/>
                </a:cubicBezTo>
                <a:cubicBezTo>
                  <a:pt x="741744" y="843934"/>
                  <a:pt x="743516" y="844827"/>
                  <a:pt x="744401" y="847506"/>
                </a:cubicBezTo>
                <a:cubicBezTo>
                  <a:pt x="744401" y="849292"/>
                  <a:pt x="743516" y="853756"/>
                  <a:pt x="741744" y="855542"/>
                </a:cubicBezTo>
                <a:cubicBezTo>
                  <a:pt x="739087" y="857328"/>
                  <a:pt x="735545" y="859114"/>
                  <a:pt x="732888" y="859114"/>
                </a:cubicBezTo>
                <a:cubicBezTo>
                  <a:pt x="729345" y="858221"/>
                  <a:pt x="726688" y="853756"/>
                  <a:pt x="723146" y="857328"/>
                </a:cubicBezTo>
                <a:cubicBezTo>
                  <a:pt x="718717" y="861793"/>
                  <a:pt x="711632" y="860900"/>
                  <a:pt x="705433" y="860900"/>
                </a:cubicBezTo>
                <a:cubicBezTo>
                  <a:pt x="705433" y="860900"/>
                  <a:pt x="705433" y="860900"/>
                  <a:pt x="695690" y="856435"/>
                </a:cubicBezTo>
                <a:cubicBezTo>
                  <a:pt x="691262" y="860007"/>
                  <a:pt x="685948" y="859114"/>
                  <a:pt x="681520" y="858221"/>
                </a:cubicBezTo>
                <a:cubicBezTo>
                  <a:pt x="677092" y="858221"/>
                  <a:pt x="673549" y="857328"/>
                  <a:pt x="669121" y="858221"/>
                </a:cubicBezTo>
                <a:cubicBezTo>
                  <a:pt x="669121" y="858221"/>
                  <a:pt x="669121" y="858221"/>
                  <a:pt x="669121" y="856435"/>
                </a:cubicBezTo>
                <a:cubicBezTo>
                  <a:pt x="674435" y="854649"/>
                  <a:pt x="678863" y="850185"/>
                  <a:pt x="684177" y="851078"/>
                </a:cubicBezTo>
                <a:cubicBezTo>
                  <a:pt x="687720" y="851078"/>
                  <a:pt x="692148" y="851078"/>
                  <a:pt x="693919" y="847506"/>
                </a:cubicBezTo>
                <a:cubicBezTo>
                  <a:pt x="694805" y="843041"/>
                  <a:pt x="694805" y="836790"/>
                  <a:pt x="700119" y="835004"/>
                </a:cubicBezTo>
                <a:cubicBezTo>
                  <a:pt x="702776" y="834111"/>
                  <a:pt x="706318" y="832325"/>
                  <a:pt x="709861" y="834111"/>
                </a:cubicBezTo>
                <a:cubicBezTo>
                  <a:pt x="711632" y="835897"/>
                  <a:pt x="713404" y="838576"/>
                  <a:pt x="711632" y="841255"/>
                </a:cubicBezTo>
                <a:cubicBezTo>
                  <a:pt x="711632" y="844827"/>
                  <a:pt x="708090" y="843934"/>
                  <a:pt x="706318" y="843934"/>
                </a:cubicBezTo>
                <a:cubicBezTo>
                  <a:pt x="703661" y="842148"/>
                  <a:pt x="701004" y="843041"/>
                  <a:pt x="701004" y="845720"/>
                </a:cubicBezTo>
                <a:cubicBezTo>
                  <a:pt x="700119" y="850185"/>
                  <a:pt x="705433" y="851078"/>
                  <a:pt x="707204" y="852863"/>
                </a:cubicBezTo>
                <a:cubicBezTo>
                  <a:pt x="710747" y="853756"/>
                  <a:pt x="716946" y="855542"/>
                  <a:pt x="718717" y="851078"/>
                </a:cubicBezTo>
                <a:cubicBezTo>
                  <a:pt x="723146" y="844827"/>
                  <a:pt x="720489" y="835897"/>
                  <a:pt x="726688" y="829646"/>
                </a:cubicBezTo>
                <a:cubicBezTo>
                  <a:pt x="725803" y="823395"/>
                  <a:pt x="722260" y="816252"/>
                  <a:pt x="726688" y="810001"/>
                </a:cubicBezTo>
                <a:cubicBezTo>
                  <a:pt x="727574" y="808215"/>
                  <a:pt x="729345" y="807322"/>
                  <a:pt x="731117" y="806429"/>
                </a:cubicBezTo>
                <a:close/>
                <a:moveTo>
                  <a:pt x="844674" y="804128"/>
                </a:moveTo>
                <a:cubicBezTo>
                  <a:pt x="844674" y="804128"/>
                  <a:pt x="844674" y="804128"/>
                  <a:pt x="855457" y="808564"/>
                </a:cubicBezTo>
                <a:cubicBezTo>
                  <a:pt x="859950" y="809451"/>
                  <a:pt x="863544" y="812113"/>
                  <a:pt x="868037" y="812113"/>
                </a:cubicBezTo>
                <a:cubicBezTo>
                  <a:pt x="870733" y="812113"/>
                  <a:pt x="868936" y="814774"/>
                  <a:pt x="868037" y="815661"/>
                </a:cubicBezTo>
                <a:cubicBezTo>
                  <a:pt x="865341" y="819209"/>
                  <a:pt x="861747" y="822758"/>
                  <a:pt x="856356" y="822758"/>
                </a:cubicBezTo>
                <a:cubicBezTo>
                  <a:pt x="853660" y="824532"/>
                  <a:pt x="854558" y="828968"/>
                  <a:pt x="850065" y="829855"/>
                </a:cubicBezTo>
                <a:cubicBezTo>
                  <a:pt x="850065" y="829855"/>
                  <a:pt x="850065" y="829855"/>
                  <a:pt x="843775" y="831629"/>
                </a:cubicBezTo>
                <a:cubicBezTo>
                  <a:pt x="837485" y="829855"/>
                  <a:pt x="839282" y="822758"/>
                  <a:pt x="838384" y="818322"/>
                </a:cubicBezTo>
                <a:cubicBezTo>
                  <a:pt x="838384" y="817435"/>
                  <a:pt x="840181" y="815661"/>
                  <a:pt x="841080" y="814774"/>
                </a:cubicBezTo>
                <a:cubicBezTo>
                  <a:pt x="843775" y="813887"/>
                  <a:pt x="845572" y="816548"/>
                  <a:pt x="846471" y="818322"/>
                </a:cubicBezTo>
                <a:cubicBezTo>
                  <a:pt x="847370" y="820097"/>
                  <a:pt x="845572" y="821871"/>
                  <a:pt x="847370" y="823645"/>
                </a:cubicBezTo>
                <a:cubicBezTo>
                  <a:pt x="849167" y="822758"/>
                  <a:pt x="850065" y="820984"/>
                  <a:pt x="850065" y="819209"/>
                </a:cubicBezTo>
                <a:cubicBezTo>
                  <a:pt x="849167" y="815661"/>
                  <a:pt x="848268" y="812113"/>
                  <a:pt x="845572" y="812113"/>
                </a:cubicBezTo>
                <a:cubicBezTo>
                  <a:pt x="841978" y="810338"/>
                  <a:pt x="838384" y="812113"/>
                  <a:pt x="835688" y="814774"/>
                </a:cubicBezTo>
                <a:cubicBezTo>
                  <a:pt x="832094" y="812113"/>
                  <a:pt x="828499" y="809451"/>
                  <a:pt x="824006" y="808564"/>
                </a:cubicBezTo>
                <a:cubicBezTo>
                  <a:pt x="823108" y="807677"/>
                  <a:pt x="823108" y="806790"/>
                  <a:pt x="823108" y="805903"/>
                </a:cubicBezTo>
                <a:cubicBezTo>
                  <a:pt x="829398" y="802354"/>
                  <a:pt x="837485" y="801467"/>
                  <a:pt x="844674" y="804128"/>
                </a:cubicBezTo>
                <a:close/>
                <a:moveTo>
                  <a:pt x="262053" y="802510"/>
                </a:moveTo>
                <a:cubicBezTo>
                  <a:pt x="267357" y="799880"/>
                  <a:pt x="270892" y="804263"/>
                  <a:pt x="272660" y="807770"/>
                </a:cubicBezTo>
                <a:cubicBezTo>
                  <a:pt x="274428" y="812154"/>
                  <a:pt x="271776" y="816537"/>
                  <a:pt x="270008" y="820044"/>
                </a:cubicBezTo>
                <a:cubicBezTo>
                  <a:pt x="278848" y="826180"/>
                  <a:pt x="273544" y="838454"/>
                  <a:pt x="281500" y="844590"/>
                </a:cubicBezTo>
                <a:cubicBezTo>
                  <a:pt x="285035" y="847220"/>
                  <a:pt x="290339" y="847220"/>
                  <a:pt x="293875" y="845467"/>
                </a:cubicBezTo>
                <a:cubicBezTo>
                  <a:pt x="296527" y="843714"/>
                  <a:pt x="299178" y="841084"/>
                  <a:pt x="297411" y="837577"/>
                </a:cubicBezTo>
                <a:cubicBezTo>
                  <a:pt x="295643" y="835824"/>
                  <a:pt x="292107" y="838454"/>
                  <a:pt x="290339" y="836700"/>
                </a:cubicBezTo>
                <a:cubicBezTo>
                  <a:pt x="289455" y="834070"/>
                  <a:pt x="286803" y="831440"/>
                  <a:pt x="288571" y="828810"/>
                </a:cubicBezTo>
                <a:cubicBezTo>
                  <a:pt x="290339" y="826180"/>
                  <a:pt x="292991" y="827057"/>
                  <a:pt x="295643" y="826180"/>
                </a:cubicBezTo>
                <a:cubicBezTo>
                  <a:pt x="299178" y="827057"/>
                  <a:pt x="302714" y="829687"/>
                  <a:pt x="304482" y="834070"/>
                </a:cubicBezTo>
                <a:cubicBezTo>
                  <a:pt x="305366" y="835824"/>
                  <a:pt x="303598" y="840207"/>
                  <a:pt x="307134" y="841084"/>
                </a:cubicBezTo>
                <a:cubicBezTo>
                  <a:pt x="314206" y="839330"/>
                  <a:pt x="316857" y="847220"/>
                  <a:pt x="323045" y="847220"/>
                </a:cubicBezTo>
                <a:cubicBezTo>
                  <a:pt x="320393" y="850727"/>
                  <a:pt x="313322" y="850727"/>
                  <a:pt x="308902" y="848974"/>
                </a:cubicBezTo>
                <a:cubicBezTo>
                  <a:pt x="300946" y="843714"/>
                  <a:pt x="296527" y="858617"/>
                  <a:pt x="287687" y="855110"/>
                </a:cubicBezTo>
                <a:cubicBezTo>
                  <a:pt x="281500" y="854234"/>
                  <a:pt x="276196" y="848974"/>
                  <a:pt x="272660" y="845467"/>
                </a:cubicBezTo>
                <a:cubicBezTo>
                  <a:pt x="269124" y="847220"/>
                  <a:pt x="266473" y="850727"/>
                  <a:pt x="262053" y="849850"/>
                </a:cubicBezTo>
                <a:cubicBezTo>
                  <a:pt x="256749" y="848974"/>
                  <a:pt x="252329" y="844590"/>
                  <a:pt x="250562" y="839330"/>
                </a:cubicBezTo>
                <a:cubicBezTo>
                  <a:pt x="249678" y="836700"/>
                  <a:pt x="252329" y="834070"/>
                  <a:pt x="254097" y="832317"/>
                </a:cubicBezTo>
                <a:cubicBezTo>
                  <a:pt x="255865" y="831440"/>
                  <a:pt x="257633" y="833194"/>
                  <a:pt x="259401" y="833194"/>
                </a:cubicBezTo>
                <a:cubicBezTo>
                  <a:pt x="262937" y="835824"/>
                  <a:pt x="257633" y="841084"/>
                  <a:pt x="262053" y="842837"/>
                </a:cubicBezTo>
                <a:cubicBezTo>
                  <a:pt x="265589" y="842837"/>
                  <a:pt x="268240" y="840207"/>
                  <a:pt x="269124" y="838454"/>
                </a:cubicBezTo>
                <a:cubicBezTo>
                  <a:pt x="270892" y="835824"/>
                  <a:pt x="270892" y="831440"/>
                  <a:pt x="270008" y="828810"/>
                </a:cubicBezTo>
                <a:cubicBezTo>
                  <a:pt x="263821" y="822674"/>
                  <a:pt x="255865" y="820920"/>
                  <a:pt x="247910" y="820044"/>
                </a:cubicBezTo>
                <a:cubicBezTo>
                  <a:pt x="246142" y="819167"/>
                  <a:pt x="245258" y="816537"/>
                  <a:pt x="246142" y="813907"/>
                </a:cubicBezTo>
                <a:cubicBezTo>
                  <a:pt x="249678" y="812154"/>
                  <a:pt x="254981" y="813907"/>
                  <a:pt x="259401" y="815660"/>
                </a:cubicBezTo>
                <a:cubicBezTo>
                  <a:pt x="261169" y="815660"/>
                  <a:pt x="262937" y="813907"/>
                  <a:pt x="264705" y="812154"/>
                </a:cubicBezTo>
                <a:cubicBezTo>
                  <a:pt x="263821" y="809524"/>
                  <a:pt x="258517" y="808647"/>
                  <a:pt x="260285" y="805140"/>
                </a:cubicBezTo>
                <a:cubicBezTo>
                  <a:pt x="259401" y="803387"/>
                  <a:pt x="261169" y="802510"/>
                  <a:pt x="262053" y="802510"/>
                </a:cubicBezTo>
                <a:close/>
                <a:moveTo>
                  <a:pt x="803625" y="796705"/>
                </a:moveTo>
                <a:cubicBezTo>
                  <a:pt x="807955" y="796705"/>
                  <a:pt x="812285" y="799404"/>
                  <a:pt x="816614" y="802103"/>
                </a:cubicBezTo>
                <a:cubicBezTo>
                  <a:pt x="817480" y="803902"/>
                  <a:pt x="817480" y="806600"/>
                  <a:pt x="818346" y="808399"/>
                </a:cubicBezTo>
                <a:cubicBezTo>
                  <a:pt x="817480" y="811098"/>
                  <a:pt x="815748" y="812897"/>
                  <a:pt x="814016" y="815596"/>
                </a:cubicBezTo>
                <a:cubicBezTo>
                  <a:pt x="811419" y="815596"/>
                  <a:pt x="807955" y="816496"/>
                  <a:pt x="805357" y="814696"/>
                </a:cubicBezTo>
                <a:cubicBezTo>
                  <a:pt x="802760" y="812897"/>
                  <a:pt x="804491" y="809299"/>
                  <a:pt x="803625" y="806600"/>
                </a:cubicBezTo>
                <a:cubicBezTo>
                  <a:pt x="800162" y="805701"/>
                  <a:pt x="800162" y="809299"/>
                  <a:pt x="799296" y="811098"/>
                </a:cubicBezTo>
                <a:cubicBezTo>
                  <a:pt x="799296" y="815596"/>
                  <a:pt x="804491" y="817395"/>
                  <a:pt x="806223" y="820094"/>
                </a:cubicBezTo>
                <a:cubicBezTo>
                  <a:pt x="805357" y="823692"/>
                  <a:pt x="801894" y="823692"/>
                  <a:pt x="798430" y="823692"/>
                </a:cubicBezTo>
                <a:cubicBezTo>
                  <a:pt x="793235" y="822793"/>
                  <a:pt x="792369" y="816496"/>
                  <a:pt x="790637" y="812897"/>
                </a:cubicBezTo>
                <a:cubicBezTo>
                  <a:pt x="790637" y="812897"/>
                  <a:pt x="790637" y="812897"/>
                  <a:pt x="789771" y="797605"/>
                </a:cubicBezTo>
                <a:cubicBezTo>
                  <a:pt x="794100" y="796705"/>
                  <a:pt x="799296" y="797605"/>
                  <a:pt x="803625" y="796705"/>
                </a:cubicBezTo>
                <a:close/>
                <a:moveTo>
                  <a:pt x="854391" y="795118"/>
                </a:moveTo>
                <a:cubicBezTo>
                  <a:pt x="857193" y="795118"/>
                  <a:pt x="859994" y="796044"/>
                  <a:pt x="862796" y="796970"/>
                </a:cubicBezTo>
                <a:cubicBezTo>
                  <a:pt x="861862" y="800674"/>
                  <a:pt x="858127" y="803452"/>
                  <a:pt x="855325" y="805304"/>
                </a:cubicBezTo>
                <a:cubicBezTo>
                  <a:pt x="852524" y="806230"/>
                  <a:pt x="849722" y="803452"/>
                  <a:pt x="846921" y="802526"/>
                </a:cubicBezTo>
                <a:cubicBezTo>
                  <a:pt x="848789" y="798822"/>
                  <a:pt x="852524" y="797896"/>
                  <a:pt x="854391" y="795118"/>
                </a:cubicBezTo>
                <a:close/>
                <a:moveTo>
                  <a:pt x="773433" y="794949"/>
                </a:moveTo>
                <a:cubicBezTo>
                  <a:pt x="776409" y="794392"/>
                  <a:pt x="779276" y="794615"/>
                  <a:pt x="781481" y="797286"/>
                </a:cubicBezTo>
                <a:cubicBezTo>
                  <a:pt x="783244" y="799958"/>
                  <a:pt x="785008" y="803520"/>
                  <a:pt x="783244" y="807082"/>
                </a:cubicBezTo>
                <a:cubicBezTo>
                  <a:pt x="781481" y="810644"/>
                  <a:pt x="777071" y="808863"/>
                  <a:pt x="773543" y="808863"/>
                </a:cubicBezTo>
                <a:cubicBezTo>
                  <a:pt x="773543" y="807973"/>
                  <a:pt x="772661" y="807973"/>
                  <a:pt x="772661" y="807973"/>
                </a:cubicBezTo>
                <a:cubicBezTo>
                  <a:pt x="770897" y="808863"/>
                  <a:pt x="772661" y="810644"/>
                  <a:pt x="773543" y="811535"/>
                </a:cubicBezTo>
                <a:cubicBezTo>
                  <a:pt x="775307" y="814207"/>
                  <a:pt x="779717" y="813316"/>
                  <a:pt x="782363" y="811535"/>
                </a:cubicBezTo>
                <a:cubicBezTo>
                  <a:pt x="783244" y="811535"/>
                  <a:pt x="784126" y="810644"/>
                  <a:pt x="785890" y="810644"/>
                </a:cubicBezTo>
                <a:cubicBezTo>
                  <a:pt x="787654" y="815988"/>
                  <a:pt x="787654" y="822221"/>
                  <a:pt x="792946" y="824893"/>
                </a:cubicBezTo>
                <a:cubicBezTo>
                  <a:pt x="792064" y="828455"/>
                  <a:pt x="787654" y="826674"/>
                  <a:pt x="785890" y="827565"/>
                </a:cubicBezTo>
                <a:cubicBezTo>
                  <a:pt x="785890" y="827565"/>
                  <a:pt x="785890" y="827565"/>
                  <a:pt x="774425" y="825784"/>
                </a:cubicBezTo>
                <a:cubicBezTo>
                  <a:pt x="763842" y="821331"/>
                  <a:pt x="758550" y="811535"/>
                  <a:pt x="749731" y="805301"/>
                </a:cubicBezTo>
                <a:cubicBezTo>
                  <a:pt x="747967" y="804411"/>
                  <a:pt x="745321" y="803520"/>
                  <a:pt x="745321" y="801739"/>
                </a:cubicBezTo>
                <a:cubicBezTo>
                  <a:pt x="750613" y="797286"/>
                  <a:pt x="758550" y="794615"/>
                  <a:pt x="764724" y="797286"/>
                </a:cubicBezTo>
                <a:cubicBezTo>
                  <a:pt x="767369" y="796841"/>
                  <a:pt x="770456" y="795505"/>
                  <a:pt x="773433" y="794949"/>
                </a:cubicBezTo>
                <a:close/>
                <a:moveTo>
                  <a:pt x="162758" y="791924"/>
                </a:moveTo>
                <a:cubicBezTo>
                  <a:pt x="166115" y="791703"/>
                  <a:pt x="169556" y="792644"/>
                  <a:pt x="173167" y="795524"/>
                </a:cubicBezTo>
                <a:cubicBezTo>
                  <a:pt x="173167" y="795524"/>
                  <a:pt x="173167" y="795524"/>
                  <a:pt x="178583" y="800840"/>
                </a:cubicBezTo>
                <a:cubicBezTo>
                  <a:pt x="177680" y="803498"/>
                  <a:pt x="173167" y="804384"/>
                  <a:pt x="171361" y="806156"/>
                </a:cubicBezTo>
                <a:cubicBezTo>
                  <a:pt x="169556" y="803498"/>
                  <a:pt x="166848" y="801726"/>
                  <a:pt x="164140" y="800840"/>
                </a:cubicBezTo>
                <a:cubicBezTo>
                  <a:pt x="160529" y="800840"/>
                  <a:pt x="156918" y="801726"/>
                  <a:pt x="154210" y="804384"/>
                </a:cubicBezTo>
                <a:cubicBezTo>
                  <a:pt x="154210" y="806156"/>
                  <a:pt x="153308" y="807928"/>
                  <a:pt x="154210" y="809700"/>
                </a:cubicBezTo>
                <a:cubicBezTo>
                  <a:pt x="155113" y="810587"/>
                  <a:pt x="156918" y="810587"/>
                  <a:pt x="156918" y="808814"/>
                </a:cubicBezTo>
                <a:cubicBezTo>
                  <a:pt x="156918" y="807042"/>
                  <a:pt x="159627" y="806156"/>
                  <a:pt x="160529" y="804384"/>
                </a:cubicBezTo>
                <a:cubicBezTo>
                  <a:pt x="164140" y="803498"/>
                  <a:pt x="165945" y="806156"/>
                  <a:pt x="166848" y="808814"/>
                </a:cubicBezTo>
                <a:cubicBezTo>
                  <a:pt x="166848" y="812359"/>
                  <a:pt x="165043" y="815903"/>
                  <a:pt x="162335" y="818561"/>
                </a:cubicBezTo>
                <a:cubicBezTo>
                  <a:pt x="160529" y="822105"/>
                  <a:pt x="156918" y="819447"/>
                  <a:pt x="153308" y="819447"/>
                </a:cubicBezTo>
                <a:cubicBezTo>
                  <a:pt x="149697" y="815903"/>
                  <a:pt x="146086" y="812359"/>
                  <a:pt x="140670" y="812359"/>
                </a:cubicBezTo>
                <a:cubicBezTo>
                  <a:pt x="137059" y="811473"/>
                  <a:pt x="135254" y="807928"/>
                  <a:pt x="132546" y="806156"/>
                </a:cubicBezTo>
                <a:cubicBezTo>
                  <a:pt x="132546" y="806156"/>
                  <a:pt x="132546" y="806156"/>
                  <a:pt x="132546" y="804384"/>
                </a:cubicBezTo>
                <a:cubicBezTo>
                  <a:pt x="143378" y="803720"/>
                  <a:pt x="152687" y="792589"/>
                  <a:pt x="162758" y="791924"/>
                </a:cubicBezTo>
                <a:close/>
                <a:moveTo>
                  <a:pt x="874511" y="785593"/>
                </a:moveTo>
                <a:cubicBezTo>
                  <a:pt x="878014" y="785593"/>
                  <a:pt x="880642" y="785593"/>
                  <a:pt x="883269" y="787425"/>
                </a:cubicBezTo>
                <a:cubicBezTo>
                  <a:pt x="885021" y="790172"/>
                  <a:pt x="884145" y="794752"/>
                  <a:pt x="884145" y="796583"/>
                </a:cubicBezTo>
                <a:cubicBezTo>
                  <a:pt x="880642" y="802994"/>
                  <a:pt x="874511" y="807573"/>
                  <a:pt x="868379" y="809405"/>
                </a:cubicBezTo>
                <a:cubicBezTo>
                  <a:pt x="865752" y="808489"/>
                  <a:pt x="862248" y="809405"/>
                  <a:pt x="859621" y="807573"/>
                </a:cubicBezTo>
                <a:cubicBezTo>
                  <a:pt x="860497" y="804826"/>
                  <a:pt x="863124" y="802078"/>
                  <a:pt x="864876" y="801163"/>
                </a:cubicBezTo>
                <a:cubicBezTo>
                  <a:pt x="869255" y="800247"/>
                  <a:pt x="873635" y="798415"/>
                  <a:pt x="876262" y="794752"/>
                </a:cubicBezTo>
                <a:cubicBezTo>
                  <a:pt x="876262" y="792004"/>
                  <a:pt x="872759" y="792920"/>
                  <a:pt x="872759" y="790172"/>
                </a:cubicBezTo>
                <a:cubicBezTo>
                  <a:pt x="873635" y="788341"/>
                  <a:pt x="872759" y="786509"/>
                  <a:pt x="874511" y="785593"/>
                </a:cubicBezTo>
                <a:close/>
                <a:moveTo>
                  <a:pt x="227920" y="785593"/>
                </a:moveTo>
                <a:cubicBezTo>
                  <a:pt x="233150" y="786479"/>
                  <a:pt x="237508" y="790023"/>
                  <a:pt x="242737" y="788251"/>
                </a:cubicBezTo>
                <a:cubicBezTo>
                  <a:pt x="246223" y="790023"/>
                  <a:pt x="250581" y="791795"/>
                  <a:pt x="253196" y="795340"/>
                </a:cubicBezTo>
                <a:cubicBezTo>
                  <a:pt x="252324" y="797998"/>
                  <a:pt x="248838" y="796226"/>
                  <a:pt x="247095" y="797998"/>
                </a:cubicBezTo>
                <a:cubicBezTo>
                  <a:pt x="235765" y="805972"/>
                  <a:pt x="224434" y="823693"/>
                  <a:pt x="208746" y="816605"/>
                </a:cubicBezTo>
                <a:cubicBezTo>
                  <a:pt x="212232" y="813947"/>
                  <a:pt x="213975" y="809516"/>
                  <a:pt x="216590" y="806858"/>
                </a:cubicBezTo>
                <a:cubicBezTo>
                  <a:pt x="220076" y="807744"/>
                  <a:pt x="224434" y="807744"/>
                  <a:pt x="227049" y="804200"/>
                </a:cubicBezTo>
                <a:cubicBezTo>
                  <a:pt x="228792" y="801542"/>
                  <a:pt x="227920" y="799770"/>
                  <a:pt x="227920" y="796226"/>
                </a:cubicBezTo>
                <a:cubicBezTo>
                  <a:pt x="227920" y="796226"/>
                  <a:pt x="227920" y="796226"/>
                  <a:pt x="225306" y="793568"/>
                </a:cubicBezTo>
                <a:cubicBezTo>
                  <a:pt x="221819" y="796226"/>
                  <a:pt x="227920" y="799770"/>
                  <a:pt x="223563" y="801542"/>
                </a:cubicBezTo>
                <a:cubicBezTo>
                  <a:pt x="222691" y="802428"/>
                  <a:pt x="220948" y="803314"/>
                  <a:pt x="219205" y="803314"/>
                </a:cubicBezTo>
                <a:cubicBezTo>
                  <a:pt x="216590" y="798884"/>
                  <a:pt x="216590" y="792681"/>
                  <a:pt x="219205" y="787365"/>
                </a:cubicBezTo>
                <a:cubicBezTo>
                  <a:pt x="221819" y="786479"/>
                  <a:pt x="225306" y="786479"/>
                  <a:pt x="227920" y="785593"/>
                </a:cubicBezTo>
                <a:close/>
                <a:moveTo>
                  <a:pt x="148023" y="783284"/>
                </a:moveTo>
                <a:cubicBezTo>
                  <a:pt x="148023" y="783284"/>
                  <a:pt x="148023" y="783284"/>
                  <a:pt x="151595" y="789345"/>
                </a:cubicBezTo>
                <a:cubicBezTo>
                  <a:pt x="151595" y="791077"/>
                  <a:pt x="148916" y="791943"/>
                  <a:pt x="147130" y="791943"/>
                </a:cubicBezTo>
                <a:cubicBezTo>
                  <a:pt x="142666" y="791943"/>
                  <a:pt x="139094" y="788479"/>
                  <a:pt x="137308" y="785016"/>
                </a:cubicBezTo>
                <a:cubicBezTo>
                  <a:pt x="137308" y="785016"/>
                  <a:pt x="137308" y="785016"/>
                  <a:pt x="138201" y="784150"/>
                </a:cubicBezTo>
                <a:cubicBezTo>
                  <a:pt x="140880" y="785016"/>
                  <a:pt x="144451" y="782418"/>
                  <a:pt x="148023" y="783284"/>
                </a:cubicBezTo>
                <a:close/>
                <a:moveTo>
                  <a:pt x="202214" y="782656"/>
                </a:moveTo>
                <a:cubicBezTo>
                  <a:pt x="206728" y="783112"/>
                  <a:pt x="211127" y="784025"/>
                  <a:pt x="214831" y="784481"/>
                </a:cubicBezTo>
                <a:cubicBezTo>
                  <a:pt x="214831" y="784481"/>
                  <a:pt x="214831" y="784481"/>
                  <a:pt x="215757" y="785394"/>
                </a:cubicBezTo>
                <a:cubicBezTo>
                  <a:pt x="210201" y="794522"/>
                  <a:pt x="216683" y="810040"/>
                  <a:pt x="202793" y="815517"/>
                </a:cubicBezTo>
                <a:cubicBezTo>
                  <a:pt x="198162" y="817342"/>
                  <a:pt x="196310" y="813691"/>
                  <a:pt x="192606" y="812778"/>
                </a:cubicBezTo>
                <a:cubicBezTo>
                  <a:pt x="190754" y="809127"/>
                  <a:pt x="187050" y="805476"/>
                  <a:pt x="189828" y="801825"/>
                </a:cubicBezTo>
                <a:cubicBezTo>
                  <a:pt x="191680" y="799086"/>
                  <a:pt x="195384" y="798173"/>
                  <a:pt x="198162" y="799086"/>
                </a:cubicBezTo>
                <a:cubicBezTo>
                  <a:pt x="200014" y="799999"/>
                  <a:pt x="200014" y="803650"/>
                  <a:pt x="201866" y="803650"/>
                </a:cubicBezTo>
                <a:cubicBezTo>
                  <a:pt x="204645" y="801825"/>
                  <a:pt x="202793" y="799086"/>
                  <a:pt x="201866" y="797261"/>
                </a:cubicBezTo>
                <a:cubicBezTo>
                  <a:pt x="199088" y="794522"/>
                  <a:pt x="194458" y="794522"/>
                  <a:pt x="190754" y="795435"/>
                </a:cubicBezTo>
                <a:cubicBezTo>
                  <a:pt x="187050" y="795435"/>
                  <a:pt x="185198" y="804563"/>
                  <a:pt x="183346" y="797261"/>
                </a:cubicBezTo>
                <a:cubicBezTo>
                  <a:pt x="184272" y="792697"/>
                  <a:pt x="183346" y="786307"/>
                  <a:pt x="188902" y="783569"/>
                </a:cubicBezTo>
                <a:cubicBezTo>
                  <a:pt x="193069" y="782199"/>
                  <a:pt x="197699" y="782199"/>
                  <a:pt x="202214" y="782656"/>
                </a:cubicBezTo>
                <a:close/>
                <a:moveTo>
                  <a:pt x="776957" y="775870"/>
                </a:moveTo>
                <a:cubicBezTo>
                  <a:pt x="779339" y="775412"/>
                  <a:pt x="781607" y="776099"/>
                  <a:pt x="782967" y="779304"/>
                </a:cubicBezTo>
                <a:cubicBezTo>
                  <a:pt x="782967" y="783883"/>
                  <a:pt x="783874" y="788463"/>
                  <a:pt x="786596" y="793042"/>
                </a:cubicBezTo>
                <a:cubicBezTo>
                  <a:pt x="784782" y="796705"/>
                  <a:pt x="782060" y="792126"/>
                  <a:pt x="780246" y="791210"/>
                </a:cubicBezTo>
                <a:cubicBezTo>
                  <a:pt x="776617" y="789378"/>
                  <a:pt x="772989" y="791210"/>
                  <a:pt x="769360" y="791210"/>
                </a:cubicBezTo>
                <a:cubicBezTo>
                  <a:pt x="767546" y="787547"/>
                  <a:pt x="768453" y="782967"/>
                  <a:pt x="770267" y="779304"/>
                </a:cubicBezTo>
                <a:cubicBezTo>
                  <a:pt x="772082" y="777930"/>
                  <a:pt x="774576" y="776328"/>
                  <a:pt x="776957" y="775870"/>
                </a:cubicBezTo>
                <a:close/>
                <a:moveTo>
                  <a:pt x="122688" y="775274"/>
                </a:moveTo>
                <a:cubicBezTo>
                  <a:pt x="124762" y="775387"/>
                  <a:pt x="126605" y="776294"/>
                  <a:pt x="127066" y="778109"/>
                </a:cubicBezTo>
                <a:cubicBezTo>
                  <a:pt x="127988" y="781737"/>
                  <a:pt x="127066" y="783552"/>
                  <a:pt x="123379" y="784459"/>
                </a:cubicBezTo>
                <a:cubicBezTo>
                  <a:pt x="124301" y="788087"/>
                  <a:pt x="128910" y="790809"/>
                  <a:pt x="131675" y="792623"/>
                </a:cubicBezTo>
                <a:cubicBezTo>
                  <a:pt x="136284" y="793530"/>
                  <a:pt x="141814" y="792623"/>
                  <a:pt x="143658" y="796252"/>
                </a:cubicBezTo>
                <a:cubicBezTo>
                  <a:pt x="142736" y="798973"/>
                  <a:pt x="139971" y="798973"/>
                  <a:pt x="138127" y="799880"/>
                </a:cubicBezTo>
                <a:cubicBezTo>
                  <a:pt x="131675" y="799880"/>
                  <a:pt x="125222" y="798973"/>
                  <a:pt x="122457" y="793530"/>
                </a:cubicBezTo>
                <a:cubicBezTo>
                  <a:pt x="117848" y="788994"/>
                  <a:pt x="115083" y="783552"/>
                  <a:pt x="116926" y="777202"/>
                </a:cubicBezTo>
                <a:cubicBezTo>
                  <a:pt x="118309" y="775841"/>
                  <a:pt x="120614" y="775161"/>
                  <a:pt x="122688" y="775274"/>
                </a:cubicBezTo>
                <a:close/>
                <a:moveTo>
                  <a:pt x="221173" y="766769"/>
                </a:moveTo>
                <a:cubicBezTo>
                  <a:pt x="222289" y="766996"/>
                  <a:pt x="223629" y="767677"/>
                  <a:pt x="224521" y="767677"/>
                </a:cubicBezTo>
                <a:cubicBezTo>
                  <a:pt x="224521" y="767677"/>
                  <a:pt x="224521" y="767677"/>
                  <a:pt x="230772" y="771305"/>
                </a:cubicBezTo>
                <a:cubicBezTo>
                  <a:pt x="231665" y="774934"/>
                  <a:pt x="232558" y="779469"/>
                  <a:pt x="232558" y="782191"/>
                </a:cubicBezTo>
                <a:cubicBezTo>
                  <a:pt x="230772" y="784005"/>
                  <a:pt x="229879" y="781284"/>
                  <a:pt x="227200" y="782191"/>
                </a:cubicBezTo>
                <a:cubicBezTo>
                  <a:pt x="224521" y="782191"/>
                  <a:pt x="220057" y="783098"/>
                  <a:pt x="218271" y="779469"/>
                </a:cubicBezTo>
                <a:cubicBezTo>
                  <a:pt x="220057" y="776748"/>
                  <a:pt x="220057" y="772212"/>
                  <a:pt x="219164" y="768584"/>
                </a:cubicBezTo>
                <a:cubicBezTo>
                  <a:pt x="219164" y="766769"/>
                  <a:pt x="220057" y="766543"/>
                  <a:pt x="221173" y="766769"/>
                </a:cubicBezTo>
                <a:close/>
                <a:moveTo>
                  <a:pt x="823575" y="765810"/>
                </a:moveTo>
                <a:cubicBezTo>
                  <a:pt x="825256" y="764955"/>
                  <a:pt x="827777" y="766665"/>
                  <a:pt x="826937" y="768374"/>
                </a:cubicBezTo>
                <a:cubicBezTo>
                  <a:pt x="829458" y="774358"/>
                  <a:pt x="822735" y="774358"/>
                  <a:pt x="819373" y="776067"/>
                </a:cubicBezTo>
                <a:cubicBezTo>
                  <a:pt x="817692" y="774358"/>
                  <a:pt x="816011" y="773503"/>
                  <a:pt x="815171" y="770939"/>
                </a:cubicBezTo>
                <a:cubicBezTo>
                  <a:pt x="816852" y="768374"/>
                  <a:pt x="820213" y="767519"/>
                  <a:pt x="823575" y="765810"/>
                </a:cubicBezTo>
                <a:close/>
                <a:moveTo>
                  <a:pt x="853103" y="764426"/>
                </a:moveTo>
                <a:cubicBezTo>
                  <a:pt x="853103" y="764426"/>
                  <a:pt x="853103" y="764426"/>
                  <a:pt x="854858" y="769718"/>
                </a:cubicBezTo>
                <a:cubicBezTo>
                  <a:pt x="854858" y="774127"/>
                  <a:pt x="854858" y="779419"/>
                  <a:pt x="852226" y="782065"/>
                </a:cubicBezTo>
                <a:cubicBezTo>
                  <a:pt x="851349" y="787356"/>
                  <a:pt x="852226" y="792648"/>
                  <a:pt x="847840" y="796176"/>
                </a:cubicBezTo>
                <a:cubicBezTo>
                  <a:pt x="844330" y="799703"/>
                  <a:pt x="839067" y="799703"/>
                  <a:pt x="834680" y="799703"/>
                </a:cubicBezTo>
                <a:cubicBezTo>
                  <a:pt x="832048" y="797057"/>
                  <a:pt x="832048" y="794412"/>
                  <a:pt x="832048" y="790884"/>
                </a:cubicBezTo>
                <a:cubicBezTo>
                  <a:pt x="832048" y="789120"/>
                  <a:pt x="833803" y="788238"/>
                  <a:pt x="835558" y="787356"/>
                </a:cubicBezTo>
                <a:cubicBezTo>
                  <a:pt x="836435" y="788238"/>
                  <a:pt x="839067" y="788238"/>
                  <a:pt x="839067" y="786474"/>
                </a:cubicBezTo>
                <a:cubicBezTo>
                  <a:pt x="839067" y="784710"/>
                  <a:pt x="836435" y="784710"/>
                  <a:pt x="835558" y="784710"/>
                </a:cubicBezTo>
                <a:cubicBezTo>
                  <a:pt x="832048" y="785592"/>
                  <a:pt x="829416" y="788238"/>
                  <a:pt x="828539" y="790884"/>
                </a:cubicBezTo>
                <a:cubicBezTo>
                  <a:pt x="825030" y="795294"/>
                  <a:pt x="833803" y="800585"/>
                  <a:pt x="826785" y="801467"/>
                </a:cubicBezTo>
                <a:cubicBezTo>
                  <a:pt x="825907" y="794412"/>
                  <a:pt x="825030" y="786474"/>
                  <a:pt x="821521" y="781183"/>
                </a:cubicBezTo>
                <a:cubicBezTo>
                  <a:pt x="827662" y="774127"/>
                  <a:pt x="838189" y="779419"/>
                  <a:pt x="844330" y="771481"/>
                </a:cubicBezTo>
                <a:cubicBezTo>
                  <a:pt x="848717" y="770599"/>
                  <a:pt x="846962" y="761780"/>
                  <a:pt x="853103" y="764426"/>
                </a:cubicBezTo>
                <a:close/>
                <a:moveTo>
                  <a:pt x="793083" y="753843"/>
                </a:moveTo>
                <a:cubicBezTo>
                  <a:pt x="794878" y="754738"/>
                  <a:pt x="794878" y="756527"/>
                  <a:pt x="795775" y="758317"/>
                </a:cubicBezTo>
                <a:cubicBezTo>
                  <a:pt x="808337" y="769949"/>
                  <a:pt x="826283" y="783370"/>
                  <a:pt x="821796" y="803055"/>
                </a:cubicBezTo>
                <a:cubicBezTo>
                  <a:pt x="819105" y="802160"/>
                  <a:pt x="820002" y="799476"/>
                  <a:pt x="818207" y="797687"/>
                </a:cubicBezTo>
                <a:cubicBezTo>
                  <a:pt x="814618" y="795002"/>
                  <a:pt x="810132" y="795002"/>
                  <a:pt x="806543" y="792318"/>
                </a:cubicBezTo>
                <a:cubicBezTo>
                  <a:pt x="808337" y="789634"/>
                  <a:pt x="809235" y="786055"/>
                  <a:pt x="806543" y="782476"/>
                </a:cubicBezTo>
                <a:cubicBezTo>
                  <a:pt x="805645" y="779791"/>
                  <a:pt x="802954" y="778002"/>
                  <a:pt x="799364" y="778897"/>
                </a:cubicBezTo>
                <a:cubicBezTo>
                  <a:pt x="796673" y="778897"/>
                  <a:pt x="793981" y="780686"/>
                  <a:pt x="793083" y="783370"/>
                </a:cubicBezTo>
                <a:cubicBezTo>
                  <a:pt x="793083" y="785160"/>
                  <a:pt x="793083" y="786055"/>
                  <a:pt x="794878" y="786949"/>
                </a:cubicBezTo>
                <a:cubicBezTo>
                  <a:pt x="797570" y="786055"/>
                  <a:pt x="797570" y="779791"/>
                  <a:pt x="802056" y="782476"/>
                </a:cubicBezTo>
                <a:cubicBezTo>
                  <a:pt x="805645" y="784265"/>
                  <a:pt x="803851" y="788739"/>
                  <a:pt x="802954" y="791423"/>
                </a:cubicBezTo>
                <a:cubicBezTo>
                  <a:pt x="799364" y="794107"/>
                  <a:pt x="794878" y="795002"/>
                  <a:pt x="790392" y="793213"/>
                </a:cubicBezTo>
                <a:cubicBezTo>
                  <a:pt x="786802" y="790528"/>
                  <a:pt x="786802" y="786055"/>
                  <a:pt x="785905" y="781581"/>
                </a:cubicBezTo>
                <a:cubicBezTo>
                  <a:pt x="785905" y="781581"/>
                  <a:pt x="785905" y="781581"/>
                  <a:pt x="788597" y="774423"/>
                </a:cubicBezTo>
                <a:cubicBezTo>
                  <a:pt x="785008" y="767265"/>
                  <a:pt x="788597" y="761001"/>
                  <a:pt x="791289" y="755633"/>
                </a:cubicBezTo>
                <a:cubicBezTo>
                  <a:pt x="791289" y="755633"/>
                  <a:pt x="791289" y="755633"/>
                  <a:pt x="793083" y="753843"/>
                </a:cubicBezTo>
                <a:close/>
                <a:moveTo>
                  <a:pt x="154537" y="753765"/>
                </a:moveTo>
                <a:cubicBezTo>
                  <a:pt x="155320" y="755181"/>
                  <a:pt x="155992" y="757360"/>
                  <a:pt x="157783" y="757796"/>
                </a:cubicBezTo>
                <a:cubicBezTo>
                  <a:pt x="164052" y="760411"/>
                  <a:pt x="169425" y="762154"/>
                  <a:pt x="174798" y="764768"/>
                </a:cubicBezTo>
                <a:cubicBezTo>
                  <a:pt x="177484" y="766511"/>
                  <a:pt x="180171" y="769998"/>
                  <a:pt x="179275" y="773484"/>
                </a:cubicBezTo>
                <a:cubicBezTo>
                  <a:pt x="175693" y="778713"/>
                  <a:pt x="176589" y="786558"/>
                  <a:pt x="177484" y="792659"/>
                </a:cubicBezTo>
                <a:cubicBezTo>
                  <a:pt x="174798" y="793530"/>
                  <a:pt x="173007" y="790044"/>
                  <a:pt x="170320" y="790044"/>
                </a:cubicBezTo>
                <a:cubicBezTo>
                  <a:pt x="165843" y="790044"/>
                  <a:pt x="170320" y="784814"/>
                  <a:pt x="168529" y="781328"/>
                </a:cubicBezTo>
                <a:cubicBezTo>
                  <a:pt x="168529" y="778713"/>
                  <a:pt x="166738" y="776970"/>
                  <a:pt x="164947" y="775227"/>
                </a:cubicBezTo>
                <a:cubicBezTo>
                  <a:pt x="162261" y="775227"/>
                  <a:pt x="160470" y="774356"/>
                  <a:pt x="158679" y="776099"/>
                </a:cubicBezTo>
                <a:cubicBezTo>
                  <a:pt x="158679" y="776099"/>
                  <a:pt x="158679" y="776099"/>
                  <a:pt x="157783" y="776970"/>
                </a:cubicBezTo>
                <a:cubicBezTo>
                  <a:pt x="159574" y="778713"/>
                  <a:pt x="164052" y="777842"/>
                  <a:pt x="164052" y="781328"/>
                </a:cubicBezTo>
                <a:cubicBezTo>
                  <a:pt x="164947" y="783071"/>
                  <a:pt x="164052" y="785686"/>
                  <a:pt x="162261" y="787429"/>
                </a:cubicBezTo>
                <a:cubicBezTo>
                  <a:pt x="159574" y="787429"/>
                  <a:pt x="156888" y="789172"/>
                  <a:pt x="154201" y="786558"/>
                </a:cubicBezTo>
                <a:cubicBezTo>
                  <a:pt x="152410" y="783071"/>
                  <a:pt x="149724" y="778713"/>
                  <a:pt x="150619" y="774356"/>
                </a:cubicBezTo>
                <a:cubicBezTo>
                  <a:pt x="147932" y="772612"/>
                  <a:pt x="147037" y="768255"/>
                  <a:pt x="146141" y="765640"/>
                </a:cubicBezTo>
                <a:cubicBezTo>
                  <a:pt x="145246" y="761282"/>
                  <a:pt x="149724" y="757796"/>
                  <a:pt x="150619" y="754310"/>
                </a:cubicBezTo>
                <a:cubicBezTo>
                  <a:pt x="152858" y="751695"/>
                  <a:pt x="153753" y="752348"/>
                  <a:pt x="154537" y="753765"/>
                </a:cubicBezTo>
                <a:close/>
                <a:moveTo>
                  <a:pt x="176678" y="752255"/>
                </a:moveTo>
                <a:cubicBezTo>
                  <a:pt x="180488" y="753948"/>
                  <a:pt x="188108" y="755642"/>
                  <a:pt x="188108" y="761568"/>
                </a:cubicBezTo>
                <a:cubicBezTo>
                  <a:pt x="188108" y="761568"/>
                  <a:pt x="188108" y="761568"/>
                  <a:pt x="182393" y="764955"/>
                </a:cubicBezTo>
                <a:cubicBezTo>
                  <a:pt x="179536" y="762415"/>
                  <a:pt x="175726" y="759875"/>
                  <a:pt x="173821" y="756488"/>
                </a:cubicBezTo>
                <a:cubicBezTo>
                  <a:pt x="173821" y="754795"/>
                  <a:pt x="174773" y="753102"/>
                  <a:pt x="176678" y="752255"/>
                </a:cubicBezTo>
                <a:close/>
                <a:moveTo>
                  <a:pt x="208292" y="744318"/>
                </a:moveTo>
                <a:cubicBezTo>
                  <a:pt x="211921" y="747966"/>
                  <a:pt x="214642" y="753438"/>
                  <a:pt x="213735" y="758909"/>
                </a:cubicBezTo>
                <a:cubicBezTo>
                  <a:pt x="211014" y="764381"/>
                  <a:pt x="218271" y="769853"/>
                  <a:pt x="214642" y="776237"/>
                </a:cubicBezTo>
                <a:cubicBezTo>
                  <a:pt x="213735" y="778973"/>
                  <a:pt x="210107" y="778973"/>
                  <a:pt x="208292" y="779884"/>
                </a:cubicBezTo>
                <a:cubicBezTo>
                  <a:pt x="205571" y="778973"/>
                  <a:pt x="201035" y="779884"/>
                  <a:pt x="199221" y="777149"/>
                </a:cubicBezTo>
                <a:cubicBezTo>
                  <a:pt x="197407" y="770765"/>
                  <a:pt x="210107" y="773501"/>
                  <a:pt x="203757" y="768941"/>
                </a:cubicBezTo>
                <a:cubicBezTo>
                  <a:pt x="200128" y="768029"/>
                  <a:pt x="196500" y="769853"/>
                  <a:pt x="195592" y="772589"/>
                </a:cubicBezTo>
                <a:cubicBezTo>
                  <a:pt x="194685" y="774413"/>
                  <a:pt x="196500" y="778061"/>
                  <a:pt x="193778" y="778973"/>
                </a:cubicBezTo>
                <a:cubicBezTo>
                  <a:pt x="188335" y="778973"/>
                  <a:pt x="183800" y="783532"/>
                  <a:pt x="181985" y="787180"/>
                </a:cubicBezTo>
                <a:cubicBezTo>
                  <a:pt x="181078" y="786268"/>
                  <a:pt x="180171" y="783532"/>
                  <a:pt x="181078" y="781708"/>
                </a:cubicBezTo>
                <a:cubicBezTo>
                  <a:pt x="181078" y="768941"/>
                  <a:pt x="192871" y="763469"/>
                  <a:pt x="201035" y="755262"/>
                </a:cubicBezTo>
                <a:cubicBezTo>
                  <a:pt x="201035" y="755262"/>
                  <a:pt x="201035" y="755262"/>
                  <a:pt x="208292" y="744318"/>
                </a:cubicBezTo>
                <a:close/>
                <a:moveTo>
                  <a:pt x="875042" y="741333"/>
                </a:moveTo>
                <a:cubicBezTo>
                  <a:pt x="875949" y="741333"/>
                  <a:pt x="877764" y="739555"/>
                  <a:pt x="877764" y="741333"/>
                </a:cubicBezTo>
                <a:cubicBezTo>
                  <a:pt x="875949" y="746667"/>
                  <a:pt x="876857" y="753779"/>
                  <a:pt x="878671" y="759113"/>
                </a:cubicBezTo>
                <a:cubicBezTo>
                  <a:pt x="878671" y="761780"/>
                  <a:pt x="876857" y="760891"/>
                  <a:pt x="875949" y="760002"/>
                </a:cubicBezTo>
                <a:cubicBezTo>
                  <a:pt x="873228" y="754668"/>
                  <a:pt x="872321" y="747556"/>
                  <a:pt x="875042" y="741333"/>
                </a:cubicBezTo>
                <a:close/>
                <a:moveTo>
                  <a:pt x="904614" y="733262"/>
                </a:moveTo>
                <a:cubicBezTo>
                  <a:pt x="906166" y="734265"/>
                  <a:pt x="907717" y="735826"/>
                  <a:pt x="909491" y="736271"/>
                </a:cubicBezTo>
                <a:cubicBezTo>
                  <a:pt x="915698" y="742513"/>
                  <a:pt x="918358" y="754104"/>
                  <a:pt x="914811" y="763020"/>
                </a:cubicBezTo>
                <a:cubicBezTo>
                  <a:pt x="910377" y="779960"/>
                  <a:pt x="896190" y="793334"/>
                  <a:pt x="885550" y="808492"/>
                </a:cubicBezTo>
                <a:cubicBezTo>
                  <a:pt x="850081" y="853072"/>
                  <a:pt x="808406" y="888736"/>
                  <a:pt x="760523" y="918159"/>
                </a:cubicBezTo>
                <a:cubicBezTo>
                  <a:pt x="752543" y="922617"/>
                  <a:pt x="740129" y="925292"/>
                  <a:pt x="731262" y="920834"/>
                </a:cubicBezTo>
                <a:cubicBezTo>
                  <a:pt x="728602" y="919051"/>
                  <a:pt x="724168" y="916376"/>
                  <a:pt x="723281" y="912810"/>
                </a:cubicBezTo>
                <a:cubicBezTo>
                  <a:pt x="722395" y="911026"/>
                  <a:pt x="721508" y="910135"/>
                  <a:pt x="722395" y="909243"/>
                </a:cubicBezTo>
                <a:cubicBezTo>
                  <a:pt x="724168" y="909243"/>
                  <a:pt x="726828" y="913701"/>
                  <a:pt x="729488" y="914593"/>
                </a:cubicBezTo>
                <a:cubicBezTo>
                  <a:pt x="735695" y="918159"/>
                  <a:pt x="743676" y="919051"/>
                  <a:pt x="751656" y="919051"/>
                </a:cubicBezTo>
                <a:cubicBezTo>
                  <a:pt x="780918" y="903002"/>
                  <a:pt x="808406" y="880712"/>
                  <a:pt x="834120" y="856638"/>
                </a:cubicBezTo>
                <a:cubicBezTo>
                  <a:pt x="852741" y="838806"/>
                  <a:pt x="870475" y="821866"/>
                  <a:pt x="885550" y="800467"/>
                </a:cubicBezTo>
                <a:cubicBezTo>
                  <a:pt x="885550" y="800467"/>
                  <a:pt x="885550" y="800467"/>
                  <a:pt x="910377" y="765694"/>
                </a:cubicBezTo>
                <a:cubicBezTo>
                  <a:pt x="913924" y="758562"/>
                  <a:pt x="914811" y="747862"/>
                  <a:pt x="909491" y="740729"/>
                </a:cubicBezTo>
                <a:cubicBezTo>
                  <a:pt x="907717" y="737163"/>
                  <a:pt x="904170" y="735380"/>
                  <a:pt x="899737" y="733597"/>
                </a:cubicBezTo>
                <a:cubicBezTo>
                  <a:pt x="901510" y="731813"/>
                  <a:pt x="903062" y="732259"/>
                  <a:pt x="904614" y="733262"/>
                </a:cubicBezTo>
                <a:close/>
                <a:moveTo>
                  <a:pt x="870694" y="726855"/>
                </a:moveTo>
                <a:cubicBezTo>
                  <a:pt x="873366" y="729474"/>
                  <a:pt x="874257" y="732967"/>
                  <a:pt x="874257" y="736459"/>
                </a:cubicBezTo>
                <a:cubicBezTo>
                  <a:pt x="868913" y="741698"/>
                  <a:pt x="868913" y="749556"/>
                  <a:pt x="869804" y="756541"/>
                </a:cubicBezTo>
                <a:cubicBezTo>
                  <a:pt x="871585" y="759160"/>
                  <a:pt x="872476" y="762653"/>
                  <a:pt x="876038" y="764399"/>
                </a:cubicBezTo>
                <a:cubicBezTo>
                  <a:pt x="877819" y="763526"/>
                  <a:pt x="877819" y="762653"/>
                  <a:pt x="878709" y="760907"/>
                </a:cubicBezTo>
                <a:cubicBezTo>
                  <a:pt x="882271" y="760034"/>
                  <a:pt x="885834" y="756541"/>
                  <a:pt x="889396" y="760034"/>
                </a:cubicBezTo>
                <a:cubicBezTo>
                  <a:pt x="891177" y="761780"/>
                  <a:pt x="892958" y="764399"/>
                  <a:pt x="892958" y="767018"/>
                </a:cubicBezTo>
                <a:cubicBezTo>
                  <a:pt x="892958" y="771384"/>
                  <a:pt x="889396" y="774003"/>
                  <a:pt x="885834" y="776623"/>
                </a:cubicBezTo>
                <a:cubicBezTo>
                  <a:pt x="879600" y="779242"/>
                  <a:pt x="872476" y="776623"/>
                  <a:pt x="867132" y="772257"/>
                </a:cubicBezTo>
                <a:cubicBezTo>
                  <a:pt x="861789" y="766145"/>
                  <a:pt x="858227" y="760034"/>
                  <a:pt x="859117" y="752176"/>
                </a:cubicBezTo>
                <a:cubicBezTo>
                  <a:pt x="856446" y="744317"/>
                  <a:pt x="862680" y="738206"/>
                  <a:pt x="864461" y="732094"/>
                </a:cubicBezTo>
                <a:cubicBezTo>
                  <a:pt x="867132" y="730348"/>
                  <a:pt x="868023" y="727728"/>
                  <a:pt x="870694" y="726855"/>
                </a:cubicBezTo>
                <a:close/>
                <a:moveTo>
                  <a:pt x="124785" y="725267"/>
                </a:moveTo>
                <a:cubicBezTo>
                  <a:pt x="129194" y="728971"/>
                  <a:pt x="130958" y="734528"/>
                  <a:pt x="130076" y="741010"/>
                </a:cubicBezTo>
                <a:cubicBezTo>
                  <a:pt x="130076" y="742862"/>
                  <a:pt x="129194" y="745640"/>
                  <a:pt x="126548" y="747492"/>
                </a:cubicBezTo>
                <a:cubicBezTo>
                  <a:pt x="125667" y="747492"/>
                  <a:pt x="123903" y="745640"/>
                  <a:pt x="124785" y="743788"/>
                </a:cubicBezTo>
                <a:cubicBezTo>
                  <a:pt x="126548" y="741010"/>
                  <a:pt x="126548" y="736380"/>
                  <a:pt x="125667" y="731749"/>
                </a:cubicBezTo>
                <a:cubicBezTo>
                  <a:pt x="124785" y="730823"/>
                  <a:pt x="123021" y="728971"/>
                  <a:pt x="123903" y="726193"/>
                </a:cubicBezTo>
                <a:cubicBezTo>
                  <a:pt x="123903" y="726193"/>
                  <a:pt x="123903" y="726193"/>
                  <a:pt x="124785" y="725267"/>
                </a:cubicBezTo>
                <a:close/>
                <a:moveTo>
                  <a:pt x="902681" y="717297"/>
                </a:moveTo>
                <a:cubicBezTo>
                  <a:pt x="905342" y="717075"/>
                  <a:pt x="908002" y="717075"/>
                  <a:pt x="910662" y="718407"/>
                </a:cubicBezTo>
                <a:cubicBezTo>
                  <a:pt x="910662" y="718407"/>
                  <a:pt x="910662" y="718407"/>
                  <a:pt x="922190" y="726401"/>
                </a:cubicBezTo>
                <a:cubicBezTo>
                  <a:pt x="928398" y="734395"/>
                  <a:pt x="931058" y="744166"/>
                  <a:pt x="931058" y="753937"/>
                </a:cubicBezTo>
                <a:cubicBezTo>
                  <a:pt x="929284" y="755713"/>
                  <a:pt x="931058" y="758378"/>
                  <a:pt x="930171" y="761042"/>
                </a:cubicBezTo>
                <a:cubicBezTo>
                  <a:pt x="927511" y="763707"/>
                  <a:pt x="929284" y="768148"/>
                  <a:pt x="927511" y="770813"/>
                </a:cubicBezTo>
                <a:cubicBezTo>
                  <a:pt x="923964" y="785025"/>
                  <a:pt x="911549" y="795684"/>
                  <a:pt x="903568" y="808119"/>
                </a:cubicBezTo>
                <a:cubicBezTo>
                  <a:pt x="891153" y="822331"/>
                  <a:pt x="879625" y="838320"/>
                  <a:pt x="866324" y="851643"/>
                </a:cubicBezTo>
                <a:cubicBezTo>
                  <a:pt x="862777" y="852531"/>
                  <a:pt x="861890" y="856973"/>
                  <a:pt x="859230" y="858749"/>
                </a:cubicBezTo>
                <a:cubicBezTo>
                  <a:pt x="845928" y="870296"/>
                  <a:pt x="833514" y="882732"/>
                  <a:pt x="820212" y="892502"/>
                </a:cubicBezTo>
                <a:cubicBezTo>
                  <a:pt x="819325" y="896055"/>
                  <a:pt x="814892" y="896055"/>
                  <a:pt x="813118" y="898720"/>
                </a:cubicBezTo>
                <a:cubicBezTo>
                  <a:pt x="795383" y="912044"/>
                  <a:pt x="778534" y="924479"/>
                  <a:pt x="760799" y="933361"/>
                </a:cubicBezTo>
                <a:cubicBezTo>
                  <a:pt x="744837" y="939579"/>
                  <a:pt x="724441" y="936914"/>
                  <a:pt x="712914" y="924479"/>
                </a:cubicBezTo>
                <a:cubicBezTo>
                  <a:pt x="707593" y="918261"/>
                  <a:pt x="704046" y="910267"/>
                  <a:pt x="705819" y="903161"/>
                </a:cubicBezTo>
                <a:cubicBezTo>
                  <a:pt x="707593" y="900496"/>
                  <a:pt x="711140" y="903161"/>
                  <a:pt x="714687" y="903161"/>
                </a:cubicBezTo>
                <a:cubicBezTo>
                  <a:pt x="717347" y="907602"/>
                  <a:pt x="719121" y="913820"/>
                  <a:pt x="723555" y="918261"/>
                </a:cubicBezTo>
                <a:cubicBezTo>
                  <a:pt x="731536" y="925367"/>
                  <a:pt x="743950" y="928920"/>
                  <a:pt x="754592" y="923591"/>
                </a:cubicBezTo>
                <a:cubicBezTo>
                  <a:pt x="774987" y="917373"/>
                  <a:pt x="790062" y="900496"/>
                  <a:pt x="807797" y="889838"/>
                </a:cubicBezTo>
                <a:cubicBezTo>
                  <a:pt x="844155" y="860526"/>
                  <a:pt x="876965" y="825884"/>
                  <a:pt x="903568" y="789466"/>
                </a:cubicBezTo>
                <a:cubicBezTo>
                  <a:pt x="909775" y="782360"/>
                  <a:pt x="915983" y="774366"/>
                  <a:pt x="916870" y="765484"/>
                </a:cubicBezTo>
                <a:cubicBezTo>
                  <a:pt x="920417" y="755713"/>
                  <a:pt x="920417" y="744166"/>
                  <a:pt x="914209" y="736172"/>
                </a:cubicBezTo>
                <a:cubicBezTo>
                  <a:pt x="909775" y="729954"/>
                  <a:pt x="903568" y="727289"/>
                  <a:pt x="896474" y="726401"/>
                </a:cubicBezTo>
                <a:cubicBezTo>
                  <a:pt x="894700" y="723736"/>
                  <a:pt x="893814" y="721072"/>
                  <a:pt x="894700" y="717519"/>
                </a:cubicBezTo>
                <a:cubicBezTo>
                  <a:pt x="897361" y="717963"/>
                  <a:pt x="900021" y="717519"/>
                  <a:pt x="902681" y="717297"/>
                </a:cubicBezTo>
                <a:close/>
                <a:moveTo>
                  <a:pt x="98581" y="715042"/>
                </a:moveTo>
                <a:cubicBezTo>
                  <a:pt x="100353" y="714155"/>
                  <a:pt x="101239" y="715930"/>
                  <a:pt x="100353" y="716817"/>
                </a:cubicBezTo>
                <a:cubicBezTo>
                  <a:pt x="93265" y="720366"/>
                  <a:pt x="88834" y="725690"/>
                  <a:pt x="86176" y="732789"/>
                </a:cubicBezTo>
                <a:cubicBezTo>
                  <a:pt x="85290" y="738113"/>
                  <a:pt x="84404" y="746099"/>
                  <a:pt x="87948" y="750536"/>
                </a:cubicBezTo>
                <a:cubicBezTo>
                  <a:pt x="88834" y="755860"/>
                  <a:pt x="93265" y="760297"/>
                  <a:pt x="95037" y="764733"/>
                </a:cubicBezTo>
                <a:cubicBezTo>
                  <a:pt x="114530" y="792241"/>
                  <a:pt x="134909" y="821523"/>
                  <a:pt x="159718" y="845481"/>
                </a:cubicBezTo>
                <a:cubicBezTo>
                  <a:pt x="172123" y="858791"/>
                  <a:pt x="186299" y="871214"/>
                  <a:pt x="200476" y="882749"/>
                </a:cubicBezTo>
                <a:cubicBezTo>
                  <a:pt x="214653" y="893397"/>
                  <a:pt x="228830" y="905820"/>
                  <a:pt x="245665" y="912918"/>
                </a:cubicBezTo>
                <a:cubicBezTo>
                  <a:pt x="251867" y="914693"/>
                  <a:pt x="261613" y="914693"/>
                  <a:pt x="266044" y="908482"/>
                </a:cubicBezTo>
                <a:cubicBezTo>
                  <a:pt x="269588" y="905820"/>
                  <a:pt x="267816" y="898721"/>
                  <a:pt x="272246" y="899608"/>
                </a:cubicBezTo>
                <a:cubicBezTo>
                  <a:pt x="271360" y="905820"/>
                  <a:pt x="269588" y="912031"/>
                  <a:pt x="263385" y="914693"/>
                </a:cubicBezTo>
                <a:cubicBezTo>
                  <a:pt x="255411" y="917355"/>
                  <a:pt x="247437" y="915580"/>
                  <a:pt x="239462" y="913806"/>
                </a:cubicBezTo>
                <a:cubicBezTo>
                  <a:pt x="219969" y="904045"/>
                  <a:pt x="204020" y="889848"/>
                  <a:pt x="186299" y="875650"/>
                </a:cubicBezTo>
                <a:cubicBezTo>
                  <a:pt x="154402" y="848143"/>
                  <a:pt x="125162" y="815311"/>
                  <a:pt x="103011" y="781593"/>
                </a:cubicBezTo>
                <a:cubicBezTo>
                  <a:pt x="95923" y="770057"/>
                  <a:pt x="84404" y="758522"/>
                  <a:pt x="81746" y="744325"/>
                </a:cubicBezTo>
                <a:cubicBezTo>
                  <a:pt x="84404" y="732789"/>
                  <a:pt x="85290" y="717704"/>
                  <a:pt x="98581" y="715042"/>
                </a:cubicBezTo>
                <a:close/>
                <a:moveTo>
                  <a:pt x="127525" y="707991"/>
                </a:moveTo>
                <a:cubicBezTo>
                  <a:pt x="128411" y="706217"/>
                  <a:pt x="131069" y="707991"/>
                  <a:pt x="131955" y="708879"/>
                </a:cubicBezTo>
                <a:cubicBezTo>
                  <a:pt x="139930" y="717750"/>
                  <a:pt x="145246" y="730170"/>
                  <a:pt x="143474" y="741702"/>
                </a:cubicBezTo>
                <a:cubicBezTo>
                  <a:pt x="143474" y="749687"/>
                  <a:pt x="139930" y="756784"/>
                  <a:pt x="133727" y="761219"/>
                </a:cubicBezTo>
                <a:cubicBezTo>
                  <a:pt x="128411" y="762994"/>
                  <a:pt x="120437" y="766542"/>
                  <a:pt x="115120" y="762994"/>
                </a:cubicBezTo>
                <a:cubicBezTo>
                  <a:pt x="111576" y="762106"/>
                  <a:pt x="108032" y="757671"/>
                  <a:pt x="108032" y="753235"/>
                </a:cubicBezTo>
                <a:cubicBezTo>
                  <a:pt x="107146" y="748799"/>
                  <a:pt x="108918" y="746138"/>
                  <a:pt x="111576" y="744364"/>
                </a:cubicBezTo>
                <a:cubicBezTo>
                  <a:pt x="114234" y="742590"/>
                  <a:pt x="116892" y="742590"/>
                  <a:pt x="119551" y="743477"/>
                </a:cubicBezTo>
                <a:cubicBezTo>
                  <a:pt x="124867" y="745251"/>
                  <a:pt x="120437" y="755897"/>
                  <a:pt x="127525" y="751461"/>
                </a:cubicBezTo>
                <a:cubicBezTo>
                  <a:pt x="133727" y="745251"/>
                  <a:pt x="134613" y="736380"/>
                  <a:pt x="132841" y="728395"/>
                </a:cubicBezTo>
                <a:cubicBezTo>
                  <a:pt x="131069" y="725734"/>
                  <a:pt x="130183" y="721298"/>
                  <a:pt x="126639" y="719524"/>
                </a:cubicBezTo>
                <a:cubicBezTo>
                  <a:pt x="125753" y="715088"/>
                  <a:pt x="126639" y="711540"/>
                  <a:pt x="127525" y="707991"/>
                </a:cubicBezTo>
                <a:close/>
                <a:moveTo>
                  <a:pt x="933078" y="707805"/>
                </a:moveTo>
                <a:cubicBezTo>
                  <a:pt x="937119" y="708731"/>
                  <a:pt x="938129" y="711509"/>
                  <a:pt x="940150" y="714287"/>
                </a:cubicBezTo>
                <a:cubicBezTo>
                  <a:pt x="942170" y="720770"/>
                  <a:pt x="942170" y="730956"/>
                  <a:pt x="936109" y="736512"/>
                </a:cubicBezTo>
                <a:cubicBezTo>
                  <a:pt x="935099" y="737438"/>
                  <a:pt x="931058" y="741142"/>
                  <a:pt x="931058" y="736512"/>
                </a:cubicBezTo>
                <a:cubicBezTo>
                  <a:pt x="932068" y="733734"/>
                  <a:pt x="935099" y="731882"/>
                  <a:pt x="937119" y="729104"/>
                </a:cubicBezTo>
                <a:cubicBezTo>
                  <a:pt x="938129" y="722622"/>
                  <a:pt x="938129" y="715213"/>
                  <a:pt x="932068" y="711509"/>
                </a:cubicBezTo>
                <a:cubicBezTo>
                  <a:pt x="932068" y="709657"/>
                  <a:pt x="933078" y="708731"/>
                  <a:pt x="933078" y="707805"/>
                </a:cubicBezTo>
                <a:close/>
                <a:moveTo>
                  <a:pt x="142388" y="707099"/>
                </a:moveTo>
                <a:cubicBezTo>
                  <a:pt x="142388" y="708863"/>
                  <a:pt x="143340" y="709745"/>
                  <a:pt x="145245" y="710627"/>
                </a:cubicBezTo>
                <a:cubicBezTo>
                  <a:pt x="145245" y="711508"/>
                  <a:pt x="145245" y="714154"/>
                  <a:pt x="143340" y="713272"/>
                </a:cubicBezTo>
                <a:cubicBezTo>
                  <a:pt x="140483" y="713272"/>
                  <a:pt x="140483" y="710627"/>
                  <a:pt x="140483" y="708863"/>
                </a:cubicBezTo>
                <a:cubicBezTo>
                  <a:pt x="140483" y="707981"/>
                  <a:pt x="140483" y="706217"/>
                  <a:pt x="142388" y="707099"/>
                </a:cubicBezTo>
                <a:close/>
                <a:moveTo>
                  <a:pt x="93884" y="700837"/>
                </a:moveTo>
                <a:cubicBezTo>
                  <a:pt x="97444" y="699836"/>
                  <a:pt x="101228" y="699614"/>
                  <a:pt x="105234" y="700948"/>
                </a:cubicBezTo>
                <a:cubicBezTo>
                  <a:pt x="105234" y="703616"/>
                  <a:pt x="105234" y="707172"/>
                  <a:pt x="104344" y="708951"/>
                </a:cubicBezTo>
                <a:cubicBezTo>
                  <a:pt x="100783" y="713397"/>
                  <a:pt x="95441" y="708951"/>
                  <a:pt x="91880" y="713397"/>
                </a:cubicBezTo>
                <a:cubicBezTo>
                  <a:pt x="80307" y="721400"/>
                  <a:pt x="77637" y="736517"/>
                  <a:pt x="79417" y="749856"/>
                </a:cubicBezTo>
                <a:cubicBezTo>
                  <a:pt x="82978" y="764084"/>
                  <a:pt x="93661" y="775644"/>
                  <a:pt x="101673" y="788093"/>
                </a:cubicBezTo>
                <a:cubicBezTo>
                  <a:pt x="116807" y="808545"/>
                  <a:pt x="132832" y="828998"/>
                  <a:pt x="150637" y="847672"/>
                </a:cubicBezTo>
                <a:cubicBezTo>
                  <a:pt x="171112" y="869014"/>
                  <a:pt x="194258" y="888577"/>
                  <a:pt x="219185" y="906362"/>
                </a:cubicBezTo>
                <a:cubicBezTo>
                  <a:pt x="224527" y="910808"/>
                  <a:pt x="230758" y="913475"/>
                  <a:pt x="236990" y="917922"/>
                </a:cubicBezTo>
                <a:cubicBezTo>
                  <a:pt x="245893" y="921479"/>
                  <a:pt x="259246" y="922368"/>
                  <a:pt x="267258" y="917922"/>
                </a:cubicBezTo>
                <a:cubicBezTo>
                  <a:pt x="275271" y="913475"/>
                  <a:pt x="276161" y="904583"/>
                  <a:pt x="277941" y="896580"/>
                </a:cubicBezTo>
                <a:cubicBezTo>
                  <a:pt x="280612" y="894801"/>
                  <a:pt x="285063" y="893023"/>
                  <a:pt x="288624" y="893023"/>
                </a:cubicBezTo>
                <a:cubicBezTo>
                  <a:pt x="291295" y="898358"/>
                  <a:pt x="288624" y="903694"/>
                  <a:pt x="287734" y="909029"/>
                </a:cubicBezTo>
                <a:cubicBezTo>
                  <a:pt x="283283" y="922368"/>
                  <a:pt x="271710" y="933928"/>
                  <a:pt x="256575" y="933928"/>
                </a:cubicBezTo>
                <a:cubicBezTo>
                  <a:pt x="244112" y="934817"/>
                  <a:pt x="232539" y="929482"/>
                  <a:pt x="221856" y="922368"/>
                </a:cubicBezTo>
                <a:cubicBezTo>
                  <a:pt x="196039" y="904583"/>
                  <a:pt x="173783" y="884131"/>
                  <a:pt x="150637" y="863678"/>
                </a:cubicBezTo>
                <a:cubicBezTo>
                  <a:pt x="130161" y="844115"/>
                  <a:pt x="111466" y="822773"/>
                  <a:pt x="96332" y="799653"/>
                </a:cubicBezTo>
                <a:cubicBezTo>
                  <a:pt x="89210" y="791650"/>
                  <a:pt x="84759" y="781868"/>
                  <a:pt x="78527" y="773865"/>
                </a:cubicBezTo>
                <a:cubicBezTo>
                  <a:pt x="71405" y="762305"/>
                  <a:pt x="64283" y="748967"/>
                  <a:pt x="66954" y="734739"/>
                </a:cubicBezTo>
                <a:cubicBezTo>
                  <a:pt x="70515" y="724068"/>
                  <a:pt x="72295" y="711619"/>
                  <a:pt x="83868" y="705394"/>
                </a:cubicBezTo>
                <a:cubicBezTo>
                  <a:pt x="86984" y="703616"/>
                  <a:pt x="90323" y="701837"/>
                  <a:pt x="93884" y="700837"/>
                </a:cubicBezTo>
                <a:close/>
                <a:moveTo>
                  <a:pt x="957139" y="696692"/>
                </a:moveTo>
                <a:cubicBezTo>
                  <a:pt x="958046" y="698597"/>
                  <a:pt x="956232" y="700502"/>
                  <a:pt x="955325" y="701454"/>
                </a:cubicBezTo>
                <a:cubicBezTo>
                  <a:pt x="953510" y="700502"/>
                  <a:pt x="952603" y="699549"/>
                  <a:pt x="951696" y="698597"/>
                </a:cubicBezTo>
                <a:cubicBezTo>
                  <a:pt x="952603" y="696692"/>
                  <a:pt x="955325" y="696692"/>
                  <a:pt x="957139" y="696692"/>
                </a:cubicBezTo>
                <a:close/>
                <a:moveTo>
                  <a:pt x="967570" y="693009"/>
                </a:moveTo>
                <a:cubicBezTo>
                  <a:pt x="967570" y="693009"/>
                  <a:pt x="967570" y="693009"/>
                  <a:pt x="966715" y="701899"/>
                </a:cubicBezTo>
                <a:cubicBezTo>
                  <a:pt x="965861" y="706344"/>
                  <a:pt x="963296" y="709900"/>
                  <a:pt x="959877" y="712567"/>
                </a:cubicBezTo>
                <a:cubicBezTo>
                  <a:pt x="956458" y="712567"/>
                  <a:pt x="957313" y="708122"/>
                  <a:pt x="956458" y="705455"/>
                </a:cubicBezTo>
                <a:cubicBezTo>
                  <a:pt x="959877" y="701010"/>
                  <a:pt x="959877" y="690342"/>
                  <a:pt x="967570" y="693009"/>
                </a:cubicBezTo>
                <a:close/>
                <a:moveTo>
                  <a:pt x="922467" y="692333"/>
                </a:moveTo>
                <a:cubicBezTo>
                  <a:pt x="927260" y="690544"/>
                  <a:pt x="932054" y="690767"/>
                  <a:pt x="936521" y="692333"/>
                </a:cubicBezTo>
                <a:cubicBezTo>
                  <a:pt x="940988" y="693898"/>
                  <a:pt x="945128" y="696804"/>
                  <a:pt x="948614" y="700382"/>
                </a:cubicBezTo>
                <a:cubicBezTo>
                  <a:pt x="955587" y="708431"/>
                  <a:pt x="956458" y="721847"/>
                  <a:pt x="952972" y="731685"/>
                </a:cubicBezTo>
                <a:cubicBezTo>
                  <a:pt x="949486" y="739734"/>
                  <a:pt x="945128" y="749572"/>
                  <a:pt x="935540" y="752255"/>
                </a:cubicBezTo>
                <a:cubicBezTo>
                  <a:pt x="934669" y="752255"/>
                  <a:pt x="933797" y="750466"/>
                  <a:pt x="934669" y="749572"/>
                </a:cubicBezTo>
                <a:cubicBezTo>
                  <a:pt x="934669" y="749572"/>
                  <a:pt x="934669" y="749572"/>
                  <a:pt x="933797" y="742417"/>
                </a:cubicBezTo>
                <a:cubicBezTo>
                  <a:pt x="939898" y="739734"/>
                  <a:pt x="941641" y="733473"/>
                  <a:pt x="943385" y="728107"/>
                </a:cubicBezTo>
                <a:cubicBezTo>
                  <a:pt x="943385" y="728107"/>
                  <a:pt x="943385" y="728107"/>
                  <a:pt x="945128" y="719164"/>
                </a:cubicBezTo>
                <a:cubicBezTo>
                  <a:pt x="943385" y="712009"/>
                  <a:pt x="938155" y="704854"/>
                  <a:pt x="931182" y="703065"/>
                </a:cubicBezTo>
                <a:cubicBezTo>
                  <a:pt x="928568" y="705748"/>
                  <a:pt x="931182" y="708431"/>
                  <a:pt x="929439" y="710220"/>
                </a:cubicBezTo>
                <a:cubicBezTo>
                  <a:pt x="927696" y="712903"/>
                  <a:pt x="925081" y="714692"/>
                  <a:pt x="922467" y="715586"/>
                </a:cubicBezTo>
                <a:cubicBezTo>
                  <a:pt x="918109" y="715586"/>
                  <a:pt x="915494" y="711114"/>
                  <a:pt x="912879" y="707537"/>
                </a:cubicBezTo>
                <a:cubicBezTo>
                  <a:pt x="912008" y="700382"/>
                  <a:pt x="918109" y="695910"/>
                  <a:pt x="922467" y="692333"/>
                </a:cubicBezTo>
                <a:close/>
                <a:moveTo>
                  <a:pt x="69656" y="691930"/>
                </a:moveTo>
                <a:cubicBezTo>
                  <a:pt x="70510" y="691930"/>
                  <a:pt x="70510" y="692837"/>
                  <a:pt x="71365" y="693744"/>
                </a:cubicBezTo>
                <a:cubicBezTo>
                  <a:pt x="72220" y="697373"/>
                  <a:pt x="67091" y="695559"/>
                  <a:pt x="67091" y="699187"/>
                </a:cubicBezTo>
                <a:cubicBezTo>
                  <a:pt x="65382" y="704630"/>
                  <a:pt x="66237" y="710073"/>
                  <a:pt x="69656" y="715516"/>
                </a:cubicBezTo>
                <a:cubicBezTo>
                  <a:pt x="69656" y="716423"/>
                  <a:pt x="68801" y="717330"/>
                  <a:pt x="67946" y="717330"/>
                </a:cubicBezTo>
                <a:cubicBezTo>
                  <a:pt x="63672" y="714609"/>
                  <a:pt x="62817" y="708259"/>
                  <a:pt x="61108" y="703723"/>
                </a:cubicBezTo>
                <a:cubicBezTo>
                  <a:pt x="61963" y="699187"/>
                  <a:pt x="64527" y="692837"/>
                  <a:pt x="69656" y="691930"/>
                </a:cubicBezTo>
                <a:close/>
                <a:moveTo>
                  <a:pt x="850647" y="682405"/>
                </a:moveTo>
                <a:cubicBezTo>
                  <a:pt x="849750" y="685918"/>
                  <a:pt x="850647" y="689431"/>
                  <a:pt x="851544" y="692943"/>
                </a:cubicBezTo>
                <a:cubicBezTo>
                  <a:pt x="850647" y="696456"/>
                  <a:pt x="847955" y="699969"/>
                  <a:pt x="849750" y="704360"/>
                </a:cubicBezTo>
                <a:cubicBezTo>
                  <a:pt x="856031" y="710507"/>
                  <a:pt x="859620" y="720167"/>
                  <a:pt x="856928" y="728949"/>
                </a:cubicBezTo>
                <a:cubicBezTo>
                  <a:pt x="855133" y="732462"/>
                  <a:pt x="851544" y="734218"/>
                  <a:pt x="849750" y="736853"/>
                </a:cubicBezTo>
                <a:cubicBezTo>
                  <a:pt x="852442" y="740366"/>
                  <a:pt x="853339" y="744757"/>
                  <a:pt x="851544" y="749148"/>
                </a:cubicBezTo>
                <a:cubicBezTo>
                  <a:pt x="848853" y="753539"/>
                  <a:pt x="845263" y="755295"/>
                  <a:pt x="840777" y="757051"/>
                </a:cubicBezTo>
                <a:cubicBezTo>
                  <a:pt x="838983" y="756173"/>
                  <a:pt x="835393" y="756173"/>
                  <a:pt x="835393" y="753539"/>
                </a:cubicBezTo>
                <a:cubicBezTo>
                  <a:pt x="834496" y="750904"/>
                  <a:pt x="837188" y="749148"/>
                  <a:pt x="838983" y="748269"/>
                </a:cubicBezTo>
                <a:cubicBezTo>
                  <a:pt x="840777" y="748269"/>
                  <a:pt x="842572" y="748269"/>
                  <a:pt x="843469" y="746513"/>
                </a:cubicBezTo>
                <a:cubicBezTo>
                  <a:pt x="843469" y="743879"/>
                  <a:pt x="841674" y="742122"/>
                  <a:pt x="839880" y="742122"/>
                </a:cubicBezTo>
                <a:cubicBezTo>
                  <a:pt x="832702" y="740366"/>
                  <a:pt x="826421" y="744757"/>
                  <a:pt x="821037" y="749148"/>
                </a:cubicBezTo>
                <a:cubicBezTo>
                  <a:pt x="819242" y="753539"/>
                  <a:pt x="817448" y="757930"/>
                  <a:pt x="817448" y="762321"/>
                </a:cubicBezTo>
                <a:cubicBezTo>
                  <a:pt x="816551" y="764955"/>
                  <a:pt x="813859" y="764955"/>
                  <a:pt x="812064" y="764955"/>
                </a:cubicBezTo>
                <a:cubicBezTo>
                  <a:pt x="808475" y="759686"/>
                  <a:pt x="812064" y="753539"/>
                  <a:pt x="812962" y="747391"/>
                </a:cubicBezTo>
                <a:cubicBezTo>
                  <a:pt x="812962" y="745635"/>
                  <a:pt x="812064" y="744757"/>
                  <a:pt x="810270" y="744757"/>
                </a:cubicBezTo>
                <a:cubicBezTo>
                  <a:pt x="806681" y="744757"/>
                  <a:pt x="807578" y="750026"/>
                  <a:pt x="803989" y="750904"/>
                </a:cubicBezTo>
                <a:cubicBezTo>
                  <a:pt x="802194" y="750904"/>
                  <a:pt x="799502" y="749148"/>
                  <a:pt x="798605" y="747391"/>
                </a:cubicBezTo>
                <a:cubicBezTo>
                  <a:pt x="797708" y="744757"/>
                  <a:pt x="798605" y="741244"/>
                  <a:pt x="800400" y="739488"/>
                </a:cubicBezTo>
                <a:cubicBezTo>
                  <a:pt x="803092" y="736853"/>
                  <a:pt x="806681" y="734218"/>
                  <a:pt x="810270" y="735975"/>
                </a:cubicBezTo>
                <a:cubicBezTo>
                  <a:pt x="814756" y="735975"/>
                  <a:pt x="818345" y="740366"/>
                  <a:pt x="822832" y="736853"/>
                </a:cubicBezTo>
                <a:cubicBezTo>
                  <a:pt x="827318" y="734218"/>
                  <a:pt x="831804" y="731584"/>
                  <a:pt x="837188" y="734218"/>
                </a:cubicBezTo>
                <a:cubicBezTo>
                  <a:pt x="841674" y="732462"/>
                  <a:pt x="846161" y="728949"/>
                  <a:pt x="848853" y="725437"/>
                </a:cubicBezTo>
                <a:cubicBezTo>
                  <a:pt x="850647" y="720167"/>
                  <a:pt x="848853" y="715776"/>
                  <a:pt x="845263" y="712264"/>
                </a:cubicBezTo>
                <a:cubicBezTo>
                  <a:pt x="842572" y="710507"/>
                  <a:pt x="839880" y="712264"/>
                  <a:pt x="838085" y="713142"/>
                </a:cubicBezTo>
                <a:cubicBezTo>
                  <a:pt x="836291" y="713142"/>
                  <a:pt x="835393" y="715776"/>
                  <a:pt x="837188" y="716655"/>
                </a:cubicBezTo>
                <a:cubicBezTo>
                  <a:pt x="838085" y="717533"/>
                  <a:pt x="838983" y="720167"/>
                  <a:pt x="838983" y="721046"/>
                </a:cubicBezTo>
                <a:cubicBezTo>
                  <a:pt x="836291" y="723680"/>
                  <a:pt x="833599" y="726315"/>
                  <a:pt x="830907" y="724558"/>
                </a:cubicBezTo>
                <a:cubicBezTo>
                  <a:pt x="827318" y="722802"/>
                  <a:pt x="826421" y="720167"/>
                  <a:pt x="825523" y="716655"/>
                </a:cubicBezTo>
                <a:cubicBezTo>
                  <a:pt x="824626" y="713142"/>
                  <a:pt x="826421" y="710507"/>
                  <a:pt x="828215" y="707873"/>
                </a:cubicBezTo>
                <a:cubicBezTo>
                  <a:pt x="832702" y="706994"/>
                  <a:pt x="836291" y="703482"/>
                  <a:pt x="839880" y="699969"/>
                </a:cubicBezTo>
                <a:cubicBezTo>
                  <a:pt x="839880" y="699969"/>
                  <a:pt x="839880" y="699969"/>
                  <a:pt x="842572" y="691187"/>
                </a:cubicBezTo>
                <a:cubicBezTo>
                  <a:pt x="845263" y="688552"/>
                  <a:pt x="846161" y="684162"/>
                  <a:pt x="850647" y="682405"/>
                </a:cubicBezTo>
                <a:close/>
                <a:moveTo>
                  <a:pt x="923121" y="679230"/>
                </a:moveTo>
                <a:lnTo>
                  <a:pt x="924708" y="679230"/>
                </a:lnTo>
                <a:cubicBezTo>
                  <a:pt x="924708" y="679230"/>
                  <a:pt x="924708" y="679230"/>
                  <a:pt x="927883" y="686487"/>
                </a:cubicBezTo>
                <a:cubicBezTo>
                  <a:pt x="925502" y="687394"/>
                  <a:pt x="920740" y="691930"/>
                  <a:pt x="919946" y="686487"/>
                </a:cubicBezTo>
                <a:cubicBezTo>
                  <a:pt x="919946" y="683766"/>
                  <a:pt x="920740" y="680137"/>
                  <a:pt x="923121" y="679230"/>
                </a:cubicBezTo>
                <a:close/>
                <a:moveTo>
                  <a:pt x="50512" y="678260"/>
                </a:moveTo>
                <a:cubicBezTo>
                  <a:pt x="52298" y="678480"/>
                  <a:pt x="54441" y="679142"/>
                  <a:pt x="56346" y="678701"/>
                </a:cubicBezTo>
                <a:cubicBezTo>
                  <a:pt x="56346" y="681346"/>
                  <a:pt x="52536" y="682228"/>
                  <a:pt x="50631" y="683992"/>
                </a:cubicBezTo>
                <a:cubicBezTo>
                  <a:pt x="48726" y="683992"/>
                  <a:pt x="48726" y="681346"/>
                  <a:pt x="46821" y="680465"/>
                </a:cubicBezTo>
                <a:cubicBezTo>
                  <a:pt x="47297" y="678260"/>
                  <a:pt x="48726" y="678039"/>
                  <a:pt x="50512" y="678260"/>
                </a:cubicBezTo>
                <a:close/>
                <a:moveTo>
                  <a:pt x="69705" y="676055"/>
                </a:moveTo>
                <a:cubicBezTo>
                  <a:pt x="75096" y="676055"/>
                  <a:pt x="81387" y="676945"/>
                  <a:pt x="85879" y="681395"/>
                </a:cubicBezTo>
                <a:cubicBezTo>
                  <a:pt x="88575" y="684955"/>
                  <a:pt x="91271" y="689404"/>
                  <a:pt x="90372" y="694744"/>
                </a:cubicBezTo>
                <a:cubicBezTo>
                  <a:pt x="89474" y="698304"/>
                  <a:pt x="86778" y="701864"/>
                  <a:pt x="83184" y="702754"/>
                </a:cubicBezTo>
                <a:cubicBezTo>
                  <a:pt x="80488" y="702754"/>
                  <a:pt x="76894" y="701864"/>
                  <a:pt x="75995" y="699194"/>
                </a:cubicBezTo>
                <a:cubicBezTo>
                  <a:pt x="74198" y="695634"/>
                  <a:pt x="77792" y="692964"/>
                  <a:pt x="75995" y="689404"/>
                </a:cubicBezTo>
                <a:cubicBezTo>
                  <a:pt x="73299" y="684955"/>
                  <a:pt x="69705" y="691184"/>
                  <a:pt x="65212" y="691184"/>
                </a:cubicBezTo>
                <a:cubicBezTo>
                  <a:pt x="58922" y="695634"/>
                  <a:pt x="58023" y="703644"/>
                  <a:pt x="59820" y="710763"/>
                </a:cubicBezTo>
                <a:cubicBezTo>
                  <a:pt x="60719" y="716103"/>
                  <a:pt x="67009" y="718773"/>
                  <a:pt x="66111" y="725003"/>
                </a:cubicBezTo>
                <a:cubicBezTo>
                  <a:pt x="64313" y="727672"/>
                  <a:pt x="66111" y="733012"/>
                  <a:pt x="61618" y="734792"/>
                </a:cubicBezTo>
                <a:cubicBezTo>
                  <a:pt x="54429" y="730342"/>
                  <a:pt x="50835" y="722333"/>
                  <a:pt x="46342" y="715213"/>
                </a:cubicBezTo>
                <a:cubicBezTo>
                  <a:pt x="43646" y="704534"/>
                  <a:pt x="47240" y="693854"/>
                  <a:pt x="54429" y="685845"/>
                </a:cubicBezTo>
                <a:cubicBezTo>
                  <a:pt x="58922" y="681395"/>
                  <a:pt x="63415" y="677835"/>
                  <a:pt x="69705" y="676055"/>
                </a:cubicBezTo>
                <a:close/>
                <a:moveTo>
                  <a:pt x="33426" y="671292"/>
                </a:moveTo>
                <a:cubicBezTo>
                  <a:pt x="43248" y="672208"/>
                  <a:pt x="43248" y="682282"/>
                  <a:pt x="46820" y="688693"/>
                </a:cubicBezTo>
                <a:cubicBezTo>
                  <a:pt x="45927" y="691441"/>
                  <a:pt x="45034" y="693272"/>
                  <a:pt x="43248" y="695104"/>
                </a:cubicBezTo>
                <a:cubicBezTo>
                  <a:pt x="36998" y="692357"/>
                  <a:pt x="32533" y="684114"/>
                  <a:pt x="32533" y="676787"/>
                </a:cubicBezTo>
                <a:cubicBezTo>
                  <a:pt x="33426" y="674956"/>
                  <a:pt x="32533" y="672208"/>
                  <a:pt x="33426" y="671292"/>
                </a:cubicBezTo>
                <a:close/>
                <a:moveTo>
                  <a:pt x="920973" y="669705"/>
                </a:moveTo>
                <a:cubicBezTo>
                  <a:pt x="924708" y="669705"/>
                  <a:pt x="923774" y="673369"/>
                  <a:pt x="922840" y="674284"/>
                </a:cubicBezTo>
                <a:cubicBezTo>
                  <a:pt x="920039" y="676116"/>
                  <a:pt x="917237" y="679779"/>
                  <a:pt x="915370" y="682527"/>
                </a:cubicBezTo>
                <a:cubicBezTo>
                  <a:pt x="913502" y="686190"/>
                  <a:pt x="919105" y="692601"/>
                  <a:pt x="913502" y="693517"/>
                </a:cubicBezTo>
                <a:cubicBezTo>
                  <a:pt x="908833" y="688938"/>
                  <a:pt x="908833" y="683443"/>
                  <a:pt x="911634" y="677948"/>
                </a:cubicBezTo>
                <a:cubicBezTo>
                  <a:pt x="913502" y="674284"/>
                  <a:pt x="917237" y="671537"/>
                  <a:pt x="920973" y="669705"/>
                </a:cubicBezTo>
                <a:close/>
                <a:moveTo>
                  <a:pt x="157416" y="664943"/>
                </a:moveTo>
                <a:cubicBezTo>
                  <a:pt x="158298" y="664943"/>
                  <a:pt x="159180" y="667594"/>
                  <a:pt x="159180" y="668478"/>
                </a:cubicBezTo>
                <a:cubicBezTo>
                  <a:pt x="161826" y="673781"/>
                  <a:pt x="161826" y="679967"/>
                  <a:pt x="160062" y="685270"/>
                </a:cubicBezTo>
                <a:cubicBezTo>
                  <a:pt x="160062" y="685270"/>
                  <a:pt x="160062" y="685270"/>
                  <a:pt x="160944" y="689688"/>
                </a:cubicBezTo>
                <a:cubicBezTo>
                  <a:pt x="166236" y="690572"/>
                  <a:pt x="171527" y="690572"/>
                  <a:pt x="175055" y="694107"/>
                </a:cubicBezTo>
                <a:cubicBezTo>
                  <a:pt x="176819" y="697642"/>
                  <a:pt x="180347" y="702061"/>
                  <a:pt x="176819" y="705596"/>
                </a:cubicBezTo>
                <a:cubicBezTo>
                  <a:pt x="174173" y="707364"/>
                  <a:pt x="172409" y="708248"/>
                  <a:pt x="169763" y="707364"/>
                </a:cubicBezTo>
                <a:cubicBezTo>
                  <a:pt x="167117" y="705596"/>
                  <a:pt x="166236" y="703829"/>
                  <a:pt x="167117" y="700294"/>
                </a:cubicBezTo>
                <a:cubicBezTo>
                  <a:pt x="167999" y="699410"/>
                  <a:pt x="167999" y="697642"/>
                  <a:pt x="166236" y="696759"/>
                </a:cubicBezTo>
                <a:cubicBezTo>
                  <a:pt x="162708" y="696759"/>
                  <a:pt x="160062" y="699410"/>
                  <a:pt x="157416" y="702945"/>
                </a:cubicBezTo>
                <a:cubicBezTo>
                  <a:pt x="156534" y="705596"/>
                  <a:pt x="155652" y="710015"/>
                  <a:pt x="159180" y="712666"/>
                </a:cubicBezTo>
                <a:cubicBezTo>
                  <a:pt x="164472" y="722388"/>
                  <a:pt x="176819" y="711783"/>
                  <a:pt x="182110" y="721504"/>
                </a:cubicBezTo>
                <a:cubicBezTo>
                  <a:pt x="185638" y="723271"/>
                  <a:pt x="188284" y="721504"/>
                  <a:pt x="192694" y="721504"/>
                </a:cubicBezTo>
                <a:cubicBezTo>
                  <a:pt x="196221" y="722388"/>
                  <a:pt x="198867" y="725039"/>
                  <a:pt x="200631" y="728574"/>
                </a:cubicBezTo>
                <a:cubicBezTo>
                  <a:pt x="200631" y="729458"/>
                  <a:pt x="202395" y="731225"/>
                  <a:pt x="200631" y="732993"/>
                </a:cubicBezTo>
                <a:cubicBezTo>
                  <a:pt x="199749" y="734760"/>
                  <a:pt x="197103" y="736528"/>
                  <a:pt x="195339" y="735644"/>
                </a:cubicBezTo>
                <a:cubicBezTo>
                  <a:pt x="192694" y="734760"/>
                  <a:pt x="192694" y="729458"/>
                  <a:pt x="190048" y="730342"/>
                </a:cubicBezTo>
                <a:cubicBezTo>
                  <a:pt x="188284" y="737412"/>
                  <a:pt x="190048" y="746249"/>
                  <a:pt x="184756" y="750668"/>
                </a:cubicBezTo>
                <a:cubicBezTo>
                  <a:pt x="182992" y="750668"/>
                  <a:pt x="180347" y="749784"/>
                  <a:pt x="179465" y="748017"/>
                </a:cubicBezTo>
                <a:cubicBezTo>
                  <a:pt x="180347" y="744482"/>
                  <a:pt x="181228" y="740063"/>
                  <a:pt x="181228" y="735644"/>
                </a:cubicBezTo>
                <a:cubicBezTo>
                  <a:pt x="179465" y="731225"/>
                  <a:pt x="175055" y="727690"/>
                  <a:pt x="170645" y="725039"/>
                </a:cubicBezTo>
                <a:cubicBezTo>
                  <a:pt x="168881" y="724155"/>
                  <a:pt x="166236" y="725923"/>
                  <a:pt x="163590" y="725923"/>
                </a:cubicBezTo>
                <a:cubicBezTo>
                  <a:pt x="161826" y="727690"/>
                  <a:pt x="160944" y="729458"/>
                  <a:pt x="160944" y="731225"/>
                </a:cubicBezTo>
                <a:cubicBezTo>
                  <a:pt x="161826" y="734760"/>
                  <a:pt x="167117" y="732109"/>
                  <a:pt x="167999" y="736528"/>
                </a:cubicBezTo>
                <a:cubicBezTo>
                  <a:pt x="168881" y="740063"/>
                  <a:pt x="166236" y="742714"/>
                  <a:pt x="163590" y="742714"/>
                </a:cubicBezTo>
                <a:cubicBezTo>
                  <a:pt x="160062" y="742714"/>
                  <a:pt x="155652" y="741831"/>
                  <a:pt x="153888" y="737412"/>
                </a:cubicBezTo>
                <a:cubicBezTo>
                  <a:pt x="151243" y="732109"/>
                  <a:pt x="152125" y="725923"/>
                  <a:pt x="155652" y="722388"/>
                </a:cubicBezTo>
                <a:cubicBezTo>
                  <a:pt x="155652" y="719736"/>
                  <a:pt x="152125" y="717969"/>
                  <a:pt x="151243" y="715318"/>
                </a:cubicBezTo>
                <a:cubicBezTo>
                  <a:pt x="146833" y="710015"/>
                  <a:pt x="148597" y="702061"/>
                  <a:pt x="151243" y="696759"/>
                </a:cubicBezTo>
                <a:cubicBezTo>
                  <a:pt x="153888" y="694991"/>
                  <a:pt x="155652" y="692340"/>
                  <a:pt x="155652" y="688805"/>
                </a:cubicBezTo>
                <a:cubicBezTo>
                  <a:pt x="152125" y="680851"/>
                  <a:pt x="152125" y="672013"/>
                  <a:pt x="157416" y="664943"/>
                </a:cubicBezTo>
                <a:close/>
                <a:moveTo>
                  <a:pt x="76694" y="663355"/>
                </a:moveTo>
                <a:cubicBezTo>
                  <a:pt x="78714" y="663355"/>
                  <a:pt x="79725" y="665087"/>
                  <a:pt x="80735" y="666819"/>
                </a:cubicBezTo>
                <a:cubicBezTo>
                  <a:pt x="80735" y="668551"/>
                  <a:pt x="81745" y="672014"/>
                  <a:pt x="79725" y="672880"/>
                </a:cubicBezTo>
                <a:cubicBezTo>
                  <a:pt x="79725" y="672880"/>
                  <a:pt x="79725" y="672880"/>
                  <a:pt x="70633" y="672014"/>
                </a:cubicBezTo>
                <a:cubicBezTo>
                  <a:pt x="71643" y="668551"/>
                  <a:pt x="75684" y="665087"/>
                  <a:pt x="76694" y="663355"/>
                </a:cubicBezTo>
                <a:close/>
                <a:moveTo>
                  <a:pt x="927883" y="661314"/>
                </a:moveTo>
                <a:cubicBezTo>
                  <a:pt x="926109" y="669478"/>
                  <a:pt x="916350" y="667664"/>
                  <a:pt x="911915" y="674014"/>
                </a:cubicBezTo>
                <a:cubicBezTo>
                  <a:pt x="909253" y="677642"/>
                  <a:pt x="906592" y="683085"/>
                  <a:pt x="908366" y="688528"/>
                </a:cubicBezTo>
                <a:cubicBezTo>
                  <a:pt x="908366" y="693971"/>
                  <a:pt x="914576" y="697599"/>
                  <a:pt x="910141" y="702135"/>
                </a:cubicBezTo>
                <a:cubicBezTo>
                  <a:pt x="905705" y="703042"/>
                  <a:pt x="903044" y="697599"/>
                  <a:pt x="900382" y="693971"/>
                </a:cubicBezTo>
                <a:cubicBezTo>
                  <a:pt x="897721" y="686714"/>
                  <a:pt x="897721" y="678549"/>
                  <a:pt x="901269" y="671292"/>
                </a:cubicBezTo>
                <a:cubicBezTo>
                  <a:pt x="908366" y="664942"/>
                  <a:pt x="918125" y="658592"/>
                  <a:pt x="927883" y="661314"/>
                </a:cubicBezTo>
                <a:close/>
                <a:moveTo>
                  <a:pt x="79453" y="657005"/>
                </a:moveTo>
                <a:cubicBezTo>
                  <a:pt x="84744" y="658819"/>
                  <a:pt x="84744" y="665169"/>
                  <a:pt x="86508" y="668798"/>
                </a:cubicBezTo>
                <a:cubicBezTo>
                  <a:pt x="86508" y="671519"/>
                  <a:pt x="86508" y="674241"/>
                  <a:pt x="84744" y="676055"/>
                </a:cubicBezTo>
                <a:cubicBezTo>
                  <a:pt x="82098" y="676055"/>
                  <a:pt x="84744" y="671519"/>
                  <a:pt x="83862" y="669705"/>
                </a:cubicBezTo>
                <a:cubicBezTo>
                  <a:pt x="83862" y="665169"/>
                  <a:pt x="82098" y="661541"/>
                  <a:pt x="78571" y="658819"/>
                </a:cubicBezTo>
                <a:cubicBezTo>
                  <a:pt x="78571" y="658819"/>
                  <a:pt x="78571" y="658819"/>
                  <a:pt x="79453" y="657005"/>
                </a:cubicBezTo>
                <a:close/>
                <a:moveTo>
                  <a:pt x="968046" y="655417"/>
                </a:moveTo>
                <a:cubicBezTo>
                  <a:pt x="970745" y="657216"/>
                  <a:pt x="969846" y="660815"/>
                  <a:pt x="969846" y="663513"/>
                </a:cubicBezTo>
                <a:cubicBezTo>
                  <a:pt x="967147" y="669810"/>
                  <a:pt x="962649" y="676107"/>
                  <a:pt x="956352" y="679705"/>
                </a:cubicBezTo>
                <a:cubicBezTo>
                  <a:pt x="952754" y="680605"/>
                  <a:pt x="948256" y="682404"/>
                  <a:pt x="944658" y="679705"/>
                </a:cubicBezTo>
                <a:cubicBezTo>
                  <a:pt x="943758" y="677906"/>
                  <a:pt x="944658" y="676107"/>
                  <a:pt x="946457" y="676107"/>
                </a:cubicBezTo>
                <a:cubicBezTo>
                  <a:pt x="952754" y="676107"/>
                  <a:pt x="958151" y="672509"/>
                  <a:pt x="961749" y="667111"/>
                </a:cubicBezTo>
                <a:cubicBezTo>
                  <a:pt x="965348" y="663513"/>
                  <a:pt x="960850" y="656317"/>
                  <a:pt x="968046" y="655417"/>
                </a:cubicBezTo>
                <a:close/>
                <a:moveTo>
                  <a:pt x="77899" y="644503"/>
                </a:moveTo>
                <a:cubicBezTo>
                  <a:pt x="84310" y="642717"/>
                  <a:pt x="88889" y="648968"/>
                  <a:pt x="93468" y="652540"/>
                </a:cubicBezTo>
                <a:cubicBezTo>
                  <a:pt x="93468" y="652540"/>
                  <a:pt x="93468" y="652540"/>
                  <a:pt x="98047" y="659683"/>
                </a:cubicBezTo>
                <a:cubicBezTo>
                  <a:pt x="100795" y="668613"/>
                  <a:pt x="99879" y="679328"/>
                  <a:pt x="95300" y="685579"/>
                </a:cubicBezTo>
                <a:cubicBezTo>
                  <a:pt x="90721" y="685579"/>
                  <a:pt x="91636" y="681114"/>
                  <a:pt x="88889" y="679328"/>
                </a:cubicBezTo>
                <a:cubicBezTo>
                  <a:pt x="88889" y="675757"/>
                  <a:pt x="90721" y="672185"/>
                  <a:pt x="89805" y="668613"/>
                </a:cubicBezTo>
                <a:cubicBezTo>
                  <a:pt x="90721" y="660576"/>
                  <a:pt x="83394" y="656112"/>
                  <a:pt x="78815" y="651647"/>
                </a:cubicBezTo>
                <a:cubicBezTo>
                  <a:pt x="77899" y="649861"/>
                  <a:pt x="76983" y="647182"/>
                  <a:pt x="77899" y="644503"/>
                </a:cubicBezTo>
                <a:close/>
                <a:moveTo>
                  <a:pt x="981360" y="644305"/>
                </a:moveTo>
                <a:cubicBezTo>
                  <a:pt x="984867" y="646088"/>
                  <a:pt x="983113" y="650544"/>
                  <a:pt x="983113" y="654109"/>
                </a:cubicBezTo>
                <a:cubicBezTo>
                  <a:pt x="986620" y="669260"/>
                  <a:pt x="976977" y="680845"/>
                  <a:pt x="966457" y="688867"/>
                </a:cubicBezTo>
                <a:cubicBezTo>
                  <a:pt x="956813" y="695105"/>
                  <a:pt x="944540" y="693323"/>
                  <a:pt x="934896" y="687084"/>
                </a:cubicBezTo>
                <a:cubicBezTo>
                  <a:pt x="930513" y="683519"/>
                  <a:pt x="927883" y="678172"/>
                  <a:pt x="927883" y="671933"/>
                </a:cubicBezTo>
                <a:cubicBezTo>
                  <a:pt x="929636" y="668368"/>
                  <a:pt x="930513" y="663912"/>
                  <a:pt x="934896" y="663021"/>
                </a:cubicBezTo>
                <a:cubicBezTo>
                  <a:pt x="938403" y="663021"/>
                  <a:pt x="941910" y="663021"/>
                  <a:pt x="942787" y="666586"/>
                </a:cubicBezTo>
                <a:cubicBezTo>
                  <a:pt x="945417" y="671933"/>
                  <a:pt x="940157" y="674607"/>
                  <a:pt x="940157" y="679063"/>
                </a:cubicBezTo>
                <a:cubicBezTo>
                  <a:pt x="942787" y="682628"/>
                  <a:pt x="946293" y="683519"/>
                  <a:pt x="950677" y="683519"/>
                </a:cubicBezTo>
                <a:cubicBezTo>
                  <a:pt x="959443" y="684410"/>
                  <a:pt x="967333" y="676389"/>
                  <a:pt x="970840" y="669260"/>
                </a:cubicBezTo>
                <a:cubicBezTo>
                  <a:pt x="973470" y="664803"/>
                  <a:pt x="974347" y="658565"/>
                  <a:pt x="971717" y="653217"/>
                </a:cubicBezTo>
                <a:cubicBezTo>
                  <a:pt x="974347" y="648761"/>
                  <a:pt x="978730" y="647870"/>
                  <a:pt x="981360" y="644305"/>
                </a:cubicBezTo>
                <a:close/>
                <a:moveTo>
                  <a:pt x="38185" y="637955"/>
                </a:moveTo>
                <a:cubicBezTo>
                  <a:pt x="42630" y="638844"/>
                  <a:pt x="39963" y="643289"/>
                  <a:pt x="41741" y="645956"/>
                </a:cubicBezTo>
                <a:cubicBezTo>
                  <a:pt x="41741" y="650401"/>
                  <a:pt x="46186" y="652179"/>
                  <a:pt x="48853" y="654846"/>
                </a:cubicBezTo>
                <a:cubicBezTo>
                  <a:pt x="52409" y="656624"/>
                  <a:pt x="56854" y="653957"/>
                  <a:pt x="59521" y="656624"/>
                </a:cubicBezTo>
                <a:cubicBezTo>
                  <a:pt x="57743" y="660180"/>
                  <a:pt x="52409" y="659291"/>
                  <a:pt x="48853" y="659291"/>
                </a:cubicBezTo>
                <a:cubicBezTo>
                  <a:pt x="41741" y="655735"/>
                  <a:pt x="38185" y="647734"/>
                  <a:pt x="37296" y="639733"/>
                </a:cubicBezTo>
                <a:cubicBezTo>
                  <a:pt x="37296" y="639733"/>
                  <a:pt x="37296" y="639733"/>
                  <a:pt x="38185" y="637955"/>
                </a:cubicBezTo>
                <a:close/>
                <a:moveTo>
                  <a:pt x="938759" y="630017"/>
                </a:moveTo>
                <a:cubicBezTo>
                  <a:pt x="944129" y="630017"/>
                  <a:pt x="950395" y="630017"/>
                  <a:pt x="954870" y="632675"/>
                </a:cubicBezTo>
                <a:cubicBezTo>
                  <a:pt x="952185" y="635333"/>
                  <a:pt x="946814" y="635333"/>
                  <a:pt x="943234" y="633561"/>
                </a:cubicBezTo>
                <a:cubicBezTo>
                  <a:pt x="932493" y="635333"/>
                  <a:pt x="921752" y="638878"/>
                  <a:pt x="917277" y="649510"/>
                </a:cubicBezTo>
                <a:cubicBezTo>
                  <a:pt x="911011" y="649510"/>
                  <a:pt x="902060" y="646852"/>
                  <a:pt x="894900" y="651282"/>
                </a:cubicBezTo>
                <a:cubicBezTo>
                  <a:pt x="884159" y="655712"/>
                  <a:pt x="876998" y="668117"/>
                  <a:pt x="876998" y="680522"/>
                </a:cubicBezTo>
                <a:cubicBezTo>
                  <a:pt x="876998" y="680522"/>
                  <a:pt x="876998" y="680522"/>
                  <a:pt x="878789" y="690268"/>
                </a:cubicBezTo>
                <a:cubicBezTo>
                  <a:pt x="882369" y="694699"/>
                  <a:pt x="885054" y="699129"/>
                  <a:pt x="888634" y="703559"/>
                </a:cubicBezTo>
                <a:cubicBezTo>
                  <a:pt x="887739" y="715078"/>
                  <a:pt x="891320" y="727482"/>
                  <a:pt x="898480" y="735457"/>
                </a:cubicBezTo>
                <a:cubicBezTo>
                  <a:pt x="901165" y="738115"/>
                  <a:pt x="905641" y="739001"/>
                  <a:pt x="907431" y="742545"/>
                </a:cubicBezTo>
                <a:cubicBezTo>
                  <a:pt x="907431" y="744317"/>
                  <a:pt x="904746" y="743431"/>
                  <a:pt x="903851" y="742545"/>
                </a:cubicBezTo>
                <a:cubicBezTo>
                  <a:pt x="894900" y="738115"/>
                  <a:pt x="885949" y="729254"/>
                  <a:pt x="885949" y="718622"/>
                </a:cubicBezTo>
                <a:cubicBezTo>
                  <a:pt x="885949" y="718622"/>
                  <a:pt x="885949" y="718622"/>
                  <a:pt x="884159" y="705331"/>
                </a:cubicBezTo>
                <a:cubicBezTo>
                  <a:pt x="878789" y="698243"/>
                  <a:pt x="872523" y="690268"/>
                  <a:pt x="871628" y="680522"/>
                </a:cubicBezTo>
                <a:cubicBezTo>
                  <a:pt x="870733" y="667231"/>
                  <a:pt x="876998" y="653940"/>
                  <a:pt x="889529" y="648624"/>
                </a:cubicBezTo>
                <a:cubicBezTo>
                  <a:pt x="896690" y="644194"/>
                  <a:pt x="905641" y="644194"/>
                  <a:pt x="913696" y="645080"/>
                </a:cubicBezTo>
                <a:cubicBezTo>
                  <a:pt x="920857" y="637992"/>
                  <a:pt x="928913" y="631789"/>
                  <a:pt x="938759" y="630017"/>
                </a:cubicBezTo>
                <a:close/>
                <a:moveTo>
                  <a:pt x="23586" y="628430"/>
                </a:moveTo>
                <a:cubicBezTo>
                  <a:pt x="27145" y="629315"/>
                  <a:pt x="30705" y="632857"/>
                  <a:pt x="33375" y="634627"/>
                </a:cubicBezTo>
                <a:cubicBezTo>
                  <a:pt x="31595" y="644366"/>
                  <a:pt x="36935" y="654105"/>
                  <a:pt x="44945" y="660302"/>
                </a:cubicBezTo>
                <a:cubicBezTo>
                  <a:pt x="48504" y="663843"/>
                  <a:pt x="54734" y="662958"/>
                  <a:pt x="59184" y="661187"/>
                </a:cubicBezTo>
                <a:cubicBezTo>
                  <a:pt x="63634" y="660302"/>
                  <a:pt x="63634" y="655875"/>
                  <a:pt x="63634" y="652334"/>
                </a:cubicBezTo>
                <a:cubicBezTo>
                  <a:pt x="63634" y="652334"/>
                  <a:pt x="61854" y="651449"/>
                  <a:pt x="60964" y="651449"/>
                </a:cubicBezTo>
                <a:cubicBezTo>
                  <a:pt x="59184" y="649678"/>
                  <a:pt x="54734" y="648793"/>
                  <a:pt x="56514" y="645251"/>
                </a:cubicBezTo>
                <a:cubicBezTo>
                  <a:pt x="57404" y="642595"/>
                  <a:pt x="60074" y="639054"/>
                  <a:pt x="63634" y="639054"/>
                </a:cubicBezTo>
                <a:cubicBezTo>
                  <a:pt x="66303" y="639054"/>
                  <a:pt x="69863" y="638169"/>
                  <a:pt x="71643" y="640825"/>
                </a:cubicBezTo>
                <a:cubicBezTo>
                  <a:pt x="76983" y="647022"/>
                  <a:pt x="76093" y="656761"/>
                  <a:pt x="72533" y="662958"/>
                </a:cubicBezTo>
                <a:cubicBezTo>
                  <a:pt x="68083" y="670926"/>
                  <a:pt x="59184" y="674467"/>
                  <a:pt x="50284" y="674467"/>
                </a:cubicBezTo>
                <a:cubicBezTo>
                  <a:pt x="44945" y="671811"/>
                  <a:pt x="39605" y="670926"/>
                  <a:pt x="34265" y="667385"/>
                </a:cubicBezTo>
                <a:cubicBezTo>
                  <a:pt x="24476" y="657646"/>
                  <a:pt x="18246" y="641710"/>
                  <a:pt x="23586" y="628430"/>
                </a:cubicBezTo>
                <a:close/>
                <a:moveTo>
                  <a:pt x="940843" y="619097"/>
                </a:moveTo>
                <a:cubicBezTo>
                  <a:pt x="948924" y="617317"/>
                  <a:pt x="957903" y="618207"/>
                  <a:pt x="965085" y="621766"/>
                </a:cubicBezTo>
                <a:cubicBezTo>
                  <a:pt x="965085" y="621766"/>
                  <a:pt x="965085" y="621766"/>
                  <a:pt x="965983" y="623546"/>
                </a:cubicBezTo>
                <a:cubicBezTo>
                  <a:pt x="965983" y="626215"/>
                  <a:pt x="962392" y="627105"/>
                  <a:pt x="960596" y="628885"/>
                </a:cubicBezTo>
                <a:cubicBezTo>
                  <a:pt x="954311" y="628885"/>
                  <a:pt x="948026" y="624436"/>
                  <a:pt x="940843" y="626215"/>
                </a:cubicBezTo>
                <a:cubicBezTo>
                  <a:pt x="930967" y="627105"/>
                  <a:pt x="921091" y="631554"/>
                  <a:pt x="914806" y="639562"/>
                </a:cubicBezTo>
                <a:cubicBezTo>
                  <a:pt x="912112" y="643122"/>
                  <a:pt x="909419" y="639562"/>
                  <a:pt x="906725" y="640452"/>
                </a:cubicBezTo>
                <a:cubicBezTo>
                  <a:pt x="895053" y="641342"/>
                  <a:pt x="884279" y="644901"/>
                  <a:pt x="877096" y="653799"/>
                </a:cubicBezTo>
                <a:cubicBezTo>
                  <a:pt x="877096" y="653799"/>
                  <a:pt x="877096" y="653799"/>
                  <a:pt x="875301" y="654689"/>
                </a:cubicBezTo>
                <a:cubicBezTo>
                  <a:pt x="870811" y="662697"/>
                  <a:pt x="867220" y="671595"/>
                  <a:pt x="868118" y="682273"/>
                </a:cubicBezTo>
                <a:cubicBezTo>
                  <a:pt x="869016" y="692061"/>
                  <a:pt x="877096" y="700959"/>
                  <a:pt x="882483" y="709857"/>
                </a:cubicBezTo>
                <a:cubicBezTo>
                  <a:pt x="882483" y="712527"/>
                  <a:pt x="882483" y="716086"/>
                  <a:pt x="883381" y="718755"/>
                </a:cubicBezTo>
                <a:cubicBezTo>
                  <a:pt x="883381" y="728543"/>
                  <a:pt x="890564" y="737441"/>
                  <a:pt x="898645" y="743670"/>
                </a:cubicBezTo>
                <a:cubicBezTo>
                  <a:pt x="902236" y="746339"/>
                  <a:pt x="909419" y="745450"/>
                  <a:pt x="910317" y="751678"/>
                </a:cubicBezTo>
                <a:cubicBezTo>
                  <a:pt x="909419" y="753458"/>
                  <a:pt x="911214" y="757017"/>
                  <a:pt x="907623" y="757017"/>
                </a:cubicBezTo>
                <a:cubicBezTo>
                  <a:pt x="895053" y="757017"/>
                  <a:pt x="886973" y="746339"/>
                  <a:pt x="879790" y="737441"/>
                </a:cubicBezTo>
                <a:cubicBezTo>
                  <a:pt x="876198" y="729433"/>
                  <a:pt x="873505" y="719645"/>
                  <a:pt x="871709" y="709857"/>
                </a:cubicBezTo>
                <a:cubicBezTo>
                  <a:pt x="860037" y="696510"/>
                  <a:pt x="856446" y="676045"/>
                  <a:pt x="863629" y="660028"/>
                </a:cubicBezTo>
                <a:cubicBezTo>
                  <a:pt x="866322" y="655579"/>
                  <a:pt x="867220" y="651130"/>
                  <a:pt x="869914" y="646681"/>
                </a:cubicBezTo>
                <a:cubicBezTo>
                  <a:pt x="877994" y="639562"/>
                  <a:pt x="886075" y="633334"/>
                  <a:pt x="895951" y="632444"/>
                </a:cubicBezTo>
                <a:cubicBezTo>
                  <a:pt x="901338" y="632444"/>
                  <a:pt x="905827" y="631554"/>
                  <a:pt x="909419" y="632444"/>
                </a:cubicBezTo>
                <a:cubicBezTo>
                  <a:pt x="920193" y="627995"/>
                  <a:pt x="929171" y="620876"/>
                  <a:pt x="940843" y="619097"/>
                </a:cubicBezTo>
                <a:close/>
                <a:moveTo>
                  <a:pt x="62974" y="610947"/>
                </a:moveTo>
                <a:cubicBezTo>
                  <a:pt x="66083" y="610947"/>
                  <a:pt x="69414" y="611618"/>
                  <a:pt x="72523" y="612066"/>
                </a:cubicBezTo>
                <a:cubicBezTo>
                  <a:pt x="77852" y="614751"/>
                  <a:pt x="82293" y="618332"/>
                  <a:pt x="84958" y="623703"/>
                </a:cubicBezTo>
                <a:cubicBezTo>
                  <a:pt x="88511" y="629075"/>
                  <a:pt x="92952" y="621913"/>
                  <a:pt x="96505" y="624599"/>
                </a:cubicBezTo>
                <a:cubicBezTo>
                  <a:pt x="106276" y="627284"/>
                  <a:pt x="116046" y="630865"/>
                  <a:pt x="121376" y="639817"/>
                </a:cubicBezTo>
                <a:cubicBezTo>
                  <a:pt x="126705" y="648769"/>
                  <a:pt x="129370" y="660407"/>
                  <a:pt x="126705" y="670254"/>
                </a:cubicBezTo>
                <a:cubicBezTo>
                  <a:pt x="123152" y="679206"/>
                  <a:pt x="120488" y="687263"/>
                  <a:pt x="111605" y="692634"/>
                </a:cubicBezTo>
                <a:cubicBezTo>
                  <a:pt x="114270" y="706062"/>
                  <a:pt x="108940" y="719490"/>
                  <a:pt x="99170" y="726652"/>
                </a:cubicBezTo>
                <a:cubicBezTo>
                  <a:pt x="97393" y="727547"/>
                  <a:pt x="94729" y="727547"/>
                  <a:pt x="92952" y="728442"/>
                </a:cubicBezTo>
                <a:cubicBezTo>
                  <a:pt x="93840" y="720385"/>
                  <a:pt x="104499" y="723071"/>
                  <a:pt x="106276" y="715909"/>
                </a:cubicBezTo>
                <a:cubicBezTo>
                  <a:pt x="109829" y="707852"/>
                  <a:pt x="109829" y="698005"/>
                  <a:pt x="108052" y="690844"/>
                </a:cubicBezTo>
                <a:cubicBezTo>
                  <a:pt x="116046" y="682787"/>
                  <a:pt x="124041" y="672940"/>
                  <a:pt x="124041" y="660407"/>
                </a:cubicBezTo>
                <a:cubicBezTo>
                  <a:pt x="123152" y="650559"/>
                  <a:pt x="120488" y="640712"/>
                  <a:pt x="111605" y="635341"/>
                </a:cubicBezTo>
                <a:cubicBezTo>
                  <a:pt x="104499" y="630865"/>
                  <a:pt x="94729" y="627284"/>
                  <a:pt x="86735" y="630865"/>
                </a:cubicBezTo>
                <a:cubicBezTo>
                  <a:pt x="84070" y="629075"/>
                  <a:pt x="84070" y="624599"/>
                  <a:pt x="80517" y="621913"/>
                </a:cubicBezTo>
                <a:cubicBezTo>
                  <a:pt x="75187" y="617437"/>
                  <a:pt x="69858" y="614751"/>
                  <a:pt x="61864" y="613856"/>
                </a:cubicBezTo>
                <a:cubicBezTo>
                  <a:pt x="60087" y="614751"/>
                  <a:pt x="56534" y="614751"/>
                  <a:pt x="54758" y="613856"/>
                </a:cubicBezTo>
                <a:cubicBezTo>
                  <a:pt x="56979" y="611618"/>
                  <a:pt x="59865" y="610947"/>
                  <a:pt x="62974" y="610947"/>
                </a:cubicBezTo>
                <a:close/>
                <a:moveTo>
                  <a:pt x="942824" y="598267"/>
                </a:moveTo>
                <a:cubicBezTo>
                  <a:pt x="943664" y="598267"/>
                  <a:pt x="945345" y="598267"/>
                  <a:pt x="945345" y="599133"/>
                </a:cubicBezTo>
                <a:cubicBezTo>
                  <a:pt x="945345" y="602597"/>
                  <a:pt x="941143" y="602597"/>
                  <a:pt x="939462" y="605194"/>
                </a:cubicBezTo>
                <a:cubicBezTo>
                  <a:pt x="937781" y="607792"/>
                  <a:pt x="936100" y="610390"/>
                  <a:pt x="935260" y="614719"/>
                </a:cubicBezTo>
                <a:cubicBezTo>
                  <a:pt x="935260" y="615585"/>
                  <a:pt x="933579" y="617317"/>
                  <a:pt x="931058" y="617317"/>
                </a:cubicBezTo>
                <a:cubicBezTo>
                  <a:pt x="931058" y="610390"/>
                  <a:pt x="936100" y="601731"/>
                  <a:pt x="942824" y="598267"/>
                </a:cubicBezTo>
                <a:close/>
                <a:moveTo>
                  <a:pt x="58383" y="595290"/>
                </a:moveTo>
                <a:cubicBezTo>
                  <a:pt x="69019" y="593505"/>
                  <a:pt x="78769" y="597075"/>
                  <a:pt x="87632" y="601537"/>
                </a:cubicBezTo>
                <a:cubicBezTo>
                  <a:pt x="87632" y="601537"/>
                  <a:pt x="87632" y="601537"/>
                  <a:pt x="92950" y="607783"/>
                </a:cubicBezTo>
                <a:cubicBezTo>
                  <a:pt x="96496" y="613137"/>
                  <a:pt x="104473" y="610460"/>
                  <a:pt x="110677" y="613137"/>
                </a:cubicBezTo>
                <a:cubicBezTo>
                  <a:pt x="127518" y="618492"/>
                  <a:pt x="140813" y="635447"/>
                  <a:pt x="142586" y="654187"/>
                </a:cubicBezTo>
                <a:cubicBezTo>
                  <a:pt x="145245" y="661326"/>
                  <a:pt x="141700" y="670250"/>
                  <a:pt x="140813" y="678281"/>
                </a:cubicBezTo>
                <a:cubicBezTo>
                  <a:pt x="138154" y="688097"/>
                  <a:pt x="131950" y="695236"/>
                  <a:pt x="124859" y="703268"/>
                </a:cubicBezTo>
                <a:cubicBezTo>
                  <a:pt x="125745" y="719331"/>
                  <a:pt x="118654" y="733609"/>
                  <a:pt x="104473" y="740748"/>
                </a:cubicBezTo>
                <a:cubicBezTo>
                  <a:pt x="100927" y="744317"/>
                  <a:pt x="95609" y="744317"/>
                  <a:pt x="90291" y="744317"/>
                </a:cubicBezTo>
                <a:cubicBezTo>
                  <a:pt x="89405" y="741640"/>
                  <a:pt x="89405" y="737178"/>
                  <a:pt x="90291" y="734501"/>
                </a:cubicBezTo>
                <a:cubicBezTo>
                  <a:pt x="93837" y="730931"/>
                  <a:pt x="98268" y="730931"/>
                  <a:pt x="101814" y="729147"/>
                </a:cubicBezTo>
                <a:cubicBezTo>
                  <a:pt x="108905" y="722900"/>
                  <a:pt x="115995" y="715761"/>
                  <a:pt x="116882" y="705052"/>
                </a:cubicBezTo>
                <a:cubicBezTo>
                  <a:pt x="116882" y="705052"/>
                  <a:pt x="116882" y="705052"/>
                  <a:pt x="116882" y="694344"/>
                </a:cubicBezTo>
                <a:cubicBezTo>
                  <a:pt x="130177" y="683635"/>
                  <a:pt x="134609" y="665788"/>
                  <a:pt x="131063" y="649725"/>
                </a:cubicBezTo>
                <a:cubicBezTo>
                  <a:pt x="127518" y="635447"/>
                  <a:pt x="114223" y="623846"/>
                  <a:pt x="100041" y="622061"/>
                </a:cubicBezTo>
                <a:cubicBezTo>
                  <a:pt x="96496" y="622954"/>
                  <a:pt x="92064" y="621169"/>
                  <a:pt x="89405" y="621169"/>
                </a:cubicBezTo>
                <a:cubicBezTo>
                  <a:pt x="84973" y="613137"/>
                  <a:pt x="75223" y="608676"/>
                  <a:pt x="66360" y="606891"/>
                </a:cubicBezTo>
                <a:cubicBezTo>
                  <a:pt x="60155" y="606891"/>
                  <a:pt x="54837" y="608676"/>
                  <a:pt x="48633" y="611353"/>
                </a:cubicBezTo>
                <a:cubicBezTo>
                  <a:pt x="44201" y="610460"/>
                  <a:pt x="40656" y="606891"/>
                  <a:pt x="38883" y="603321"/>
                </a:cubicBezTo>
                <a:cubicBezTo>
                  <a:pt x="44201" y="597967"/>
                  <a:pt x="51292" y="597075"/>
                  <a:pt x="58383" y="595290"/>
                </a:cubicBezTo>
                <a:close/>
                <a:moveTo>
                  <a:pt x="949780" y="585166"/>
                </a:moveTo>
                <a:cubicBezTo>
                  <a:pt x="954378" y="585490"/>
                  <a:pt x="958976" y="587000"/>
                  <a:pt x="962480" y="590019"/>
                </a:cubicBezTo>
                <a:cubicBezTo>
                  <a:pt x="962480" y="590019"/>
                  <a:pt x="962480" y="590019"/>
                  <a:pt x="965107" y="593470"/>
                </a:cubicBezTo>
                <a:cubicBezTo>
                  <a:pt x="965983" y="597784"/>
                  <a:pt x="965983" y="602098"/>
                  <a:pt x="963356" y="605549"/>
                </a:cubicBezTo>
                <a:cubicBezTo>
                  <a:pt x="960728" y="608137"/>
                  <a:pt x="956349" y="609863"/>
                  <a:pt x="952845" y="608137"/>
                </a:cubicBezTo>
                <a:cubicBezTo>
                  <a:pt x="950218" y="606412"/>
                  <a:pt x="948466" y="603824"/>
                  <a:pt x="949342" y="600373"/>
                </a:cubicBezTo>
                <a:cubicBezTo>
                  <a:pt x="949342" y="599510"/>
                  <a:pt x="950218" y="597784"/>
                  <a:pt x="950218" y="596059"/>
                </a:cubicBezTo>
                <a:cubicBezTo>
                  <a:pt x="947590" y="593470"/>
                  <a:pt x="944087" y="595196"/>
                  <a:pt x="941459" y="595196"/>
                </a:cubicBezTo>
                <a:cubicBezTo>
                  <a:pt x="933576" y="599510"/>
                  <a:pt x="927445" y="609000"/>
                  <a:pt x="927445" y="619353"/>
                </a:cubicBezTo>
                <a:cubicBezTo>
                  <a:pt x="923941" y="621079"/>
                  <a:pt x="920438" y="622804"/>
                  <a:pt x="916935" y="623667"/>
                </a:cubicBezTo>
                <a:cubicBezTo>
                  <a:pt x="915183" y="618491"/>
                  <a:pt x="918686" y="612451"/>
                  <a:pt x="919562" y="606412"/>
                </a:cubicBezTo>
                <a:cubicBezTo>
                  <a:pt x="924817" y="599510"/>
                  <a:pt x="927445" y="590882"/>
                  <a:pt x="937079" y="587431"/>
                </a:cubicBezTo>
                <a:cubicBezTo>
                  <a:pt x="940583" y="585706"/>
                  <a:pt x="945181" y="584843"/>
                  <a:pt x="949780" y="585166"/>
                </a:cubicBezTo>
                <a:close/>
                <a:moveTo>
                  <a:pt x="65242" y="581844"/>
                </a:moveTo>
                <a:cubicBezTo>
                  <a:pt x="66400" y="582370"/>
                  <a:pt x="67789" y="583420"/>
                  <a:pt x="69178" y="583420"/>
                </a:cubicBezTo>
                <a:cubicBezTo>
                  <a:pt x="69178" y="583420"/>
                  <a:pt x="69178" y="583420"/>
                  <a:pt x="72882" y="589303"/>
                </a:cubicBezTo>
                <a:cubicBezTo>
                  <a:pt x="72882" y="589303"/>
                  <a:pt x="72882" y="589303"/>
                  <a:pt x="73808" y="592665"/>
                </a:cubicBezTo>
                <a:cubicBezTo>
                  <a:pt x="69178" y="593505"/>
                  <a:pt x="69178" y="588463"/>
                  <a:pt x="67326" y="585941"/>
                </a:cubicBezTo>
                <a:cubicBezTo>
                  <a:pt x="67326" y="585941"/>
                  <a:pt x="67326" y="585941"/>
                  <a:pt x="62696" y="583420"/>
                </a:cubicBezTo>
                <a:cubicBezTo>
                  <a:pt x="63159" y="581319"/>
                  <a:pt x="64085" y="581319"/>
                  <a:pt x="65242" y="581844"/>
                </a:cubicBezTo>
                <a:close/>
                <a:moveTo>
                  <a:pt x="127102" y="578579"/>
                </a:moveTo>
                <a:cubicBezTo>
                  <a:pt x="128784" y="579571"/>
                  <a:pt x="130130" y="581335"/>
                  <a:pt x="131027" y="583099"/>
                </a:cubicBezTo>
                <a:cubicBezTo>
                  <a:pt x="134616" y="589272"/>
                  <a:pt x="129233" y="594564"/>
                  <a:pt x="130130" y="600737"/>
                </a:cubicBezTo>
                <a:cubicBezTo>
                  <a:pt x="134616" y="604265"/>
                  <a:pt x="137308" y="609557"/>
                  <a:pt x="137308" y="614848"/>
                </a:cubicBezTo>
                <a:cubicBezTo>
                  <a:pt x="137308" y="614848"/>
                  <a:pt x="137308" y="614848"/>
                  <a:pt x="136411" y="615730"/>
                </a:cubicBezTo>
                <a:cubicBezTo>
                  <a:pt x="131924" y="610439"/>
                  <a:pt x="122952" y="609557"/>
                  <a:pt x="121157" y="601619"/>
                </a:cubicBezTo>
                <a:cubicBezTo>
                  <a:pt x="120260" y="600737"/>
                  <a:pt x="118465" y="599855"/>
                  <a:pt x="116671" y="599855"/>
                </a:cubicBezTo>
                <a:cubicBezTo>
                  <a:pt x="119363" y="597210"/>
                  <a:pt x="118465" y="592800"/>
                  <a:pt x="122055" y="591918"/>
                </a:cubicBezTo>
                <a:cubicBezTo>
                  <a:pt x="123849" y="591036"/>
                  <a:pt x="124746" y="589272"/>
                  <a:pt x="124746" y="587508"/>
                </a:cubicBezTo>
                <a:cubicBezTo>
                  <a:pt x="122952" y="585744"/>
                  <a:pt x="120260" y="585744"/>
                  <a:pt x="119363" y="583099"/>
                </a:cubicBezTo>
                <a:cubicBezTo>
                  <a:pt x="119363" y="581335"/>
                  <a:pt x="121157" y="579571"/>
                  <a:pt x="121157" y="578689"/>
                </a:cubicBezTo>
                <a:cubicBezTo>
                  <a:pt x="123400" y="577366"/>
                  <a:pt x="125419" y="577586"/>
                  <a:pt x="127102" y="578579"/>
                </a:cubicBezTo>
                <a:close/>
                <a:moveTo>
                  <a:pt x="61945" y="564930"/>
                </a:moveTo>
                <a:cubicBezTo>
                  <a:pt x="70893" y="565807"/>
                  <a:pt x="79841" y="570194"/>
                  <a:pt x="84314" y="579844"/>
                </a:cubicBezTo>
                <a:cubicBezTo>
                  <a:pt x="86999" y="585108"/>
                  <a:pt x="89683" y="591249"/>
                  <a:pt x="88788" y="597390"/>
                </a:cubicBezTo>
                <a:cubicBezTo>
                  <a:pt x="84314" y="598267"/>
                  <a:pt x="80735" y="595635"/>
                  <a:pt x="78051" y="593881"/>
                </a:cubicBezTo>
                <a:cubicBezTo>
                  <a:pt x="78051" y="588617"/>
                  <a:pt x="75367" y="585985"/>
                  <a:pt x="72682" y="582476"/>
                </a:cubicBezTo>
                <a:cubicBezTo>
                  <a:pt x="69103" y="579844"/>
                  <a:pt x="64630" y="576335"/>
                  <a:pt x="59261" y="577212"/>
                </a:cubicBezTo>
                <a:cubicBezTo>
                  <a:pt x="57471" y="581599"/>
                  <a:pt x="58366" y="586862"/>
                  <a:pt x="52103" y="588617"/>
                </a:cubicBezTo>
                <a:cubicBezTo>
                  <a:pt x="49419" y="589494"/>
                  <a:pt x="46734" y="588617"/>
                  <a:pt x="44945" y="587740"/>
                </a:cubicBezTo>
                <a:cubicBezTo>
                  <a:pt x="40471" y="583353"/>
                  <a:pt x="42260" y="577212"/>
                  <a:pt x="44050" y="572826"/>
                </a:cubicBezTo>
                <a:cubicBezTo>
                  <a:pt x="48524" y="567562"/>
                  <a:pt x="54787" y="565807"/>
                  <a:pt x="61945" y="564930"/>
                </a:cubicBezTo>
                <a:close/>
                <a:moveTo>
                  <a:pt x="906363" y="553817"/>
                </a:moveTo>
                <a:cubicBezTo>
                  <a:pt x="908127" y="554699"/>
                  <a:pt x="909009" y="557345"/>
                  <a:pt x="908127" y="559109"/>
                </a:cubicBezTo>
                <a:cubicBezTo>
                  <a:pt x="907245" y="560873"/>
                  <a:pt x="905481" y="561755"/>
                  <a:pt x="903717" y="562637"/>
                </a:cubicBezTo>
                <a:cubicBezTo>
                  <a:pt x="899308" y="567928"/>
                  <a:pt x="894898" y="574102"/>
                  <a:pt x="898426" y="581157"/>
                </a:cubicBezTo>
                <a:cubicBezTo>
                  <a:pt x="901953" y="583803"/>
                  <a:pt x="905481" y="588213"/>
                  <a:pt x="909891" y="585567"/>
                </a:cubicBezTo>
                <a:cubicBezTo>
                  <a:pt x="910773" y="584685"/>
                  <a:pt x="912537" y="584685"/>
                  <a:pt x="912537" y="582921"/>
                </a:cubicBezTo>
                <a:cubicBezTo>
                  <a:pt x="912537" y="580275"/>
                  <a:pt x="908127" y="578512"/>
                  <a:pt x="909891" y="574984"/>
                </a:cubicBezTo>
                <a:cubicBezTo>
                  <a:pt x="912537" y="572338"/>
                  <a:pt x="916064" y="572338"/>
                  <a:pt x="918710" y="574102"/>
                </a:cubicBezTo>
                <a:cubicBezTo>
                  <a:pt x="921356" y="575866"/>
                  <a:pt x="923120" y="579394"/>
                  <a:pt x="923120" y="582039"/>
                </a:cubicBezTo>
                <a:cubicBezTo>
                  <a:pt x="923120" y="588213"/>
                  <a:pt x="919592" y="592623"/>
                  <a:pt x="915182" y="594387"/>
                </a:cubicBezTo>
                <a:cubicBezTo>
                  <a:pt x="913419" y="594387"/>
                  <a:pt x="909009" y="595269"/>
                  <a:pt x="909009" y="598796"/>
                </a:cubicBezTo>
                <a:cubicBezTo>
                  <a:pt x="910773" y="604970"/>
                  <a:pt x="906363" y="609380"/>
                  <a:pt x="903717" y="613789"/>
                </a:cubicBezTo>
                <a:cubicBezTo>
                  <a:pt x="898426" y="620845"/>
                  <a:pt x="886079" y="614671"/>
                  <a:pt x="882551" y="623491"/>
                </a:cubicBezTo>
                <a:cubicBezTo>
                  <a:pt x="879905" y="628782"/>
                  <a:pt x="874613" y="633192"/>
                  <a:pt x="868440" y="633192"/>
                </a:cubicBezTo>
                <a:cubicBezTo>
                  <a:pt x="867558" y="630546"/>
                  <a:pt x="871968" y="627900"/>
                  <a:pt x="873731" y="624373"/>
                </a:cubicBezTo>
                <a:cubicBezTo>
                  <a:pt x="877259" y="620845"/>
                  <a:pt x="879023" y="615553"/>
                  <a:pt x="878141" y="610262"/>
                </a:cubicBezTo>
                <a:cubicBezTo>
                  <a:pt x="877259" y="605852"/>
                  <a:pt x="873731" y="599678"/>
                  <a:pt x="877259" y="595269"/>
                </a:cubicBezTo>
                <a:cubicBezTo>
                  <a:pt x="879023" y="592623"/>
                  <a:pt x="882551" y="589977"/>
                  <a:pt x="885197" y="592623"/>
                </a:cubicBezTo>
                <a:cubicBezTo>
                  <a:pt x="886960" y="594387"/>
                  <a:pt x="889606" y="597032"/>
                  <a:pt x="888724" y="599678"/>
                </a:cubicBezTo>
                <a:cubicBezTo>
                  <a:pt x="886960" y="601442"/>
                  <a:pt x="883433" y="601442"/>
                  <a:pt x="883433" y="604970"/>
                </a:cubicBezTo>
                <a:cubicBezTo>
                  <a:pt x="884315" y="608498"/>
                  <a:pt x="887842" y="610262"/>
                  <a:pt x="890488" y="610262"/>
                </a:cubicBezTo>
                <a:cubicBezTo>
                  <a:pt x="894898" y="611144"/>
                  <a:pt x="897544" y="608498"/>
                  <a:pt x="900190" y="605852"/>
                </a:cubicBezTo>
                <a:cubicBezTo>
                  <a:pt x="901953" y="600560"/>
                  <a:pt x="901953" y="593505"/>
                  <a:pt x="896662" y="589977"/>
                </a:cubicBezTo>
                <a:cubicBezTo>
                  <a:pt x="892252" y="586449"/>
                  <a:pt x="889606" y="579394"/>
                  <a:pt x="889606" y="574102"/>
                </a:cubicBezTo>
                <a:cubicBezTo>
                  <a:pt x="885197" y="574102"/>
                  <a:pt x="881669" y="569692"/>
                  <a:pt x="879905" y="565282"/>
                </a:cubicBezTo>
                <a:cubicBezTo>
                  <a:pt x="879023" y="562637"/>
                  <a:pt x="879023" y="559109"/>
                  <a:pt x="880787" y="556463"/>
                </a:cubicBezTo>
                <a:cubicBezTo>
                  <a:pt x="882551" y="553817"/>
                  <a:pt x="885197" y="556463"/>
                  <a:pt x="886960" y="556463"/>
                </a:cubicBezTo>
                <a:cubicBezTo>
                  <a:pt x="893134" y="558227"/>
                  <a:pt x="883433" y="567928"/>
                  <a:pt x="893134" y="564400"/>
                </a:cubicBezTo>
                <a:cubicBezTo>
                  <a:pt x="896662" y="559109"/>
                  <a:pt x="901071" y="556463"/>
                  <a:pt x="906363" y="553817"/>
                </a:cubicBezTo>
                <a:close/>
                <a:moveTo>
                  <a:pt x="967769" y="553364"/>
                </a:moveTo>
                <a:cubicBezTo>
                  <a:pt x="968662" y="550642"/>
                  <a:pt x="971341" y="552456"/>
                  <a:pt x="972234" y="553364"/>
                </a:cubicBezTo>
                <a:cubicBezTo>
                  <a:pt x="972234" y="553364"/>
                  <a:pt x="972234" y="553364"/>
                  <a:pt x="978484" y="561528"/>
                </a:cubicBezTo>
                <a:cubicBezTo>
                  <a:pt x="980270" y="567878"/>
                  <a:pt x="979377" y="573321"/>
                  <a:pt x="976698" y="578764"/>
                </a:cubicBezTo>
                <a:cubicBezTo>
                  <a:pt x="974913" y="581485"/>
                  <a:pt x="971341" y="582392"/>
                  <a:pt x="968662" y="581485"/>
                </a:cubicBezTo>
                <a:cubicBezTo>
                  <a:pt x="965983" y="580578"/>
                  <a:pt x="966876" y="576949"/>
                  <a:pt x="966876" y="574228"/>
                </a:cubicBezTo>
                <a:cubicBezTo>
                  <a:pt x="969555" y="572414"/>
                  <a:pt x="973127" y="572414"/>
                  <a:pt x="972234" y="568785"/>
                </a:cubicBezTo>
                <a:cubicBezTo>
                  <a:pt x="974020" y="562435"/>
                  <a:pt x="967769" y="558806"/>
                  <a:pt x="967769" y="553364"/>
                </a:cubicBezTo>
                <a:close/>
                <a:moveTo>
                  <a:pt x="957411" y="549055"/>
                </a:moveTo>
                <a:cubicBezTo>
                  <a:pt x="960268" y="549055"/>
                  <a:pt x="963126" y="549962"/>
                  <a:pt x="965031" y="552684"/>
                </a:cubicBezTo>
                <a:cubicBezTo>
                  <a:pt x="965983" y="556312"/>
                  <a:pt x="965983" y="558127"/>
                  <a:pt x="965031" y="561755"/>
                </a:cubicBezTo>
                <a:cubicBezTo>
                  <a:pt x="962173" y="560848"/>
                  <a:pt x="959316" y="559034"/>
                  <a:pt x="956458" y="558127"/>
                </a:cubicBezTo>
                <a:cubicBezTo>
                  <a:pt x="956458" y="555405"/>
                  <a:pt x="956458" y="551777"/>
                  <a:pt x="957411" y="549055"/>
                </a:cubicBezTo>
                <a:close/>
                <a:moveTo>
                  <a:pt x="912405" y="542705"/>
                </a:moveTo>
                <a:cubicBezTo>
                  <a:pt x="915083" y="543587"/>
                  <a:pt x="918655" y="543587"/>
                  <a:pt x="922227" y="543587"/>
                </a:cubicBezTo>
                <a:cubicBezTo>
                  <a:pt x="923120" y="546233"/>
                  <a:pt x="920441" y="549761"/>
                  <a:pt x="921334" y="553288"/>
                </a:cubicBezTo>
                <a:cubicBezTo>
                  <a:pt x="919548" y="555934"/>
                  <a:pt x="915976" y="558580"/>
                  <a:pt x="912405" y="558580"/>
                </a:cubicBezTo>
                <a:cubicBezTo>
                  <a:pt x="912405" y="558580"/>
                  <a:pt x="912405" y="558580"/>
                  <a:pt x="911512" y="558580"/>
                </a:cubicBezTo>
                <a:cubicBezTo>
                  <a:pt x="911512" y="553288"/>
                  <a:pt x="908833" y="547115"/>
                  <a:pt x="912405" y="542705"/>
                </a:cubicBezTo>
                <a:close/>
                <a:moveTo>
                  <a:pt x="40888" y="539530"/>
                </a:moveTo>
                <a:cubicBezTo>
                  <a:pt x="40888" y="539530"/>
                  <a:pt x="40888" y="539530"/>
                  <a:pt x="40888" y="543860"/>
                </a:cubicBezTo>
                <a:cubicBezTo>
                  <a:pt x="38131" y="546457"/>
                  <a:pt x="36293" y="549921"/>
                  <a:pt x="36293" y="553385"/>
                </a:cubicBezTo>
                <a:cubicBezTo>
                  <a:pt x="36293" y="557714"/>
                  <a:pt x="43645" y="555982"/>
                  <a:pt x="41807" y="561178"/>
                </a:cubicBezTo>
                <a:cubicBezTo>
                  <a:pt x="41807" y="563776"/>
                  <a:pt x="39969" y="566373"/>
                  <a:pt x="38131" y="567239"/>
                </a:cubicBezTo>
                <a:cubicBezTo>
                  <a:pt x="34454" y="568105"/>
                  <a:pt x="30778" y="565507"/>
                  <a:pt x="28940" y="562910"/>
                </a:cubicBezTo>
                <a:cubicBezTo>
                  <a:pt x="26183" y="558580"/>
                  <a:pt x="26183" y="550787"/>
                  <a:pt x="28021" y="546457"/>
                </a:cubicBezTo>
                <a:cubicBezTo>
                  <a:pt x="31697" y="543860"/>
                  <a:pt x="36293" y="540396"/>
                  <a:pt x="40888" y="539530"/>
                </a:cubicBezTo>
                <a:close/>
                <a:moveTo>
                  <a:pt x="102092" y="536355"/>
                </a:moveTo>
                <a:cubicBezTo>
                  <a:pt x="108215" y="539030"/>
                  <a:pt x="114338" y="542596"/>
                  <a:pt x="116087" y="549729"/>
                </a:cubicBezTo>
                <a:cubicBezTo>
                  <a:pt x="117837" y="551512"/>
                  <a:pt x="120461" y="551512"/>
                  <a:pt x="122211" y="551512"/>
                </a:cubicBezTo>
                <a:cubicBezTo>
                  <a:pt x="122211" y="551512"/>
                  <a:pt x="122211" y="551512"/>
                  <a:pt x="123960" y="548838"/>
                </a:cubicBezTo>
                <a:cubicBezTo>
                  <a:pt x="123085" y="547054"/>
                  <a:pt x="118712" y="546163"/>
                  <a:pt x="120461" y="542596"/>
                </a:cubicBezTo>
                <a:cubicBezTo>
                  <a:pt x="121336" y="541705"/>
                  <a:pt x="122211" y="539030"/>
                  <a:pt x="123960" y="539922"/>
                </a:cubicBezTo>
                <a:cubicBezTo>
                  <a:pt x="127459" y="539922"/>
                  <a:pt x="130083" y="542596"/>
                  <a:pt x="130958" y="546163"/>
                </a:cubicBezTo>
                <a:cubicBezTo>
                  <a:pt x="130958" y="549729"/>
                  <a:pt x="130958" y="553296"/>
                  <a:pt x="128334" y="555970"/>
                </a:cubicBezTo>
                <a:cubicBezTo>
                  <a:pt x="125710" y="558645"/>
                  <a:pt x="121336" y="557754"/>
                  <a:pt x="118712" y="560428"/>
                </a:cubicBezTo>
                <a:cubicBezTo>
                  <a:pt x="119586" y="566670"/>
                  <a:pt x="116087" y="571128"/>
                  <a:pt x="114338" y="575586"/>
                </a:cubicBezTo>
                <a:cubicBezTo>
                  <a:pt x="111714" y="577369"/>
                  <a:pt x="108215" y="578260"/>
                  <a:pt x="108215" y="582718"/>
                </a:cubicBezTo>
                <a:cubicBezTo>
                  <a:pt x="107340" y="585393"/>
                  <a:pt x="108215" y="588960"/>
                  <a:pt x="109964" y="591634"/>
                </a:cubicBezTo>
                <a:cubicBezTo>
                  <a:pt x="109964" y="591634"/>
                  <a:pt x="109964" y="591634"/>
                  <a:pt x="114338" y="594309"/>
                </a:cubicBezTo>
                <a:cubicBezTo>
                  <a:pt x="112589" y="596093"/>
                  <a:pt x="113463" y="601442"/>
                  <a:pt x="109964" y="598767"/>
                </a:cubicBezTo>
                <a:cubicBezTo>
                  <a:pt x="103841" y="596984"/>
                  <a:pt x="102092" y="589851"/>
                  <a:pt x="100342" y="585393"/>
                </a:cubicBezTo>
                <a:cubicBezTo>
                  <a:pt x="100342" y="585393"/>
                  <a:pt x="100342" y="585393"/>
                  <a:pt x="101217" y="580044"/>
                </a:cubicBezTo>
                <a:cubicBezTo>
                  <a:pt x="95969" y="578260"/>
                  <a:pt x="90720" y="575586"/>
                  <a:pt x="88971" y="570236"/>
                </a:cubicBezTo>
                <a:cubicBezTo>
                  <a:pt x="88971" y="567561"/>
                  <a:pt x="88096" y="564886"/>
                  <a:pt x="90720" y="562212"/>
                </a:cubicBezTo>
                <a:cubicBezTo>
                  <a:pt x="92470" y="561320"/>
                  <a:pt x="95094" y="561320"/>
                  <a:pt x="96843" y="562212"/>
                </a:cubicBezTo>
                <a:cubicBezTo>
                  <a:pt x="100342" y="564886"/>
                  <a:pt x="93344" y="570236"/>
                  <a:pt x="99467" y="571128"/>
                </a:cubicBezTo>
                <a:cubicBezTo>
                  <a:pt x="102966" y="572019"/>
                  <a:pt x="106465" y="571128"/>
                  <a:pt x="108215" y="568453"/>
                </a:cubicBezTo>
                <a:cubicBezTo>
                  <a:pt x="111714" y="563995"/>
                  <a:pt x="111714" y="557754"/>
                  <a:pt x="110839" y="553296"/>
                </a:cubicBezTo>
                <a:cubicBezTo>
                  <a:pt x="108215" y="548838"/>
                  <a:pt x="105591" y="545271"/>
                  <a:pt x="101217" y="543488"/>
                </a:cubicBezTo>
                <a:cubicBezTo>
                  <a:pt x="99467" y="541705"/>
                  <a:pt x="101217" y="539030"/>
                  <a:pt x="101217" y="537247"/>
                </a:cubicBezTo>
                <a:cubicBezTo>
                  <a:pt x="101217" y="537247"/>
                  <a:pt x="101217" y="537247"/>
                  <a:pt x="102092" y="536355"/>
                </a:cubicBezTo>
                <a:close/>
                <a:moveTo>
                  <a:pt x="55055" y="534053"/>
                </a:moveTo>
                <a:cubicBezTo>
                  <a:pt x="55055" y="538419"/>
                  <a:pt x="59520" y="545404"/>
                  <a:pt x="52376" y="547150"/>
                </a:cubicBezTo>
                <a:cubicBezTo>
                  <a:pt x="50591" y="548023"/>
                  <a:pt x="48805" y="550642"/>
                  <a:pt x="47019" y="549769"/>
                </a:cubicBezTo>
                <a:cubicBezTo>
                  <a:pt x="46126" y="545404"/>
                  <a:pt x="45233" y="541038"/>
                  <a:pt x="47019" y="537546"/>
                </a:cubicBezTo>
                <a:cubicBezTo>
                  <a:pt x="49698" y="536673"/>
                  <a:pt x="51483" y="533180"/>
                  <a:pt x="55055" y="534053"/>
                </a:cubicBezTo>
                <a:close/>
                <a:moveTo>
                  <a:pt x="939246" y="530005"/>
                </a:moveTo>
                <a:cubicBezTo>
                  <a:pt x="942756" y="530904"/>
                  <a:pt x="941878" y="534498"/>
                  <a:pt x="943633" y="536295"/>
                </a:cubicBezTo>
                <a:cubicBezTo>
                  <a:pt x="942756" y="539890"/>
                  <a:pt x="938369" y="538092"/>
                  <a:pt x="936614" y="540788"/>
                </a:cubicBezTo>
                <a:cubicBezTo>
                  <a:pt x="933983" y="542585"/>
                  <a:pt x="933105" y="545281"/>
                  <a:pt x="933105" y="547977"/>
                </a:cubicBezTo>
                <a:cubicBezTo>
                  <a:pt x="933983" y="550673"/>
                  <a:pt x="935737" y="554267"/>
                  <a:pt x="938369" y="556064"/>
                </a:cubicBezTo>
                <a:cubicBezTo>
                  <a:pt x="941001" y="555166"/>
                  <a:pt x="943633" y="556963"/>
                  <a:pt x="943633" y="554267"/>
                </a:cubicBezTo>
                <a:cubicBezTo>
                  <a:pt x="943633" y="550673"/>
                  <a:pt x="937492" y="553368"/>
                  <a:pt x="937492" y="548875"/>
                </a:cubicBezTo>
                <a:cubicBezTo>
                  <a:pt x="937492" y="547078"/>
                  <a:pt x="937492" y="545281"/>
                  <a:pt x="939246" y="543484"/>
                </a:cubicBezTo>
                <a:cubicBezTo>
                  <a:pt x="941878" y="541687"/>
                  <a:pt x="945388" y="541687"/>
                  <a:pt x="948019" y="543484"/>
                </a:cubicBezTo>
                <a:cubicBezTo>
                  <a:pt x="952406" y="547078"/>
                  <a:pt x="953283" y="550673"/>
                  <a:pt x="952406" y="555166"/>
                </a:cubicBezTo>
                <a:cubicBezTo>
                  <a:pt x="951529" y="559658"/>
                  <a:pt x="947142" y="561456"/>
                  <a:pt x="943633" y="563253"/>
                </a:cubicBezTo>
                <a:cubicBezTo>
                  <a:pt x="941878" y="568644"/>
                  <a:pt x="941878" y="574934"/>
                  <a:pt x="935737" y="576732"/>
                </a:cubicBezTo>
                <a:cubicBezTo>
                  <a:pt x="934860" y="576732"/>
                  <a:pt x="933105" y="577630"/>
                  <a:pt x="932228" y="577630"/>
                </a:cubicBezTo>
                <a:cubicBezTo>
                  <a:pt x="930473" y="565050"/>
                  <a:pt x="919946" y="553368"/>
                  <a:pt x="928719" y="541687"/>
                </a:cubicBezTo>
                <a:cubicBezTo>
                  <a:pt x="933105" y="538991"/>
                  <a:pt x="938369" y="536295"/>
                  <a:pt x="939246" y="530005"/>
                </a:cubicBezTo>
                <a:close/>
                <a:moveTo>
                  <a:pt x="95961" y="528594"/>
                </a:moveTo>
                <a:cubicBezTo>
                  <a:pt x="97476" y="528594"/>
                  <a:pt x="98775" y="529035"/>
                  <a:pt x="99208" y="531240"/>
                </a:cubicBezTo>
                <a:cubicBezTo>
                  <a:pt x="98342" y="534768"/>
                  <a:pt x="97476" y="539177"/>
                  <a:pt x="97476" y="542705"/>
                </a:cubicBezTo>
                <a:cubicBezTo>
                  <a:pt x="94012" y="542705"/>
                  <a:pt x="92281" y="540059"/>
                  <a:pt x="89683" y="537413"/>
                </a:cubicBezTo>
                <a:cubicBezTo>
                  <a:pt x="89683" y="534768"/>
                  <a:pt x="89683" y="531240"/>
                  <a:pt x="91415" y="528594"/>
                </a:cubicBezTo>
                <a:cubicBezTo>
                  <a:pt x="92714" y="529035"/>
                  <a:pt x="94445" y="528594"/>
                  <a:pt x="95961" y="528594"/>
                </a:cubicBezTo>
                <a:close/>
                <a:moveTo>
                  <a:pt x="970340" y="523655"/>
                </a:moveTo>
                <a:cubicBezTo>
                  <a:pt x="972998" y="523655"/>
                  <a:pt x="975656" y="525387"/>
                  <a:pt x="975656" y="527119"/>
                </a:cubicBezTo>
                <a:cubicBezTo>
                  <a:pt x="978314" y="530582"/>
                  <a:pt x="976542" y="533180"/>
                  <a:pt x="976542" y="536644"/>
                </a:cubicBezTo>
                <a:cubicBezTo>
                  <a:pt x="980086" y="538376"/>
                  <a:pt x="981858" y="541839"/>
                  <a:pt x="981858" y="545303"/>
                </a:cubicBezTo>
                <a:cubicBezTo>
                  <a:pt x="981858" y="547901"/>
                  <a:pt x="981858" y="550498"/>
                  <a:pt x="980086" y="552230"/>
                </a:cubicBezTo>
                <a:cubicBezTo>
                  <a:pt x="972112" y="549632"/>
                  <a:pt x="965023" y="547035"/>
                  <a:pt x="957935" y="544437"/>
                </a:cubicBezTo>
                <a:cubicBezTo>
                  <a:pt x="952619" y="540973"/>
                  <a:pt x="945530" y="535778"/>
                  <a:pt x="943758" y="527985"/>
                </a:cubicBezTo>
                <a:cubicBezTo>
                  <a:pt x="944644" y="527119"/>
                  <a:pt x="944644" y="525387"/>
                  <a:pt x="946416" y="525387"/>
                </a:cubicBezTo>
                <a:cubicBezTo>
                  <a:pt x="949074" y="528851"/>
                  <a:pt x="954391" y="527985"/>
                  <a:pt x="958821" y="528851"/>
                </a:cubicBezTo>
                <a:cubicBezTo>
                  <a:pt x="959707" y="533180"/>
                  <a:pt x="959707" y="537510"/>
                  <a:pt x="965023" y="540107"/>
                </a:cubicBezTo>
                <a:cubicBezTo>
                  <a:pt x="965909" y="540107"/>
                  <a:pt x="967681" y="541839"/>
                  <a:pt x="969453" y="540107"/>
                </a:cubicBezTo>
                <a:cubicBezTo>
                  <a:pt x="969453" y="537510"/>
                  <a:pt x="965023" y="537510"/>
                  <a:pt x="964137" y="534912"/>
                </a:cubicBezTo>
                <a:cubicBezTo>
                  <a:pt x="963251" y="533180"/>
                  <a:pt x="963251" y="528851"/>
                  <a:pt x="965023" y="527119"/>
                </a:cubicBezTo>
                <a:cubicBezTo>
                  <a:pt x="965909" y="525387"/>
                  <a:pt x="968567" y="524521"/>
                  <a:pt x="970340" y="523655"/>
                </a:cubicBezTo>
                <a:close/>
                <a:moveTo>
                  <a:pt x="905369" y="514130"/>
                </a:moveTo>
                <a:cubicBezTo>
                  <a:pt x="908833" y="514130"/>
                  <a:pt x="914028" y="514130"/>
                  <a:pt x="914894" y="518628"/>
                </a:cubicBezTo>
                <a:cubicBezTo>
                  <a:pt x="915760" y="520427"/>
                  <a:pt x="914894" y="522226"/>
                  <a:pt x="914894" y="524025"/>
                </a:cubicBezTo>
                <a:cubicBezTo>
                  <a:pt x="914028" y="525824"/>
                  <a:pt x="911431" y="526724"/>
                  <a:pt x="909699" y="525824"/>
                </a:cubicBezTo>
                <a:cubicBezTo>
                  <a:pt x="908833" y="525824"/>
                  <a:pt x="907967" y="524925"/>
                  <a:pt x="907101" y="524925"/>
                </a:cubicBezTo>
                <a:cubicBezTo>
                  <a:pt x="905369" y="526724"/>
                  <a:pt x="907967" y="527624"/>
                  <a:pt x="908833" y="528523"/>
                </a:cubicBezTo>
                <a:cubicBezTo>
                  <a:pt x="911431" y="530322"/>
                  <a:pt x="914028" y="530322"/>
                  <a:pt x="915760" y="529423"/>
                </a:cubicBezTo>
                <a:cubicBezTo>
                  <a:pt x="918358" y="527624"/>
                  <a:pt x="918358" y="524925"/>
                  <a:pt x="920090" y="522226"/>
                </a:cubicBezTo>
                <a:cubicBezTo>
                  <a:pt x="920090" y="522226"/>
                  <a:pt x="920090" y="522226"/>
                  <a:pt x="929615" y="526724"/>
                </a:cubicBezTo>
                <a:cubicBezTo>
                  <a:pt x="929615" y="526724"/>
                  <a:pt x="929615" y="526724"/>
                  <a:pt x="937408" y="526724"/>
                </a:cubicBezTo>
                <a:cubicBezTo>
                  <a:pt x="935676" y="532121"/>
                  <a:pt x="931347" y="536619"/>
                  <a:pt x="926151" y="538418"/>
                </a:cubicBezTo>
                <a:cubicBezTo>
                  <a:pt x="914028" y="541117"/>
                  <a:pt x="902772" y="534820"/>
                  <a:pt x="890649" y="538418"/>
                </a:cubicBezTo>
                <a:cubicBezTo>
                  <a:pt x="889783" y="537519"/>
                  <a:pt x="890649" y="534820"/>
                  <a:pt x="890649" y="533021"/>
                </a:cubicBezTo>
                <a:cubicBezTo>
                  <a:pt x="893247" y="527624"/>
                  <a:pt x="900174" y="527624"/>
                  <a:pt x="899308" y="521327"/>
                </a:cubicBezTo>
                <a:cubicBezTo>
                  <a:pt x="899308" y="517728"/>
                  <a:pt x="902772" y="515929"/>
                  <a:pt x="905369" y="514130"/>
                </a:cubicBezTo>
                <a:close/>
                <a:moveTo>
                  <a:pt x="67691" y="514130"/>
                </a:moveTo>
                <a:cubicBezTo>
                  <a:pt x="72127" y="514130"/>
                  <a:pt x="71240" y="519625"/>
                  <a:pt x="74788" y="521457"/>
                </a:cubicBezTo>
                <a:cubicBezTo>
                  <a:pt x="78337" y="524205"/>
                  <a:pt x="81885" y="526036"/>
                  <a:pt x="86321" y="528784"/>
                </a:cubicBezTo>
                <a:cubicBezTo>
                  <a:pt x="88095" y="537027"/>
                  <a:pt x="81885" y="543438"/>
                  <a:pt x="78337" y="549849"/>
                </a:cubicBezTo>
                <a:cubicBezTo>
                  <a:pt x="78337" y="549849"/>
                  <a:pt x="78337" y="549849"/>
                  <a:pt x="76562" y="559008"/>
                </a:cubicBezTo>
                <a:cubicBezTo>
                  <a:pt x="73901" y="561755"/>
                  <a:pt x="71240" y="557176"/>
                  <a:pt x="68578" y="557176"/>
                </a:cubicBezTo>
                <a:cubicBezTo>
                  <a:pt x="62369" y="552596"/>
                  <a:pt x="65030" y="543438"/>
                  <a:pt x="58820" y="539774"/>
                </a:cubicBezTo>
                <a:cubicBezTo>
                  <a:pt x="58820" y="536111"/>
                  <a:pt x="57933" y="533363"/>
                  <a:pt x="58820" y="529700"/>
                </a:cubicBezTo>
                <a:cubicBezTo>
                  <a:pt x="61481" y="527868"/>
                  <a:pt x="65030" y="524205"/>
                  <a:pt x="67691" y="526952"/>
                </a:cubicBezTo>
                <a:cubicBezTo>
                  <a:pt x="71240" y="529700"/>
                  <a:pt x="69465" y="534279"/>
                  <a:pt x="69465" y="537943"/>
                </a:cubicBezTo>
                <a:cubicBezTo>
                  <a:pt x="71240" y="537943"/>
                  <a:pt x="73014" y="535195"/>
                  <a:pt x="73901" y="533363"/>
                </a:cubicBezTo>
                <a:cubicBezTo>
                  <a:pt x="74788" y="527868"/>
                  <a:pt x="73014" y="523289"/>
                  <a:pt x="67691" y="521457"/>
                </a:cubicBezTo>
                <a:cubicBezTo>
                  <a:pt x="66804" y="521457"/>
                  <a:pt x="65917" y="519625"/>
                  <a:pt x="65917" y="518709"/>
                </a:cubicBezTo>
                <a:cubicBezTo>
                  <a:pt x="65917" y="516878"/>
                  <a:pt x="66804" y="515046"/>
                  <a:pt x="67691" y="514130"/>
                </a:cubicBezTo>
                <a:close/>
                <a:moveTo>
                  <a:pt x="64968" y="503017"/>
                </a:moveTo>
                <a:cubicBezTo>
                  <a:pt x="65870" y="514884"/>
                  <a:pt x="59556" y="524924"/>
                  <a:pt x="49634" y="530401"/>
                </a:cubicBezTo>
                <a:cubicBezTo>
                  <a:pt x="43321" y="532227"/>
                  <a:pt x="37007" y="535878"/>
                  <a:pt x="30693" y="539529"/>
                </a:cubicBezTo>
                <a:cubicBezTo>
                  <a:pt x="27085" y="538616"/>
                  <a:pt x="27987" y="534965"/>
                  <a:pt x="26183" y="532227"/>
                </a:cubicBezTo>
                <a:cubicBezTo>
                  <a:pt x="27085" y="526750"/>
                  <a:pt x="30693" y="522186"/>
                  <a:pt x="29791" y="516709"/>
                </a:cubicBezTo>
                <a:cubicBezTo>
                  <a:pt x="28889" y="513058"/>
                  <a:pt x="33399" y="511232"/>
                  <a:pt x="35203" y="508494"/>
                </a:cubicBezTo>
                <a:cubicBezTo>
                  <a:pt x="37007" y="506668"/>
                  <a:pt x="40615" y="505756"/>
                  <a:pt x="43321" y="506668"/>
                </a:cubicBezTo>
                <a:cubicBezTo>
                  <a:pt x="46026" y="508494"/>
                  <a:pt x="48732" y="511232"/>
                  <a:pt x="49634" y="513971"/>
                </a:cubicBezTo>
                <a:cubicBezTo>
                  <a:pt x="49634" y="516709"/>
                  <a:pt x="49634" y="519448"/>
                  <a:pt x="46928" y="520360"/>
                </a:cubicBezTo>
                <a:cubicBezTo>
                  <a:pt x="45124" y="520360"/>
                  <a:pt x="44222" y="520360"/>
                  <a:pt x="42419" y="519448"/>
                </a:cubicBezTo>
                <a:cubicBezTo>
                  <a:pt x="41517" y="517622"/>
                  <a:pt x="42419" y="515796"/>
                  <a:pt x="40615" y="514884"/>
                </a:cubicBezTo>
                <a:cubicBezTo>
                  <a:pt x="38811" y="514884"/>
                  <a:pt x="38811" y="516709"/>
                  <a:pt x="38811" y="518535"/>
                </a:cubicBezTo>
                <a:cubicBezTo>
                  <a:pt x="38811" y="520360"/>
                  <a:pt x="40615" y="522186"/>
                  <a:pt x="43321" y="523099"/>
                </a:cubicBezTo>
                <a:cubicBezTo>
                  <a:pt x="46928" y="524924"/>
                  <a:pt x="49634" y="521273"/>
                  <a:pt x="52340" y="519448"/>
                </a:cubicBezTo>
                <a:cubicBezTo>
                  <a:pt x="55046" y="515796"/>
                  <a:pt x="50536" y="509407"/>
                  <a:pt x="56850" y="508494"/>
                </a:cubicBezTo>
                <a:cubicBezTo>
                  <a:pt x="60458" y="507581"/>
                  <a:pt x="61360" y="503930"/>
                  <a:pt x="64968" y="503017"/>
                </a:cubicBezTo>
                <a:close/>
                <a:moveTo>
                  <a:pt x="107592" y="500194"/>
                </a:moveTo>
                <a:cubicBezTo>
                  <a:pt x="110589" y="501056"/>
                  <a:pt x="113253" y="502995"/>
                  <a:pt x="114141" y="506011"/>
                </a:cubicBezTo>
                <a:cubicBezTo>
                  <a:pt x="114141" y="512905"/>
                  <a:pt x="123020" y="513767"/>
                  <a:pt x="123020" y="520661"/>
                </a:cubicBezTo>
                <a:cubicBezTo>
                  <a:pt x="122132" y="523246"/>
                  <a:pt x="122132" y="526694"/>
                  <a:pt x="120356" y="528417"/>
                </a:cubicBezTo>
                <a:cubicBezTo>
                  <a:pt x="117692" y="528417"/>
                  <a:pt x="115917" y="526694"/>
                  <a:pt x="114141" y="525832"/>
                </a:cubicBezTo>
                <a:cubicBezTo>
                  <a:pt x="114141" y="525832"/>
                  <a:pt x="114141" y="525832"/>
                  <a:pt x="88391" y="524108"/>
                </a:cubicBezTo>
                <a:cubicBezTo>
                  <a:pt x="80400" y="521523"/>
                  <a:pt x="73297" y="517214"/>
                  <a:pt x="70633" y="509458"/>
                </a:cubicBezTo>
                <a:cubicBezTo>
                  <a:pt x="70633" y="509458"/>
                  <a:pt x="70633" y="509458"/>
                  <a:pt x="70633" y="508596"/>
                </a:cubicBezTo>
                <a:cubicBezTo>
                  <a:pt x="77736" y="511182"/>
                  <a:pt x="84840" y="509458"/>
                  <a:pt x="90167" y="506011"/>
                </a:cubicBezTo>
                <a:cubicBezTo>
                  <a:pt x="91055" y="509458"/>
                  <a:pt x="92831" y="513767"/>
                  <a:pt x="97270" y="514629"/>
                </a:cubicBezTo>
                <a:cubicBezTo>
                  <a:pt x="100822" y="515491"/>
                  <a:pt x="102598" y="513767"/>
                  <a:pt x="105262" y="512043"/>
                </a:cubicBezTo>
                <a:cubicBezTo>
                  <a:pt x="106150" y="511182"/>
                  <a:pt x="105262" y="508596"/>
                  <a:pt x="105262" y="507735"/>
                </a:cubicBezTo>
                <a:cubicBezTo>
                  <a:pt x="105262" y="507735"/>
                  <a:pt x="105262" y="507735"/>
                  <a:pt x="103486" y="506873"/>
                </a:cubicBezTo>
                <a:cubicBezTo>
                  <a:pt x="101710" y="507735"/>
                  <a:pt x="102598" y="509458"/>
                  <a:pt x="100822" y="510320"/>
                </a:cubicBezTo>
                <a:cubicBezTo>
                  <a:pt x="98158" y="511182"/>
                  <a:pt x="94607" y="510320"/>
                  <a:pt x="94607" y="506873"/>
                </a:cubicBezTo>
                <a:cubicBezTo>
                  <a:pt x="94607" y="504288"/>
                  <a:pt x="96382" y="501702"/>
                  <a:pt x="99046" y="500840"/>
                </a:cubicBezTo>
                <a:cubicBezTo>
                  <a:pt x="101266" y="499548"/>
                  <a:pt x="104596" y="499332"/>
                  <a:pt x="107592" y="500194"/>
                </a:cubicBezTo>
                <a:close/>
                <a:moveTo>
                  <a:pt x="893663" y="499843"/>
                </a:moveTo>
                <a:cubicBezTo>
                  <a:pt x="898073" y="501638"/>
                  <a:pt x="896309" y="507021"/>
                  <a:pt x="900719" y="508816"/>
                </a:cubicBezTo>
                <a:cubicBezTo>
                  <a:pt x="902483" y="512405"/>
                  <a:pt x="897191" y="512405"/>
                  <a:pt x="896309" y="515994"/>
                </a:cubicBezTo>
                <a:cubicBezTo>
                  <a:pt x="895427" y="517788"/>
                  <a:pt x="896309" y="519583"/>
                  <a:pt x="894545" y="520480"/>
                </a:cubicBezTo>
                <a:cubicBezTo>
                  <a:pt x="890136" y="518686"/>
                  <a:pt x="888372" y="513302"/>
                  <a:pt x="886608" y="508816"/>
                </a:cubicBezTo>
                <a:cubicBezTo>
                  <a:pt x="888372" y="506124"/>
                  <a:pt x="890136" y="502535"/>
                  <a:pt x="893663" y="499843"/>
                </a:cubicBezTo>
                <a:close/>
                <a:moveTo>
                  <a:pt x="962201" y="499155"/>
                </a:moveTo>
                <a:cubicBezTo>
                  <a:pt x="967524" y="502753"/>
                  <a:pt x="971960" y="506351"/>
                  <a:pt x="975508" y="511749"/>
                </a:cubicBezTo>
                <a:cubicBezTo>
                  <a:pt x="975508" y="511749"/>
                  <a:pt x="975508" y="511749"/>
                  <a:pt x="974621" y="514447"/>
                </a:cubicBezTo>
                <a:cubicBezTo>
                  <a:pt x="970185" y="519845"/>
                  <a:pt x="963976" y="524343"/>
                  <a:pt x="956879" y="525242"/>
                </a:cubicBezTo>
                <a:cubicBezTo>
                  <a:pt x="952443" y="525242"/>
                  <a:pt x="948895" y="524343"/>
                  <a:pt x="945346" y="521644"/>
                </a:cubicBezTo>
                <a:cubicBezTo>
                  <a:pt x="945346" y="521644"/>
                  <a:pt x="945346" y="521644"/>
                  <a:pt x="945346" y="518046"/>
                </a:cubicBezTo>
                <a:cubicBezTo>
                  <a:pt x="948895" y="518046"/>
                  <a:pt x="951556" y="520744"/>
                  <a:pt x="955104" y="519845"/>
                </a:cubicBezTo>
                <a:cubicBezTo>
                  <a:pt x="956879" y="518046"/>
                  <a:pt x="959540" y="516246"/>
                  <a:pt x="959540" y="512648"/>
                </a:cubicBezTo>
                <a:cubicBezTo>
                  <a:pt x="959540" y="511749"/>
                  <a:pt x="959540" y="511749"/>
                  <a:pt x="958653" y="510849"/>
                </a:cubicBezTo>
                <a:cubicBezTo>
                  <a:pt x="956879" y="512648"/>
                  <a:pt x="955104" y="517146"/>
                  <a:pt x="951556" y="515347"/>
                </a:cubicBezTo>
                <a:cubicBezTo>
                  <a:pt x="948895" y="513548"/>
                  <a:pt x="946233" y="510849"/>
                  <a:pt x="947120" y="507251"/>
                </a:cubicBezTo>
                <a:cubicBezTo>
                  <a:pt x="946233" y="503653"/>
                  <a:pt x="948895" y="500954"/>
                  <a:pt x="950669" y="500054"/>
                </a:cubicBezTo>
                <a:cubicBezTo>
                  <a:pt x="954217" y="498255"/>
                  <a:pt x="958653" y="498255"/>
                  <a:pt x="962201" y="499155"/>
                </a:cubicBezTo>
                <a:close/>
                <a:moveTo>
                  <a:pt x="932790" y="498255"/>
                </a:moveTo>
                <a:cubicBezTo>
                  <a:pt x="936446" y="498255"/>
                  <a:pt x="939188" y="499996"/>
                  <a:pt x="941930" y="501737"/>
                </a:cubicBezTo>
                <a:cubicBezTo>
                  <a:pt x="941930" y="501737"/>
                  <a:pt x="941930" y="501737"/>
                  <a:pt x="941930" y="502608"/>
                </a:cubicBezTo>
                <a:cubicBezTo>
                  <a:pt x="938274" y="501737"/>
                  <a:pt x="933704" y="502608"/>
                  <a:pt x="930048" y="505220"/>
                </a:cubicBezTo>
                <a:cubicBezTo>
                  <a:pt x="928220" y="506961"/>
                  <a:pt x="927306" y="509572"/>
                  <a:pt x="929134" y="512184"/>
                </a:cubicBezTo>
                <a:cubicBezTo>
                  <a:pt x="929134" y="514796"/>
                  <a:pt x="930962" y="515666"/>
                  <a:pt x="933704" y="516537"/>
                </a:cubicBezTo>
                <a:cubicBezTo>
                  <a:pt x="934618" y="517407"/>
                  <a:pt x="935532" y="516537"/>
                  <a:pt x="935532" y="515666"/>
                </a:cubicBezTo>
                <a:cubicBezTo>
                  <a:pt x="934618" y="513054"/>
                  <a:pt x="930048" y="511313"/>
                  <a:pt x="932790" y="508702"/>
                </a:cubicBezTo>
                <a:cubicBezTo>
                  <a:pt x="934618" y="506961"/>
                  <a:pt x="937360" y="505220"/>
                  <a:pt x="939188" y="506961"/>
                </a:cubicBezTo>
                <a:cubicBezTo>
                  <a:pt x="942844" y="508702"/>
                  <a:pt x="943758" y="513054"/>
                  <a:pt x="943758" y="515666"/>
                </a:cubicBezTo>
                <a:cubicBezTo>
                  <a:pt x="941930" y="518278"/>
                  <a:pt x="941016" y="520889"/>
                  <a:pt x="938274" y="521760"/>
                </a:cubicBezTo>
                <a:cubicBezTo>
                  <a:pt x="928220" y="525242"/>
                  <a:pt x="920908" y="517407"/>
                  <a:pt x="913596" y="511313"/>
                </a:cubicBezTo>
                <a:cubicBezTo>
                  <a:pt x="913596" y="511313"/>
                  <a:pt x="913596" y="511313"/>
                  <a:pt x="914510" y="508702"/>
                </a:cubicBezTo>
                <a:cubicBezTo>
                  <a:pt x="919080" y="504349"/>
                  <a:pt x="925478" y="499126"/>
                  <a:pt x="932790" y="498255"/>
                </a:cubicBezTo>
                <a:close/>
                <a:moveTo>
                  <a:pt x="115744" y="483269"/>
                </a:moveTo>
                <a:cubicBezTo>
                  <a:pt x="122227" y="482380"/>
                  <a:pt x="124079" y="488603"/>
                  <a:pt x="127783" y="492159"/>
                </a:cubicBezTo>
                <a:cubicBezTo>
                  <a:pt x="124079" y="496604"/>
                  <a:pt x="123153" y="501938"/>
                  <a:pt x="119449" y="504605"/>
                </a:cubicBezTo>
                <a:cubicBezTo>
                  <a:pt x="116670" y="500160"/>
                  <a:pt x="112040" y="495715"/>
                  <a:pt x="106484" y="494826"/>
                </a:cubicBezTo>
                <a:cubicBezTo>
                  <a:pt x="106484" y="494826"/>
                  <a:pt x="106484" y="494826"/>
                  <a:pt x="105558" y="493937"/>
                </a:cubicBezTo>
                <a:cubicBezTo>
                  <a:pt x="110188" y="491270"/>
                  <a:pt x="112966" y="486825"/>
                  <a:pt x="115744" y="483269"/>
                </a:cubicBezTo>
                <a:close/>
                <a:moveTo>
                  <a:pt x="73856" y="481201"/>
                </a:moveTo>
                <a:cubicBezTo>
                  <a:pt x="83910" y="476030"/>
                  <a:pt x="91222" y="484648"/>
                  <a:pt x="97620" y="492404"/>
                </a:cubicBezTo>
                <a:cubicBezTo>
                  <a:pt x="97620" y="492404"/>
                  <a:pt x="97620" y="492404"/>
                  <a:pt x="97620" y="494989"/>
                </a:cubicBezTo>
                <a:cubicBezTo>
                  <a:pt x="91222" y="500160"/>
                  <a:pt x="84824" y="506192"/>
                  <a:pt x="74770" y="505330"/>
                </a:cubicBezTo>
                <a:cubicBezTo>
                  <a:pt x="71114" y="504469"/>
                  <a:pt x="69286" y="501883"/>
                  <a:pt x="68372" y="499298"/>
                </a:cubicBezTo>
                <a:cubicBezTo>
                  <a:pt x="71114" y="498436"/>
                  <a:pt x="72942" y="501021"/>
                  <a:pt x="75684" y="500160"/>
                </a:cubicBezTo>
                <a:cubicBezTo>
                  <a:pt x="79340" y="499298"/>
                  <a:pt x="82996" y="496713"/>
                  <a:pt x="83910" y="494127"/>
                </a:cubicBezTo>
                <a:cubicBezTo>
                  <a:pt x="83910" y="490680"/>
                  <a:pt x="82996" y="487233"/>
                  <a:pt x="79340" y="485510"/>
                </a:cubicBezTo>
                <a:cubicBezTo>
                  <a:pt x="79340" y="485510"/>
                  <a:pt x="78426" y="484648"/>
                  <a:pt x="77512" y="485510"/>
                </a:cubicBezTo>
                <a:cubicBezTo>
                  <a:pt x="76598" y="488095"/>
                  <a:pt x="80254" y="490680"/>
                  <a:pt x="79340" y="493266"/>
                </a:cubicBezTo>
                <a:cubicBezTo>
                  <a:pt x="77512" y="495851"/>
                  <a:pt x="73856" y="495851"/>
                  <a:pt x="71114" y="494989"/>
                </a:cubicBezTo>
                <a:cubicBezTo>
                  <a:pt x="68372" y="494127"/>
                  <a:pt x="67458" y="491542"/>
                  <a:pt x="67458" y="488957"/>
                </a:cubicBezTo>
                <a:cubicBezTo>
                  <a:pt x="67458" y="485510"/>
                  <a:pt x="70200" y="482924"/>
                  <a:pt x="73856" y="481201"/>
                </a:cubicBezTo>
                <a:close/>
                <a:moveTo>
                  <a:pt x="911679" y="479999"/>
                </a:moveTo>
                <a:cubicBezTo>
                  <a:pt x="916716" y="478978"/>
                  <a:pt x="921752" y="478298"/>
                  <a:pt x="927445" y="480566"/>
                </a:cubicBezTo>
                <a:cubicBezTo>
                  <a:pt x="932700" y="482380"/>
                  <a:pt x="937956" y="487823"/>
                  <a:pt x="940583" y="493266"/>
                </a:cubicBezTo>
                <a:cubicBezTo>
                  <a:pt x="940583" y="494173"/>
                  <a:pt x="940583" y="495987"/>
                  <a:pt x="939707" y="495987"/>
                </a:cubicBezTo>
                <a:cubicBezTo>
                  <a:pt x="933576" y="492359"/>
                  <a:pt x="926569" y="494173"/>
                  <a:pt x="921314" y="497802"/>
                </a:cubicBezTo>
                <a:cubicBezTo>
                  <a:pt x="918686" y="497802"/>
                  <a:pt x="919562" y="495080"/>
                  <a:pt x="917810" y="493266"/>
                </a:cubicBezTo>
                <a:cubicBezTo>
                  <a:pt x="915183" y="492359"/>
                  <a:pt x="912555" y="490544"/>
                  <a:pt x="909928" y="491452"/>
                </a:cubicBezTo>
                <a:cubicBezTo>
                  <a:pt x="908176" y="492359"/>
                  <a:pt x="905548" y="495080"/>
                  <a:pt x="906424" y="496894"/>
                </a:cubicBezTo>
                <a:cubicBezTo>
                  <a:pt x="909052" y="499616"/>
                  <a:pt x="909928" y="493266"/>
                  <a:pt x="914307" y="495080"/>
                </a:cubicBezTo>
                <a:cubicBezTo>
                  <a:pt x="916059" y="496894"/>
                  <a:pt x="916935" y="500523"/>
                  <a:pt x="915183" y="503244"/>
                </a:cubicBezTo>
                <a:cubicBezTo>
                  <a:pt x="913431" y="505966"/>
                  <a:pt x="911679" y="506873"/>
                  <a:pt x="908176" y="507780"/>
                </a:cubicBezTo>
                <a:cubicBezTo>
                  <a:pt x="902045" y="506873"/>
                  <a:pt x="898541" y="499616"/>
                  <a:pt x="896790" y="494173"/>
                </a:cubicBezTo>
                <a:cubicBezTo>
                  <a:pt x="893286" y="490544"/>
                  <a:pt x="889783" y="486009"/>
                  <a:pt x="889783" y="480566"/>
                </a:cubicBezTo>
                <a:cubicBezTo>
                  <a:pt x="892410" y="479659"/>
                  <a:pt x="894162" y="481473"/>
                  <a:pt x="895914" y="481473"/>
                </a:cubicBezTo>
                <a:cubicBezTo>
                  <a:pt x="901607" y="482380"/>
                  <a:pt x="906643" y="481019"/>
                  <a:pt x="911679" y="479999"/>
                </a:cubicBezTo>
                <a:close/>
                <a:moveTo>
                  <a:pt x="50660" y="476909"/>
                </a:moveTo>
                <a:cubicBezTo>
                  <a:pt x="53986" y="476373"/>
                  <a:pt x="57418" y="477017"/>
                  <a:pt x="59992" y="479591"/>
                </a:cubicBezTo>
                <a:cubicBezTo>
                  <a:pt x="60851" y="481307"/>
                  <a:pt x="64283" y="483023"/>
                  <a:pt x="63425" y="486456"/>
                </a:cubicBezTo>
                <a:cubicBezTo>
                  <a:pt x="59992" y="484739"/>
                  <a:pt x="55702" y="483881"/>
                  <a:pt x="53128" y="486456"/>
                </a:cubicBezTo>
                <a:cubicBezTo>
                  <a:pt x="51411" y="488172"/>
                  <a:pt x="47979" y="490746"/>
                  <a:pt x="49695" y="494179"/>
                </a:cubicBezTo>
                <a:cubicBezTo>
                  <a:pt x="53128" y="495037"/>
                  <a:pt x="53128" y="486456"/>
                  <a:pt x="58276" y="489030"/>
                </a:cubicBezTo>
                <a:cubicBezTo>
                  <a:pt x="60851" y="492462"/>
                  <a:pt x="62567" y="495037"/>
                  <a:pt x="60851" y="498469"/>
                </a:cubicBezTo>
                <a:cubicBezTo>
                  <a:pt x="60851" y="501902"/>
                  <a:pt x="56560" y="502760"/>
                  <a:pt x="53986" y="504476"/>
                </a:cubicBezTo>
                <a:cubicBezTo>
                  <a:pt x="47121" y="506192"/>
                  <a:pt x="41114" y="501043"/>
                  <a:pt x="37682" y="495895"/>
                </a:cubicBezTo>
                <a:cubicBezTo>
                  <a:pt x="35965" y="494179"/>
                  <a:pt x="33391" y="493321"/>
                  <a:pt x="32533" y="490746"/>
                </a:cubicBezTo>
                <a:cubicBezTo>
                  <a:pt x="35965" y="488172"/>
                  <a:pt x="40256" y="485598"/>
                  <a:pt x="41972" y="481307"/>
                </a:cubicBezTo>
                <a:cubicBezTo>
                  <a:pt x="44117" y="479162"/>
                  <a:pt x="47335" y="477445"/>
                  <a:pt x="50660" y="476909"/>
                </a:cubicBezTo>
                <a:close/>
                <a:moveTo>
                  <a:pt x="981352" y="464917"/>
                </a:moveTo>
                <a:cubicBezTo>
                  <a:pt x="983987" y="465813"/>
                  <a:pt x="983987" y="469395"/>
                  <a:pt x="983987" y="472081"/>
                </a:cubicBezTo>
                <a:cubicBezTo>
                  <a:pt x="986621" y="478350"/>
                  <a:pt x="977839" y="480141"/>
                  <a:pt x="980474" y="486409"/>
                </a:cubicBezTo>
                <a:cubicBezTo>
                  <a:pt x="981352" y="489096"/>
                  <a:pt x="980474" y="492678"/>
                  <a:pt x="979596" y="495365"/>
                </a:cubicBezTo>
                <a:cubicBezTo>
                  <a:pt x="978717" y="497156"/>
                  <a:pt x="976083" y="498947"/>
                  <a:pt x="972570" y="498947"/>
                </a:cubicBezTo>
                <a:cubicBezTo>
                  <a:pt x="969935" y="499842"/>
                  <a:pt x="968179" y="497156"/>
                  <a:pt x="966423" y="496260"/>
                </a:cubicBezTo>
                <a:cubicBezTo>
                  <a:pt x="964666" y="493574"/>
                  <a:pt x="963788" y="490887"/>
                  <a:pt x="964666" y="488200"/>
                </a:cubicBezTo>
                <a:cubicBezTo>
                  <a:pt x="965545" y="486409"/>
                  <a:pt x="967301" y="485514"/>
                  <a:pt x="969057" y="484618"/>
                </a:cubicBezTo>
                <a:cubicBezTo>
                  <a:pt x="971692" y="483723"/>
                  <a:pt x="973448" y="489991"/>
                  <a:pt x="975205" y="486409"/>
                </a:cubicBezTo>
                <a:cubicBezTo>
                  <a:pt x="974326" y="483723"/>
                  <a:pt x="971692" y="482827"/>
                  <a:pt x="970814" y="481932"/>
                </a:cubicBezTo>
                <a:cubicBezTo>
                  <a:pt x="967301" y="481932"/>
                  <a:pt x="964666" y="482827"/>
                  <a:pt x="962032" y="484618"/>
                </a:cubicBezTo>
                <a:cubicBezTo>
                  <a:pt x="959397" y="487305"/>
                  <a:pt x="961154" y="491783"/>
                  <a:pt x="959397" y="494469"/>
                </a:cubicBezTo>
                <a:cubicBezTo>
                  <a:pt x="955006" y="495365"/>
                  <a:pt x="949737" y="495365"/>
                  <a:pt x="947103" y="498947"/>
                </a:cubicBezTo>
                <a:cubicBezTo>
                  <a:pt x="947103" y="498947"/>
                  <a:pt x="947103" y="498947"/>
                  <a:pt x="945346" y="497156"/>
                </a:cubicBezTo>
                <a:cubicBezTo>
                  <a:pt x="947981" y="488200"/>
                  <a:pt x="951493" y="476559"/>
                  <a:pt x="962032" y="473872"/>
                </a:cubicBezTo>
                <a:cubicBezTo>
                  <a:pt x="969057" y="472081"/>
                  <a:pt x="976083" y="470290"/>
                  <a:pt x="981352" y="464917"/>
                </a:cubicBezTo>
                <a:close/>
                <a:moveTo>
                  <a:pt x="915778" y="460155"/>
                </a:moveTo>
                <a:cubicBezTo>
                  <a:pt x="918457" y="462801"/>
                  <a:pt x="924708" y="462801"/>
                  <a:pt x="924708" y="467211"/>
                </a:cubicBezTo>
                <a:cubicBezTo>
                  <a:pt x="924708" y="467211"/>
                  <a:pt x="924708" y="467211"/>
                  <a:pt x="922922" y="474266"/>
                </a:cubicBezTo>
                <a:cubicBezTo>
                  <a:pt x="920243" y="475148"/>
                  <a:pt x="916671" y="476030"/>
                  <a:pt x="913993" y="475148"/>
                </a:cubicBezTo>
                <a:cubicBezTo>
                  <a:pt x="910421" y="470738"/>
                  <a:pt x="913993" y="465447"/>
                  <a:pt x="914886" y="461037"/>
                </a:cubicBezTo>
                <a:cubicBezTo>
                  <a:pt x="914886" y="461037"/>
                  <a:pt x="914886" y="461037"/>
                  <a:pt x="915778" y="460155"/>
                </a:cubicBezTo>
                <a:close/>
                <a:moveTo>
                  <a:pt x="94177" y="460155"/>
                </a:moveTo>
                <a:cubicBezTo>
                  <a:pt x="102410" y="461069"/>
                  <a:pt x="112473" y="464725"/>
                  <a:pt x="121622" y="461069"/>
                </a:cubicBezTo>
                <a:cubicBezTo>
                  <a:pt x="126196" y="462897"/>
                  <a:pt x="121622" y="468381"/>
                  <a:pt x="120707" y="472037"/>
                </a:cubicBezTo>
                <a:cubicBezTo>
                  <a:pt x="117962" y="474779"/>
                  <a:pt x="117048" y="478435"/>
                  <a:pt x="112473" y="478435"/>
                </a:cubicBezTo>
                <a:cubicBezTo>
                  <a:pt x="110644" y="483005"/>
                  <a:pt x="110644" y="488489"/>
                  <a:pt x="105155" y="490317"/>
                </a:cubicBezTo>
                <a:cubicBezTo>
                  <a:pt x="102410" y="490317"/>
                  <a:pt x="99666" y="488489"/>
                  <a:pt x="97836" y="487575"/>
                </a:cubicBezTo>
                <a:cubicBezTo>
                  <a:pt x="95092" y="485747"/>
                  <a:pt x="94177" y="482091"/>
                  <a:pt x="95092" y="478435"/>
                </a:cubicBezTo>
                <a:cubicBezTo>
                  <a:pt x="96007" y="473865"/>
                  <a:pt x="107899" y="479349"/>
                  <a:pt x="101496" y="472037"/>
                </a:cubicBezTo>
                <a:cubicBezTo>
                  <a:pt x="96921" y="471123"/>
                  <a:pt x="93262" y="473865"/>
                  <a:pt x="90518" y="477521"/>
                </a:cubicBezTo>
                <a:cubicBezTo>
                  <a:pt x="85943" y="476607"/>
                  <a:pt x="79540" y="473865"/>
                  <a:pt x="74051" y="474779"/>
                </a:cubicBezTo>
                <a:cubicBezTo>
                  <a:pt x="73136" y="474779"/>
                  <a:pt x="72221" y="472951"/>
                  <a:pt x="73136" y="472037"/>
                </a:cubicBezTo>
                <a:cubicBezTo>
                  <a:pt x="79540" y="465639"/>
                  <a:pt x="85943" y="461069"/>
                  <a:pt x="94177" y="460155"/>
                </a:cubicBezTo>
                <a:close/>
                <a:moveTo>
                  <a:pt x="964792" y="458567"/>
                </a:moveTo>
                <a:cubicBezTo>
                  <a:pt x="966644" y="460155"/>
                  <a:pt x="965718" y="463329"/>
                  <a:pt x="966644" y="465711"/>
                </a:cubicBezTo>
                <a:cubicBezTo>
                  <a:pt x="967570" y="469679"/>
                  <a:pt x="961088" y="468092"/>
                  <a:pt x="959236" y="469679"/>
                </a:cubicBezTo>
                <a:cubicBezTo>
                  <a:pt x="956458" y="467298"/>
                  <a:pt x="956458" y="463329"/>
                  <a:pt x="957384" y="460948"/>
                </a:cubicBezTo>
                <a:cubicBezTo>
                  <a:pt x="959236" y="459361"/>
                  <a:pt x="962014" y="458567"/>
                  <a:pt x="964792" y="458567"/>
                </a:cubicBezTo>
                <a:close/>
                <a:moveTo>
                  <a:pt x="30477" y="447455"/>
                </a:moveTo>
                <a:cubicBezTo>
                  <a:pt x="30477" y="447455"/>
                  <a:pt x="30477" y="447455"/>
                  <a:pt x="36791" y="452898"/>
                </a:cubicBezTo>
                <a:cubicBezTo>
                  <a:pt x="44007" y="457434"/>
                  <a:pt x="53026" y="453805"/>
                  <a:pt x="59340" y="461062"/>
                </a:cubicBezTo>
                <a:cubicBezTo>
                  <a:pt x="64752" y="463784"/>
                  <a:pt x="67458" y="470134"/>
                  <a:pt x="66556" y="476484"/>
                </a:cubicBezTo>
                <a:cubicBezTo>
                  <a:pt x="63850" y="474669"/>
                  <a:pt x="60242" y="472855"/>
                  <a:pt x="56634" y="471948"/>
                </a:cubicBezTo>
                <a:cubicBezTo>
                  <a:pt x="52124" y="470134"/>
                  <a:pt x="50320" y="460155"/>
                  <a:pt x="44007" y="462877"/>
                </a:cubicBezTo>
                <a:cubicBezTo>
                  <a:pt x="44007" y="463784"/>
                  <a:pt x="42203" y="465598"/>
                  <a:pt x="43105" y="466505"/>
                </a:cubicBezTo>
                <a:cubicBezTo>
                  <a:pt x="45810" y="467412"/>
                  <a:pt x="50320" y="467412"/>
                  <a:pt x="49418" y="471041"/>
                </a:cubicBezTo>
                <a:cubicBezTo>
                  <a:pt x="49418" y="471041"/>
                  <a:pt x="49418" y="471041"/>
                  <a:pt x="37693" y="478298"/>
                </a:cubicBezTo>
                <a:cubicBezTo>
                  <a:pt x="34987" y="479205"/>
                  <a:pt x="34987" y="475577"/>
                  <a:pt x="33183" y="473762"/>
                </a:cubicBezTo>
                <a:cubicBezTo>
                  <a:pt x="33183" y="473762"/>
                  <a:pt x="33183" y="473762"/>
                  <a:pt x="33183" y="466505"/>
                </a:cubicBezTo>
                <a:cubicBezTo>
                  <a:pt x="28673" y="462877"/>
                  <a:pt x="27771" y="458341"/>
                  <a:pt x="27771" y="453805"/>
                </a:cubicBezTo>
                <a:cubicBezTo>
                  <a:pt x="27771" y="451084"/>
                  <a:pt x="28673" y="448362"/>
                  <a:pt x="30477" y="447455"/>
                </a:cubicBezTo>
                <a:close/>
                <a:moveTo>
                  <a:pt x="936501" y="445867"/>
                </a:moveTo>
                <a:cubicBezTo>
                  <a:pt x="936501" y="445867"/>
                  <a:pt x="936501" y="445867"/>
                  <a:pt x="946842" y="452090"/>
                </a:cubicBezTo>
                <a:cubicBezTo>
                  <a:pt x="948566" y="459202"/>
                  <a:pt x="958045" y="465425"/>
                  <a:pt x="952874" y="472537"/>
                </a:cubicBezTo>
                <a:cubicBezTo>
                  <a:pt x="950289" y="475204"/>
                  <a:pt x="948566" y="479649"/>
                  <a:pt x="945119" y="476982"/>
                </a:cubicBezTo>
                <a:cubicBezTo>
                  <a:pt x="943395" y="476093"/>
                  <a:pt x="941671" y="473426"/>
                  <a:pt x="941671" y="470759"/>
                </a:cubicBezTo>
                <a:cubicBezTo>
                  <a:pt x="941671" y="468981"/>
                  <a:pt x="945980" y="466314"/>
                  <a:pt x="943395" y="465425"/>
                </a:cubicBezTo>
                <a:cubicBezTo>
                  <a:pt x="940810" y="466314"/>
                  <a:pt x="939086" y="468092"/>
                  <a:pt x="938224" y="470759"/>
                </a:cubicBezTo>
                <a:cubicBezTo>
                  <a:pt x="938224" y="476093"/>
                  <a:pt x="941671" y="479649"/>
                  <a:pt x="945980" y="482316"/>
                </a:cubicBezTo>
                <a:cubicBezTo>
                  <a:pt x="945980" y="484983"/>
                  <a:pt x="944257" y="487650"/>
                  <a:pt x="943395" y="490317"/>
                </a:cubicBezTo>
                <a:cubicBezTo>
                  <a:pt x="940810" y="490317"/>
                  <a:pt x="940810" y="485872"/>
                  <a:pt x="939086" y="484094"/>
                </a:cubicBezTo>
                <a:cubicBezTo>
                  <a:pt x="935639" y="481427"/>
                  <a:pt x="931330" y="479649"/>
                  <a:pt x="927883" y="476982"/>
                </a:cubicBezTo>
                <a:cubicBezTo>
                  <a:pt x="927883" y="465425"/>
                  <a:pt x="934777" y="456535"/>
                  <a:pt x="936501" y="445867"/>
                </a:cubicBezTo>
                <a:close/>
                <a:moveTo>
                  <a:pt x="98109" y="442240"/>
                </a:moveTo>
                <a:cubicBezTo>
                  <a:pt x="99819" y="445868"/>
                  <a:pt x="102383" y="450404"/>
                  <a:pt x="101528" y="454032"/>
                </a:cubicBezTo>
                <a:cubicBezTo>
                  <a:pt x="99819" y="458568"/>
                  <a:pt x="95545" y="454032"/>
                  <a:pt x="92980" y="454940"/>
                </a:cubicBezTo>
                <a:cubicBezTo>
                  <a:pt x="92980" y="454940"/>
                  <a:pt x="92980" y="454940"/>
                  <a:pt x="91271" y="445868"/>
                </a:cubicBezTo>
                <a:cubicBezTo>
                  <a:pt x="93835" y="444961"/>
                  <a:pt x="95545" y="439518"/>
                  <a:pt x="98109" y="442240"/>
                </a:cubicBezTo>
                <a:close/>
                <a:moveTo>
                  <a:pt x="47797" y="442039"/>
                </a:moveTo>
                <a:cubicBezTo>
                  <a:pt x="50362" y="439518"/>
                  <a:pt x="53781" y="441199"/>
                  <a:pt x="55490" y="443720"/>
                </a:cubicBezTo>
                <a:cubicBezTo>
                  <a:pt x="56345" y="446241"/>
                  <a:pt x="54635" y="449603"/>
                  <a:pt x="53781" y="452965"/>
                </a:cubicBezTo>
                <a:cubicBezTo>
                  <a:pt x="52071" y="453805"/>
                  <a:pt x="50362" y="452124"/>
                  <a:pt x="48652" y="451284"/>
                </a:cubicBezTo>
                <a:cubicBezTo>
                  <a:pt x="46942" y="448763"/>
                  <a:pt x="45233" y="444561"/>
                  <a:pt x="47797" y="442039"/>
                </a:cubicBezTo>
                <a:close/>
                <a:moveTo>
                  <a:pt x="973286" y="439517"/>
                </a:moveTo>
                <a:cubicBezTo>
                  <a:pt x="976143" y="440410"/>
                  <a:pt x="979001" y="443089"/>
                  <a:pt x="979953" y="445768"/>
                </a:cubicBezTo>
                <a:cubicBezTo>
                  <a:pt x="981858" y="451126"/>
                  <a:pt x="980906" y="456484"/>
                  <a:pt x="979001" y="461841"/>
                </a:cubicBezTo>
                <a:cubicBezTo>
                  <a:pt x="976143" y="465413"/>
                  <a:pt x="973286" y="468092"/>
                  <a:pt x="969476" y="466306"/>
                </a:cubicBezTo>
                <a:cubicBezTo>
                  <a:pt x="968524" y="463627"/>
                  <a:pt x="972333" y="461841"/>
                  <a:pt x="973286" y="458269"/>
                </a:cubicBezTo>
                <a:cubicBezTo>
                  <a:pt x="974238" y="455591"/>
                  <a:pt x="975191" y="452912"/>
                  <a:pt x="973286" y="449340"/>
                </a:cubicBezTo>
                <a:cubicBezTo>
                  <a:pt x="971381" y="448447"/>
                  <a:pt x="967571" y="448447"/>
                  <a:pt x="967571" y="444875"/>
                </a:cubicBezTo>
                <a:cubicBezTo>
                  <a:pt x="968524" y="443089"/>
                  <a:pt x="970429" y="440410"/>
                  <a:pt x="973286" y="439517"/>
                </a:cubicBezTo>
                <a:close/>
                <a:moveTo>
                  <a:pt x="79038" y="425230"/>
                </a:moveTo>
                <a:cubicBezTo>
                  <a:pt x="79925" y="427845"/>
                  <a:pt x="78150" y="432203"/>
                  <a:pt x="79925" y="434817"/>
                </a:cubicBezTo>
                <a:cubicBezTo>
                  <a:pt x="80812" y="442661"/>
                  <a:pt x="89683" y="447019"/>
                  <a:pt x="88796" y="455735"/>
                </a:cubicBezTo>
                <a:cubicBezTo>
                  <a:pt x="81699" y="458350"/>
                  <a:pt x="75489" y="463579"/>
                  <a:pt x="71053" y="469680"/>
                </a:cubicBezTo>
                <a:cubicBezTo>
                  <a:pt x="69279" y="468809"/>
                  <a:pt x="69279" y="466194"/>
                  <a:pt x="68392" y="465322"/>
                </a:cubicBezTo>
                <a:cubicBezTo>
                  <a:pt x="69279" y="462708"/>
                  <a:pt x="71941" y="463579"/>
                  <a:pt x="73715" y="461836"/>
                </a:cubicBezTo>
                <a:cubicBezTo>
                  <a:pt x="76376" y="458350"/>
                  <a:pt x="79038" y="453992"/>
                  <a:pt x="77263" y="449634"/>
                </a:cubicBezTo>
                <a:cubicBezTo>
                  <a:pt x="77263" y="448762"/>
                  <a:pt x="75489" y="447019"/>
                  <a:pt x="74602" y="446148"/>
                </a:cubicBezTo>
                <a:cubicBezTo>
                  <a:pt x="72828" y="446148"/>
                  <a:pt x="71941" y="446148"/>
                  <a:pt x="71053" y="447019"/>
                </a:cubicBezTo>
                <a:cubicBezTo>
                  <a:pt x="72828" y="449634"/>
                  <a:pt x="74602" y="453120"/>
                  <a:pt x="72828" y="456607"/>
                </a:cubicBezTo>
                <a:cubicBezTo>
                  <a:pt x="71053" y="460093"/>
                  <a:pt x="66618" y="459221"/>
                  <a:pt x="63957" y="458350"/>
                </a:cubicBezTo>
                <a:cubicBezTo>
                  <a:pt x="62182" y="456607"/>
                  <a:pt x="60408" y="453992"/>
                  <a:pt x="60408" y="451377"/>
                </a:cubicBezTo>
                <a:cubicBezTo>
                  <a:pt x="59521" y="447019"/>
                  <a:pt x="63957" y="444405"/>
                  <a:pt x="65731" y="440918"/>
                </a:cubicBezTo>
                <a:cubicBezTo>
                  <a:pt x="65731" y="436561"/>
                  <a:pt x="65731" y="433946"/>
                  <a:pt x="67505" y="431331"/>
                </a:cubicBezTo>
                <a:cubicBezTo>
                  <a:pt x="71053" y="428716"/>
                  <a:pt x="74602" y="426102"/>
                  <a:pt x="79038" y="425230"/>
                </a:cubicBezTo>
                <a:close/>
                <a:moveTo>
                  <a:pt x="40708" y="419781"/>
                </a:moveTo>
                <a:cubicBezTo>
                  <a:pt x="43328" y="418880"/>
                  <a:pt x="45074" y="420682"/>
                  <a:pt x="45947" y="422484"/>
                </a:cubicBezTo>
                <a:cubicBezTo>
                  <a:pt x="46820" y="425187"/>
                  <a:pt x="45074" y="426088"/>
                  <a:pt x="43328" y="426088"/>
                </a:cubicBezTo>
                <a:cubicBezTo>
                  <a:pt x="41581" y="426989"/>
                  <a:pt x="39835" y="428791"/>
                  <a:pt x="38089" y="430593"/>
                </a:cubicBezTo>
                <a:cubicBezTo>
                  <a:pt x="37216" y="435098"/>
                  <a:pt x="37216" y="439603"/>
                  <a:pt x="40708" y="443207"/>
                </a:cubicBezTo>
                <a:cubicBezTo>
                  <a:pt x="43328" y="444108"/>
                  <a:pt x="43328" y="447712"/>
                  <a:pt x="43328" y="450415"/>
                </a:cubicBezTo>
                <a:cubicBezTo>
                  <a:pt x="40708" y="452217"/>
                  <a:pt x="38962" y="449514"/>
                  <a:pt x="36343" y="448613"/>
                </a:cubicBezTo>
                <a:cubicBezTo>
                  <a:pt x="30231" y="443207"/>
                  <a:pt x="29358" y="434197"/>
                  <a:pt x="30231" y="426989"/>
                </a:cubicBezTo>
                <a:cubicBezTo>
                  <a:pt x="32850" y="422484"/>
                  <a:pt x="36343" y="421583"/>
                  <a:pt x="40708" y="419781"/>
                </a:cubicBezTo>
                <a:close/>
                <a:moveTo>
                  <a:pt x="938334" y="410942"/>
                </a:moveTo>
                <a:cubicBezTo>
                  <a:pt x="942038" y="413621"/>
                  <a:pt x="942038" y="419872"/>
                  <a:pt x="946668" y="421657"/>
                </a:cubicBezTo>
                <a:cubicBezTo>
                  <a:pt x="946668" y="422550"/>
                  <a:pt x="948520" y="422550"/>
                  <a:pt x="948520" y="424336"/>
                </a:cubicBezTo>
                <a:cubicBezTo>
                  <a:pt x="946668" y="425229"/>
                  <a:pt x="943890" y="423443"/>
                  <a:pt x="942038" y="422550"/>
                </a:cubicBezTo>
                <a:cubicBezTo>
                  <a:pt x="940186" y="418979"/>
                  <a:pt x="937408" y="414514"/>
                  <a:pt x="938334" y="410942"/>
                </a:cubicBezTo>
                <a:close/>
                <a:moveTo>
                  <a:pt x="924870" y="406180"/>
                </a:moveTo>
                <a:cubicBezTo>
                  <a:pt x="927495" y="408812"/>
                  <a:pt x="931868" y="407057"/>
                  <a:pt x="933618" y="411444"/>
                </a:cubicBezTo>
                <a:cubicBezTo>
                  <a:pt x="934492" y="417585"/>
                  <a:pt x="937992" y="421971"/>
                  <a:pt x="941491" y="426358"/>
                </a:cubicBezTo>
                <a:cubicBezTo>
                  <a:pt x="944115" y="427235"/>
                  <a:pt x="947614" y="428990"/>
                  <a:pt x="950238" y="428112"/>
                </a:cubicBezTo>
                <a:cubicBezTo>
                  <a:pt x="951987" y="426358"/>
                  <a:pt x="950238" y="423726"/>
                  <a:pt x="951987" y="421094"/>
                </a:cubicBezTo>
                <a:cubicBezTo>
                  <a:pt x="954612" y="418462"/>
                  <a:pt x="958111" y="417585"/>
                  <a:pt x="961609" y="418462"/>
                </a:cubicBezTo>
                <a:cubicBezTo>
                  <a:pt x="965108" y="421094"/>
                  <a:pt x="965983" y="424603"/>
                  <a:pt x="965108" y="428112"/>
                </a:cubicBezTo>
                <a:cubicBezTo>
                  <a:pt x="965108" y="433376"/>
                  <a:pt x="959860" y="436885"/>
                  <a:pt x="955486" y="437763"/>
                </a:cubicBezTo>
                <a:cubicBezTo>
                  <a:pt x="948488" y="439517"/>
                  <a:pt x="939741" y="437763"/>
                  <a:pt x="934492" y="432499"/>
                </a:cubicBezTo>
                <a:cubicBezTo>
                  <a:pt x="927495" y="426358"/>
                  <a:pt x="924870" y="417585"/>
                  <a:pt x="923121" y="408812"/>
                </a:cubicBezTo>
                <a:cubicBezTo>
                  <a:pt x="923121" y="407934"/>
                  <a:pt x="923996" y="406180"/>
                  <a:pt x="924870" y="406180"/>
                </a:cubicBezTo>
                <a:close/>
                <a:moveTo>
                  <a:pt x="76983" y="390305"/>
                </a:moveTo>
                <a:cubicBezTo>
                  <a:pt x="76090" y="396288"/>
                  <a:pt x="70732" y="399707"/>
                  <a:pt x="65375" y="401417"/>
                </a:cubicBezTo>
                <a:cubicBezTo>
                  <a:pt x="62696" y="397143"/>
                  <a:pt x="71625" y="397143"/>
                  <a:pt x="72518" y="392014"/>
                </a:cubicBezTo>
                <a:cubicBezTo>
                  <a:pt x="73411" y="390305"/>
                  <a:pt x="75197" y="390305"/>
                  <a:pt x="76983" y="390305"/>
                </a:cubicBezTo>
                <a:close/>
                <a:moveTo>
                  <a:pt x="91809" y="383955"/>
                </a:moveTo>
                <a:cubicBezTo>
                  <a:pt x="94445" y="388302"/>
                  <a:pt x="90930" y="394387"/>
                  <a:pt x="88293" y="398734"/>
                </a:cubicBezTo>
                <a:cubicBezTo>
                  <a:pt x="84778" y="404819"/>
                  <a:pt x="81263" y="410904"/>
                  <a:pt x="75112" y="413512"/>
                </a:cubicBezTo>
                <a:cubicBezTo>
                  <a:pt x="69839" y="416990"/>
                  <a:pt x="62809" y="420467"/>
                  <a:pt x="55778" y="416990"/>
                </a:cubicBezTo>
                <a:cubicBezTo>
                  <a:pt x="51384" y="414382"/>
                  <a:pt x="45233" y="410904"/>
                  <a:pt x="45233" y="404819"/>
                </a:cubicBezTo>
                <a:cubicBezTo>
                  <a:pt x="45233" y="401342"/>
                  <a:pt x="46991" y="397864"/>
                  <a:pt x="50506" y="395256"/>
                </a:cubicBezTo>
                <a:cubicBezTo>
                  <a:pt x="53142" y="394387"/>
                  <a:pt x="56657" y="395256"/>
                  <a:pt x="58415" y="396995"/>
                </a:cubicBezTo>
                <a:cubicBezTo>
                  <a:pt x="63687" y="399603"/>
                  <a:pt x="55778" y="404819"/>
                  <a:pt x="61051" y="406558"/>
                </a:cubicBezTo>
                <a:cubicBezTo>
                  <a:pt x="68960" y="406558"/>
                  <a:pt x="75112" y="402211"/>
                  <a:pt x="78627" y="396126"/>
                </a:cubicBezTo>
                <a:cubicBezTo>
                  <a:pt x="79506" y="394387"/>
                  <a:pt x="80384" y="390910"/>
                  <a:pt x="81263" y="389171"/>
                </a:cubicBezTo>
                <a:cubicBezTo>
                  <a:pt x="84778" y="386563"/>
                  <a:pt x="88293" y="385694"/>
                  <a:pt x="91809" y="383955"/>
                </a:cubicBezTo>
                <a:close/>
                <a:moveTo>
                  <a:pt x="873197" y="382367"/>
                </a:moveTo>
                <a:cubicBezTo>
                  <a:pt x="875824" y="383249"/>
                  <a:pt x="875824" y="387659"/>
                  <a:pt x="879328" y="388540"/>
                </a:cubicBezTo>
                <a:cubicBezTo>
                  <a:pt x="882831" y="392950"/>
                  <a:pt x="886335" y="399124"/>
                  <a:pt x="888086" y="404415"/>
                </a:cubicBezTo>
                <a:cubicBezTo>
                  <a:pt x="895969" y="403533"/>
                  <a:pt x="902976" y="408825"/>
                  <a:pt x="907355" y="415881"/>
                </a:cubicBezTo>
                <a:cubicBezTo>
                  <a:pt x="908231" y="418527"/>
                  <a:pt x="906479" y="422054"/>
                  <a:pt x="909107" y="424700"/>
                </a:cubicBezTo>
                <a:cubicBezTo>
                  <a:pt x="913486" y="422936"/>
                  <a:pt x="917866" y="426464"/>
                  <a:pt x="920493" y="429992"/>
                </a:cubicBezTo>
                <a:cubicBezTo>
                  <a:pt x="923121" y="432638"/>
                  <a:pt x="923121" y="437047"/>
                  <a:pt x="922245" y="440575"/>
                </a:cubicBezTo>
                <a:cubicBezTo>
                  <a:pt x="922245" y="442339"/>
                  <a:pt x="919617" y="444103"/>
                  <a:pt x="917866" y="444985"/>
                </a:cubicBezTo>
                <a:cubicBezTo>
                  <a:pt x="916114" y="445867"/>
                  <a:pt x="913486" y="444985"/>
                  <a:pt x="912611" y="443221"/>
                </a:cubicBezTo>
                <a:cubicBezTo>
                  <a:pt x="912611" y="441457"/>
                  <a:pt x="911735" y="439693"/>
                  <a:pt x="912611" y="437929"/>
                </a:cubicBezTo>
                <a:cubicBezTo>
                  <a:pt x="913486" y="437047"/>
                  <a:pt x="914362" y="435283"/>
                  <a:pt x="913486" y="434402"/>
                </a:cubicBezTo>
                <a:cubicBezTo>
                  <a:pt x="911735" y="430874"/>
                  <a:pt x="908231" y="433520"/>
                  <a:pt x="905604" y="434402"/>
                </a:cubicBezTo>
                <a:cubicBezTo>
                  <a:pt x="902100" y="437047"/>
                  <a:pt x="900348" y="441457"/>
                  <a:pt x="900348" y="444985"/>
                </a:cubicBezTo>
                <a:cubicBezTo>
                  <a:pt x="901224" y="452922"/>
                  <a:pt x="905604" y="458214"/>
                  <a:pt x="909983" y="463506"/>
                </a:cubicBezTo>
                <a:cubicBezTo>
                  <a:pt x="909107" y="465269"/>
                  <a:pt x="909983" y="469679"/>
                  <a:pt x="907355" y="467915"/>
                </a:cubicBezTo>
                <a:cubicBezTo>
                  <a:pt x="902976" y="467033"/>
                  <a:pt x="901224" y="460860"/>
                  <a:pt x="897721" y="460860"/>
                </a:cubicBezTo>
                <a:cubicBezTo>
                  <a:pt x="898597" y="459978"/>
                  <a:pt x="897721" y="458214"/>
                  <a:pt x="896845" y="456450"/>
                </a:cubicBezTo>
                <a:cubicBezTo>
                  <a:pt x="895969" y="454686"/>
                  <a:pt x="892466" y="452040"/>
                  <a:pt x="890714" y="454686"/>
                </a:cubicBezTo>
                <a:cubicBezTo>
                  <a:pt x="889838" y="455568"/>
                  <a:pt x="889838" y="456450"/>
                  <a:pt x="889838" y="457332"/>
                </a:cubicBezTo>
                <a:cubicBezTo>
                  <a:pt x="894217" y="459096"/>
                  <a:pt x="892466" y="462624"/>
                  <a:pt x="892466" y="465269"/>
                </a:cubicBezTo>
                <a:cubicBezTo>
                  <a:pt x="889838" y="467033"/>
                  <a:pt x="886335" y="467915"/>
                  <a:pt x="884583" y="465269"/>
                </a:cubicBezTo>
                <a:cubicBezTo>
                  <a:pt x="881955" y="461742"/>
                  <a:pt x="881079" y="458214"/>
                  <a:pt x="881955" y="453804"/>
                </a:cubicBezTo>
                <a:cubicBezTo>
                  <a:pt x="883707" y="447631"/>
                  <a:pt x="889838" y="449395"/>
                  <a:pt x="893342" y="444985"/>
                </a:cubicBezTo>
                <a:cubicBezTo>
                  <a:pt x="893342" y="444985"/>
                  <a:pt x="893342" y="444985"/>
                  <a:pt x="894217" y="435283"/>
                </a:cubicBezTo>
                <a:cubicBezTo>
                  <a:pt x="898597" y="430874"/>
                  <a:pt x="902100" y="425582"/>
                  <a:pt x="901224" y="419409"/>
                </a:cubicBezTo>
                <a:cubicBezTo>
                  <a:pt x="900348" y="414999"/>
                  <a:pt x="897721" y="413235"/>
                  <a:pt x="894217" y="412353"/>
                </a:cubicBezTo>
                <a:cubicBezTo>
                  <a:pt x="890714" y="412353"/>
                  <a:pt x="886335" y="412353"/>
                  <a:pt x="885459" y="416763"/>
                </a:cubicBezTo>
                <a:cubicBezTo>
                  <a:pt x="885459" y="417645"/>
                  <a:pt x="884583" y="419409"/>
                  <a:pt x="886335" y="419409"/>
                </a:cubicBezTo>
                <a:cubicBezTo>
                  <a:pt x="888086" y="419409"/>
                  <a:pt x="889838" y="420291"/>
                  <a:pt x="889838" y="422054"/>
                </a:cubicBezTo>
                <a:cubicBezTo>
                  <a:pt x="888962" y="424700"/>
                  <a:pt x="887211" y="426464"/>
                  <a:pt x="885459" y="427346"/>
                </a:cubicBezTo>
                <a:cubicBezTo>
                  <a:pt x="882831" y="427346"/>
                  <a:pt x="880204" y="426464"/>
                  <a:pt x="879328" y="423818"/>
                </a:cubicBezTo>
                <a:cubicBezTo>
                  <a:pt x="874073" y="417645"/>
                  <a:pt x="880204" y="411471"/>
                  <a:pt x="881079" y="405297"/>
                </a:cubicBezTo>
                <a:cubicBezTo>
                  <a:pt x="877576" y="399124"/>
                  <a:pt x="873197" y="392950"/>
                  <a:pt x="872321" y="385013"/>
                </a:cubicBezTo>
                <a:cubicBezTo>
                  <a:pt x="872321" y="385013"/>
                  <a:pt x="872321" y="385013"/>
                  <a:pt x="873197" y="382367"/>
                </a:cubicBezTo>
                <a:close/>
                <a:moveTo>
                  <a:pt x="143658" y="372843"/>
                </a:moveTo>
                <a:cubicBezTo>
                  <a:pt x="141046" y="379016"/>
                  <a:pt x="134082" y="382544"/>
                  <a:pt x="132341" y="388718"/>
                </a:cubicBezTo>
                <a:cubicBezTo>
                  <a:pt x="133211" y="394891"/>
                  <a:pt x="136693" y="400183"/>
                  <a:pt x="134082" y="405475"/>
                </a:cubicBezTo>
                <a:cubicBezTo>
                  <a:pt x="131470" y="409003"/>
                  <a:pt x="128858" y="410766"/>
                  <a:pt x="125376" y="411649"/>
                </a:cubicBezTo>
                <a:cubicBezTo>
                  <a:pt x="123635" y="411649"/>
                  <a:pt x="121023" y="409885"/>
                  <a:pt x="121023" y="406357"/>
                </a:cubicBezTo>
                <a:cubicBezTo>
                  <a:pt x="121023" y="404593"/>
                  <a:pt x="122764" y="401947"/>
                  <a:pt x="124506" y="401065"/>
                </a:cubicBezTo>
                <a:cubicBezTo>
                  <a:pt x="125376" y="401065"/>
                  <a:pt x="127117" y="401065"/>
                  <a:pt x="127117" y="400183"/>
                </a:cubicBezTo>
                <a:cubicBezTo>
                  <a:pt x="127117" y="396655"/>
                  <a:pt x="125376" y="394891"/>
                  <a:pt x="122764" y="394010"/>
                </a:cubicBezTo>
                <a:cubicBezTo>
                  <a:pt x="121023" y="394010"/>
                  <a:pt x="117541" y="393128"/>
                  <a:pt x="115800" y="394891"/>
                </a:cubicBezTo>
                <a:cubicBezTo>
                  <a:pt x="112318" y="397537"/>
                  <a:pt x="110576" y="400183"/>
                  <a:pt x="110576" y="404593"/>
                </a:cubicBezTo>
                <a:cubicBezTo>
                  <a:pt x="109706" y="413413"/>
                  <a:pt x="121023" y="416940"/>
                  <a:pt x="121023" y="425760"/>
                </a:cubicBezTo>
                <a:cubicBezTo>
                  <a:pt x="121023" y="428406"/>
                  <a:pt x="119282" y="431051"/>
                  <a:pt x="121023" y="433697"/>
                </a:cubicBezTo>
                <a:cubicBezTo>
                  <a:pt x="124506" y="433697"/>
                  <a:pt x="127117" y="434579"/>
                  <a:pt x="129729" y="436343"/>
                </a:cubicBezTo>
                <a:cubicBezTo>
                  <a:pt x="132341" y="440753"/>
                  <a:pt x="133211" y="445163"/>
                  <a:pt x="131470" y="449572"/>
                </a:cubicBezTo>
                <a:cubicBezTo>
                  <a:pt x="129729" y="450454"/>
                  <a:pt x="127988" y="452218"/>
                  <a:pt x="126247" y="452218"/>
                </a:cubicBezTo>
                <a:cubicBezTo>
                  <a:pt x="124506" y="451336"/>
                  <a:pt x="122764" y="450454"/>
                  <a:pt x="121894" y="448690"/>
                </a:cubicBezTo>
                <a:cubicBezTo>
                  <a:pt x="121894" y="446045"/>
                  <a:pt x="125376" y="444281"/>
                  <a:pt x="123635" y="442517"/>
                </a:cubicBezTo>
                <a:cubicBezTo>
                  <a:pt x="114929" y="438107"/>
                  <a:pt x="113188" y="449572"/>
                  <a:pt x="106224" y="451336"/>
                </a:cubicBezTo>
                <a:cubicBezTo>
                  <a:pt x="104483" y="449572"/>
                  <a:pt x="104483" y="446926"/>
                  <a:pt x="104483" y="445163"/>
                </a:cubicBezTo>
                <a:cubicBezTo>
                  <a:pt x="106224" y="441635"/>
                  <a:pt x="110576" y="439871"/>
                  <a:pt x="111447" y="436343"/>
                </a:cubicBezTo>
                <a:cubicBezTo>
                  <a:pt x="114059" y="431051"/>
                  <a:pt x="112318" y="425760"/>
                  <a:pt x="110576" y="420468"/>
                </a:cubicBezTo>
                <a:cubicBezTo>
                  <a:pt x="107965" y="417822"/>
                  <a:pt x="105353" y="416940"/>
                  <a:pt x="101871" y="416940"/>
                </a:cubicBezTo>
                <a:cubicBezTo>
                  <a:pt x="100130" y="417822"/>
                  <a:pt x="98389" y="417822"/>
                  <a:pt x="97518" y="419586"/>
                </a:cubicBezTo>
                <a:cubicBezTo>
                  <a:pt x="97518" y="423114"/>
                  <a:pt x="103612" y="424878"/>
                  <a:pt x="101000" y="428406"/>
                </a:cubicBezTo>
                <a:cubicBezTo>
                  <a:pt x="99259" y="431051"/>
                  <a:pt x="95777" y="431933"/>
                  <a:pt x="94036" y="431051"/>
                </a:cubicBezTo>
                <a:cubicBezTo>
                  <a:pt x="89683" y="429288"/>
                  <a:pt x="90554" y="424878"/>
                  <a:pt x="89683" y="421350"/>
                </a:cubicBezTo>
                <a:cubicBezTo>
                  <a:pt x="89683" y="415176"/>
                  <a:pt x="94036" y="411649"/>
                  <a:pt x="98389" y="409885"/>
                </a:cubicBezTo>
                <a:cubicBezTo>
                  <a:pt x="100130" y="409003"/>
                  <a:pt x="101871" y="409885"/>
                  <a:pt x="103612" y="407239"/>
                </a:cubicBezTo>
                <a:cubicBezTo>
                  <a:pt x="103612" y="400183"/>
                  <a:pt x="104483" y="391364"/>
                  <a:pt x="111447" y="388718"/>
                </a:cubicBezTo>
                <a:cubicBezTo>
                  <a:pt x="114929" y="384308"/>
                  <a:pt x="121023" y="386954"/>
                  <a:pt x="125376" y="385190"/>
                </a:cubicBezTo>
                <a:cubicBezTo>
                  <a:pt x="128858" y="381662"/>
                  <a:pt x="129729" y="376371"/>
                  <a:pt x="134952" y="374607"/>
                </a:cubicBezTo>
                <a:cubicBezTo>
                  <a:pt x="137564" y="374607"/>
                  <a:pt x="140176" y="372843"/>
                  <a:pt x="143658" y="372843"/>
                </a:cubicBezTo>
                <a:close/>
                <a:moveTo>
                  <a:pt x="956855" y="368268"/>
                </a:moveTo>
                <a:cubicBezTo>
                  <a:pt x="965785" y="366492"/>
                  <a:pt x="971143" y="375370"/>
                  <a:pt x="979179" y="378034"/>
                </a:cubicBezTo>
                <a:cubicBezTo>
                  <a:pt x="989002" y="386024"/>
                  <a:pt x="996146" y="398454"/>
                  <a:pt x="998825" y="411772"/>
                </a:cubicBezTo>
                <a:cubicBezTo>
                  <a:pt x="1000610" y="421538"/>
                  <a:pt x="1002396" y="431305"/>
                  <a:pt x="1003289" y="441959"/>
                </a:cubicBezTo>
                <a:cubicBezTo>
                  <a:pt x="1005968" y="459716"/>
                  <a:pt x="1006861" y="480136"/>
                  <a:pt x="1006861" y="498781"/>
                </a:cubicBezTo>
                <a:cubicBezTo>
                  <a:pt x="1006861" y="498781"/>
                  <a:pt x="1006861" y="498781"/>
                  <a:pt x="1004182" y="506771"/>
                </a:cubicBezTo>
                <a:cubicBezTo>
                  <a:pt x="1005075" y="510323"/>
                  <a:pt x="1010433" y="504995"/>
                  <a:pt x="1007754" y="509435"/>
                </a:cubicBezTo>
                <a:cubicBezTo>
                  <a:pt x="1005075" y="509435"/>
                  <a:pt x="1004182" y="511210"/>
                  <a:pt x="1003289" y="512986"/>
                </a:cubicBezTo>
                <a:cubicBezTo>
                  <a:pt x="1004182" y="514762"/>
                  <a:pt x="1003289" y="515650"/>
                  <a:pt x="1004182" y="515650"/>
                </a:cubicBezTo>
                <a:cubicBezTo>
                  <a:pt x="1005075" y="516537"/>
                  <a:pt x="1005968" y="514762"/>
                  <a:pt x="1006861" y="515650"/>
                </a:cubicBezTo>
                <a:cubicBezTo>
                  <a:pt x="1009540" y="519201"/>
                  <a:pt x="1005075" y="521864"/>
                  <a:pt x="1006861" y="525416"/>
                </a:cubicBezTo>
                <a:cubicBezTo>
                  <a:pt x="1006861" y="525416"/>
                  <a:pt x="1006861" y="525416"/>
                  <a:pt x="1005968" y="540509"/>
                </a:cubicBezTo>
                <a:cubicBezTo>
                  <a:pt x="1005968" y="540509"/>
                  <a:pt x="1005968" y="540509"/>
                  <a:pt x="1002396" y="572471"/>
                </a:cubicBezTo>
                <a:cubicBezTo>
                  <a:pt x="1005075" y="576023"/>
                  <a:pt x="1001503" y="578686"/>
                  <a:pt x="1000610" y="581350"/>
                </a:cubicBezTo>
                <a:cubicBezTo>
                  <a:pt x="999718" y="591116"/>
                  <a:pt x="998825" y="602658"/>
                  <a:pt x="994360" y="612424"/>
                </a:cubicBezTo>
                <a:cubicBezTo>
                  <a:pt x="989002" y="632845"/>
                  <a:pt x="973821" y="654153"/>
                  <a:pt x="951497" y="657704"/>
                </a:cubicBezTo>
                <a:cubicBezTo>
                  <a:pt x="942568" y="658592"/>
                  <a:pt x="934531" y="654153"/>
                  <a:pt x="927387" y="648826"/>
                </a:cubicBezTo>
                <a:cubicBezTo>
                  <a:pt x="926494" y="647050"/>
                  <a:pt x="924708" y="644387"/>
                  <a:pt x="926494" y="643499"/>
                </a:cubicBezTo>
                <a:cubicBezTo>
                  <a:pt x="929173" y="640835"/>
                  <a:pt x="931852" y="639060"/>
                  <a:pt x="935423" y="639947"/>
                </a:cubicBezTo>
                <a:cubicBezTo>
                  <a:pt x="941675" y="645275"/>
                  <a:pt x="951497" y="647938"/>
                  <a:pt x="959534" y="644387"/>
                </a:cubicBezTo>
                <a:cubicBezTo>
                  <a:pt x="974714" y="635508"/>
                  <a:pt x="984537" y="618639"/>
                  <a:pt x="987216" y="601770"/>
                </a:cubicBezTo>
                <a:cubicBezTo>
                  <a:pt x="993467" y="572471"/>
                  <a:pt x="995253" y="544948"/>
                  <a:pt x="996146" y="515650"/>
                </a:cubicBezTo>
                <a:cubicBezTo>
                  <a:pt x="994360" y="514762"/>
                  <a:pt x="993467" y="512986"/>
                  <a:pt x="992574" y="513874"/>
                </a:cubicBezTo>
                <a:cubicBezTo>
                  <a:pt x="992574" y="525416"/>
                  <a:pt x="991681" y="536958"/>
                  <a:pt x="990788" y="548500"/>
                </a:cubicBezTo>
                <a:cubicBezTo>
                  <a:pt x="989895" y="549388"/>
                  <a:pt x="988109" y="549388"/>
                  <a:pt x="988109" y="550275"/>
                </a:cubicBezTo>
                <a:cubicBezTo>
                  <a:pt x="988109" y="550275"/>
                  <a:pt x="988109" y="550275"/>
                  <a:pt x="989895" y="553827"/>
                </a:cubicBezTo>
                <a:cubicBezTo>
                  <a:pt x="987216" y="576023"/>
                  <a:pt x="985430" y="599995"/>
                  <a:pt x="977393" y="619527"/>
                </a:cubicBezTo>
                <a:cubicBezTo>
                  <a:pt x="972035" y="631069"/>
                  <a:pt x="961320" y="643499"/>
                  <a:pt x="947925" y="642611"/>
                </a:cubicBezTo>
                <a:cubicBezTo>
                  <a:pt x="945246" y="642611"/>
                  <a:pt x="942568" y="639947"/>
                  <a:pt x="940782" y="638172"/>
                </a:cubicBezTo>
                <a:cubicBezTo>
                  <a:pt x="944353" y="635508"/>
                  <a:pt x="948818" y="640835"/>
                  <a:pt x="953283" y="638172"/>
                </a:cubicBezTo>
                <a:cubicBezTo>
                  <a:pt x="971143" y="631957"/>
                  <a:pt x="978286" y="611537"/>
                  <a:pt x="980072" y="594668"/>
                </a:cubicBezTo>
                <a:cubicBezTo>
                  <a:pt x="985430" y="568920"/>
                  <a:pt x="988109" y="539621"/>
                  <a:pt x="989002" y="512986"/>
                </a:cubicBezTo>
                <a:cubicBezTo>
                  <a:pt x="989895" y="512098"/>
                  <a:pt x="990788" y="512986"/>
                  <a:pt x="991681" y="512986"/>
                </a:cubicBezTo>
                <a:cubicBezTo>
                  <a:pt x="993467" y="512986"/>
                  <a:pt x="992574" y="511210"/>
                  <a:pt x="992574" y="510323"/>
                </a:cubicBezTo>
                <a:cubicBezTo>
                  <a:pt x="987216" y="509435"/>
                  <a:pt x="989895" y="504108"/>
                  <a:pt x="989002" y="499668"/>
                </a:cubicBezTo>
                <a:cubicBezTo>
                  <a:pt x="989002" y="499668"/>
                  <a:pt x="989002" y="499668"/>
                  <a:pt x="988109" y="497005"/>
                </a:cubicBezTo>
                <a:cubicBezTo>
                  <a:pt x="989002" y="468594"/>
                  <a:pt x="984537" y="441071"/>
                  <a:pt x="980965" y="415323"/>
                </a:cubicBezTo>
                <a:cubicBezTo>
                  <a:pt x="976500" y="404669"/>
                  <a:pt x="972035" y="388688"/>
                  <a:pt x="956855" y="386912"/>
                </a:cubicBezTo>
                <a:cubicBezTo>
                  <a:pt x="953283" y="386024"/>
                  <a:pt x="950604" y="388688"/>
                  <a:pt x="947032" y="386912"/>
                </a:cubicBezTo>
                <a:cubicBezTo>
                  <a:pt x="947032" y="386024"/>
                  <a:pt x="949711" y="384249"/>
                  <a:pt x="951497" y="384249"/>
                </a:cubicBezTo>
                <a:cubicBezTo>
                  <a:pt x="962213" y="382473"/>
                  <a:pt x="972035" y="388688"/>
                  <a:pt x="977393" y="397566"/>
                </a:cubicBezTo>
                <a:cubicBezTo>
                  <a:pt x="989002" y="420650"/>
                  <a:pt x="989895" y="449949"/>
                  <a:pt x="992574" y="474809"/>
                </a:cubicBezTo>
                <a:cubicBezTo>
                  <a:pt x="992574" y="474809"/>
                  <a:pt x="992574" y="474809"/>
                  <a:pt x="993467" y="494341"/>
                </a:cubicBezTo>
                <a:cubicBezTo>
                  <a:pt x="993467" y="496117"/>
                  <a:pt x="994360" y="495229"/>
                  <a:pt x="996146" y="495229"/>
                </a:cubicBezTo>
                <a:cubicBezTo>
                  <a:pt x="995253" y="490790"/>
                  <a:pt x="996146" y="486351"/>
                  <a:pt x="995253" y="481912"/>
                </a:cubicBezTo>
                <a:cubicBezTo>
                  <a:pt x="994360" y="457052"/>
                  <a:pt x="991681" y="430417"/>
                  <a:pt x="985430" y="406445"/>
                </a:cubicBezTo>
                <a:cubicBezTo>
                  <a:pt x="982751" y="400230"/>
                  <a:pt x="980072" y="392239"/>
                  <a:pt x="973821" y="387800"/>
                </a:cubicBezTo>
                <a:cubicBezTo>
                  <a:pt x="966678" y="382473"/>
                  <a:pt x="957748" y="377146"/>
                  <a:pt x="948818" y="380697"/>
                </a:cubicBezTo>
                <a:cubicBezTo>
                  <a:pt x="944353" y="381585"/>
                  <a:pt x="942568" y="388688"/>
                  <a:pt x="938103" y="384249"/>
                </a:cubicBezTo>
                <a:cubicBezTo>
                  <a:pt x="936316" y="384249"/>
                  <a:pt x="933638" y="384249"/>
                  <a:pt x="933638" y="381585"/>
                </a:cubicBezTo>
                <a:cubicBezTo>
                  <a:pt x="934531" y="378034"/>
                  <a:pt x="938103" y="375370"/>
                  <a:pt x="941675" y="372707"/>
                </a:cubicBezTo>
                <a:cubicBezTo>
                  <a:pt x="946139" y="370043"/>
                  <a:pt x="951497" y="370043"/>
                  <a:pt x="956855" y="368268"/>
                </a:cubicBezTo>
                <a:close/>
                <a:moveTo>
                  <a:pt x="55773" y="361730"/>
                </a:moveTo>
                <a:cubicBezTo>
                  <a:pt x="60198" y="361730"/>
                  <a:pt x="65507" y="363504"/>
                  <a:pt x="69046" y="367054"/>
                </a:cubicBezTo>
                <a:cubicBezTo>
                  <a:pt x="65507" y="367941"/>
                  <a:pt x="62852" y="366166"/>
                  <a:pt x="60198" y="364392"/>
                </a:cubicBezTo>
                <a:cubicBezTo>
                  <a:pt x="50464" y="363504"/>
                  <a:pt x="41616" y="370603"/>
                  <a:pt x="36307" y="378588"/>
                </a:cubicBezTo>
                <a:cubicBezTo>
                  <a:pt x="32768" y="390123"/>
                  <a:pt x="30113" y="402545"/>
                  <a:pt x="27459" y="414080"/>
                </a:cubicBezTo>
                <a:cubicBezTo>
                  <a:pt x="27459" y="414080"/>
                  <a:pt x="27459" y="414080"/>
                  <a:pt x="26574" y="421179"/>
                </a:cubicBezTo>
                <a:cubicBezTo>
                  <a:pt x="22150" y="448685"/>
                  <a:pt x="20380" y="477078"/>
                  <a:pt x="20380" y="505471"/>
                </a:cubicBezTo>
                <a:cubicBezTo>
                  <a:pt x="20380" y="533864"/>
                  <a:pt x="23034" y="558708"/>
                  <a:pt x="26574" y="584440"/>
                </a:cubicBezTo>
                <a:cubicBezTo>
                  <a:pt x="28343" y="595087"/>
                  <a:pt x="33652" y="604847"/>
                  <a:pt x="41616" y="611946"/>
                </a:cubicBezTo>
                <a:cubicBezTo>
                  <a:pt x="47810" y="616382"/>
                  <a:pt x="56658" y="619931"/>
                  <a:pt x="64622" y="618157"/>
                </a:cubicBezTo>
                <a:cubicBezTo>
                  <a:pt x="65507" y="619044"/>
                  <a:pt x="64622" y="619931"/>
                  <a:pt x="64622" y="619931"/>
                </a:cubicBezTo>
                <a:cubicBezTo>
                  <a:pt x="54889" y="625255"/>
                  <a:pt x="46040" y="619044"/>
                  <a:pt x="38962" y="614608"/>
                </a:cubicBezTo>
                <a:cubicBezTo>
                  <a:pt x="18610" y="595975"/>
                  <a:pt x="20380" y="565807"/>
                  <a:pt x="16841" y="539188"/>
                </a:cubicBezTo>
                <a:cubicBezTo>
                  <a:pt x="15071" y="515231"/>
                  <a:pt x="15956" y="491274"/>
                  <a:pt x="16841" y="467318"/>
                </a:cubicBezTo>
                <a:cubicBezTo>
                  <a:pt x="19495" y="450459"/>
                  <a:pt x="21265" y="432713"/>
                  <a:pt x="23919" y="416742"/>
                </a:cubicBezTo>
                <a:cubicBezTo>
                  <a:pt x="25689" y="402545"/>
                  <a:pt x="27459" y="389236"/>
                  <a:pt x="33652" y="375927"/>
                </a:cubicBezTo>
                <a:cubicBezTo>
                  <a:pt x="38962" y="369715"/>
                  <a:pt x="46040" y="362617"/>
                  <a:pt x="55773" y="361730"/>
                </a:cubicBezTo>
                <a:close/>
                <a:moveTo>
                  <a:pt x="65478" y="346745"/>
                </a:moveTo>
                <a:cubicBezTo>
                  <a:pt x="65478" y="346745"/>
                  <a:pt x="71664" y="347636"/>
                  <a:pt x="76967" y="351198"/>
                </a:cubicBezTo>
                <a:cubicBezTo>
                  <a:pt x="81386" y="353870"/>
                  <a:pt x="84921" y="357432"/>
                  <a:pt x="84921" y="359213"/>
                </a:cubicBezTo>
                <a:cubicBezTo>
                  <a:pt x="81386" y="361885"/>
                  <a:pt x="77851" y="366337"/>
                  <a:pt x="73432" y="364556"/>
                </a:cubicBezTo>
                <a:cubicBezTo>
                  <a:pt x="68129" y="358323"/>
                  <a:pt x="59292" y="356541"/>
                  <a:pt x="50454" y="357432"/>
                </a:cubicBezTo>
                <a:cubicBezTo>
                  <a:pt x="29244" y="362775"/>
                  <a:pt x="23941" y="385930"/>
                  <a:pt x="21290" y="404631"/>
                </a:cubicBezTo>
                <a:cubicBezTo>
                  <a:pt x="16871" y="426005"/>
                  <a:pt x="14220" y="448268"/>
                  <a:pt x="12452" y="470532"/>
                </a:cubicBezTo>
                <a:cubicBezTo>
                  <a:pt x="11569" y="491015"/>
                  <a:pt x="10685" y="508826"/>
                  <a:pt x="12452" y="529308"/>
                </a:cubicBezTo>
                <a:cubicBezTo>
                  <a:pt x="15104" y="556025"/>
                  <a:pt x="13336" y="585413"/>
                  <a:pt x="28360" y="608567"/>
                </a:cubicBezTo>
                <a:cubicBezTo>
                  <a:pt x="34546" y="618363"/>
                  <a:pt x="45152" y="624597"/>
                  <a:pt x="55757" y="626378"/>
                </a:cubicBezTo>
                <a:cubicBezTo>
                  <a:pt x="61943" y="626378"/>
                  <a:pt x="66362" y="623706"/>
                  <a:pt x="69897" y="620144"/>
                </a:cubicBezTo>
                <a:cubicBezTo>
                  <a:pt x="73432" y="620144"/>
                  <a:pt x="76083" y="622816"/>
                  <a:pt x="77851" y="625487"/>
                </a:cubicBezTo>
                <a:cubicBezTo>
                  <a:pt x="70781" y="637065"/>
                  <a:pt x="57524" y="637955"/>
                  <a:pt x="46919" y="637065"/>
                </a:cubicBezTo>
                <a:cubicBezTo>
                  <a:pt x="28360" y="631721"/>
                  <a:pt x="14220" y="615691"/>
                  <a:pt x="8917" y="596990"/>
                </a:cubicBezTo>
                <a:cubicBezTo>
                  <a:pt x="6266" y="589865"/>
                  <a:pt x="6266" y="581851"/>
                  <a:pt x="4499" y="573836"/>
                </a:cubicBezTo>
                <a:cubicBezTo>
                  <a:pt x="4499" y="560477"/>
                  <a:pt x="80" y="548010"/>
                  <a:pt x="1847" y="534651"/>
                </a:cubicBezTo>
                <a:cubicBezTo>
                  <a:pt x="80" y="532870"/>
                  <a:pt x="1847" y="531089"/>
                  <a:pt x="963" y="528418"/>
                </a:cubicBezTo>
                <a:cubicBezTo>
                  <a:pt x="-804" y="504373"/>
                  <a:pt x="80" y="477656"/>
                  <a:pt x="1847" y="453612"/>
                </a:cubicBezTo>
                <a:cubicBezTo>
                  <a:pt x="1847" y="453612"/>
                  <a:pt x="1847" y="453612"/>
                  <a:pt x="4499" y="442925"/>
                </a:cubicBezTo>
                <a:cubicBezTo>
                  <a:pt x="5382" y="425114"/>
                  <a:pt x="8917" y="408193"/>
                  <a:pt x="12452" y="391273"/>
                </a:cubicBezTo>
                <a:cubicBezTo>
                  <a:pt x="15987" y="374352"/>
                  <a:pt x="24825" y="356541"/>
                  <a:pt x="42500" y="349417"/>
                </a:cubicBezTo>
                <a:cubicBezTo>
                  <a:pt x="48687" y="345855"/>
                  <a:pt x="58408" y="345855"/>
                  <a:pt x="65478" y="346745"/>
                </a:cubicBezTo>
                <a:close/>
                <a:moveTo>
                  <a:pt x="956326" y="346178"/>
                </a:moveTo>
                <a:cubicBezTo>
                  <a:pt x="958090" y="346516"/>
                  <a:pt x="960074" y="347415"/>
                  <a:pt x="962279" y="347865"/>
                </a:cubicBezTo>
                <a:cubicBezTo>
                  <a:pt x="965807" y="348765"/>
                  <a:pt x="968453" y="351463"/>
                  <a:pt x="971098" y="354162"/>
                </a:cubicBezTo>
                <a:cubicBezTo>
                  <a:pt x="974626" y="358660"/>
                  <a:pt x="975508" y="364057"/>
                  <a:pt x="975508" y="370354"/>
                </a:cubicBezTo>
                <a:cubicBezTo>
                  <a:pt x="975508" y="371254"/>
                  <a:pt x="972862" y="370354"/>
                  <a:pt x="971980" y="370354"/>
                </a:cubicBezTo>
                <a:cubicBezTo>
                  <a:pt x="970217" y="363158"/>
                  <a:pt x="967571" y="353263"/>
                  <a:pt x="959633" y="352363"/>
                </a:cubicBezTo>
                <a:cubicBezTo>
                  <a:pt x="956988" y="349664"/>
                  <a:pt x="953460" y="351463"/>
                  <a:pt x="951696" y="347865"/>
                </a:cubicBezTo>
                <a:cubicBezTo>
                  <a:pt x="953019" y="346066"/>
                  <a:pt x="954562" y="345841"/>
                  <a:pt x="956326" y="346178"/>
                </a:cubicBezTo>
                <a:close/>
                <a:moveTo>
                  <a:pt x="929735" y="333155"/>
                </a:moveTo>
                <a:cubicBezTo>
                  <a:pt x="932513" y="333949"/>
                  <a:pt x="936217" y="333155"/>
                  <a:pt x="938995" y="334742"/>
                </a:cubicBezTo>
                <a:cubicBezTo>
                  <a:pt x="937143" y="336330"/>
                  <a:pt x="935291" y="339505"/>
                  <a:pt x="932513" y="339505"/>
                </a:cubicBezTo>
                <a:cubicBezTo>
                  <a:pt x="929735" y="339505"/>
                  <a:pt x="928809" y="337917"/>
                  <a:pt x="928809" y="336330"/>
                </a:cubicBezTo>
                <a:cubicBezTo>
                  <a:pt x="928809" y="335536"/>
                  <a:pt x="927883" y="333949"/>
                  <a:pt x="929735" y="333155"/>
                </a:cubicBezTo>
                <a:close/>
                <a:moveTo>
                  <a:pt x="922724" y="329980"/>
                </a:moveTo>
                <a:cubicBezTo>
                  <a:pt x="925502" y="333472"/>
                  <a:pt x="923650" y="341330"/>
                  <a:pt x="930132" y="343949"/>
                </a:cubicBezTo>
                <a:cubicBezTo>
                  <a:pt x="931058" y="344823"/>
                  <a:pt x="930132" y="347442"/>
                  <a:pt x="929206" y="347442"/>
                </a:cubicBezTo>
                <a:cubicBezTo>
                  <a:pt x="924576" y="347442"/>
                  <a:pt x="922724" y="343076"/>
                  <a:pt x="920872" y="340457"/>
                </a:cubicBezTo>
                <a:cubicBezTo>
                  <a:pt x="919946" y="336965"/>
                  <a:pt x="919946" y="332599"/>
                  <a:pt x="922724" y="329980"/>
                </a:cubicBezTo>
                <a:close/>
                <a:moveTo>
                  <a:pt x="61863" y="326045"/>
                </a:moveTo>
                <a:cubicBezTo>
                  <a:pt x="61863" y="326045"/>
                  <a:pt x="61863" y="326045"/>
                  <a:pt x="62695" y="326873"/>
                </a:cubicBezTo>
                <a:cubicBezTo>
                  <a:pt x="58537" y="331015"/>
                  <a:pt x="51885" y="332671"/>
                  <a:pt x="50222" y="338469"/>
                </a:cubicBezTo>
                <a:cubicBezTo>
                  <a:pt x="49391" y="340126"/>
                  <a:pt x="48559" y="344267"/>
                  <a:pt x="45233" y="342610"/>
                </a:cubicBezTo>
                <a:cubicBezTo>
                  <a:pt x="46064" y="337641"/>
                  <a:pt x="48559" y="331843"/>
                  <a:pt x="53548" y="328530"/>
                </a:cubicBezTo>
                <a:cubicBezTo>
                  <a:pt x="56043" y="326873"/>
                  <a:pt x="58537" y="325217"/>
                  <a:pt x="61863" y="326045"/>
                </a:cubicBezTo>
                <a:close/>
                <a:moveTo>
                  <a:pt x="913541" y="322042"/>
                </a:moveTo>
                <a:cubicBezTo>
                  <a:pt x="916168" y="322042"/>
                  <a:pt x="917044" y="324650"/>
                  <a:pt x="917920" y="326389"/>
                </a:cubicBezTo>
                <a:cubicBezTo>
                  <a:pt x="917920" y="331605"/>
                  <a:pt x="914416" y="335951"/>
                  <a:pt x="917044" y="340298"/>
                </a:cubicBezTo>
                <a:cubicBezTo>
                  <a:pt x="916168" y="349861"/>
                  <a:pt x="931058" y="348991"/>
                  <a:pt x="928430" y="357685"/>
                </a:cubicBezTo>
                <a:cubicBezTo>
                  <a:pt x="923175" y="358554"/>
                  <a:pt x="918796" y="355946"/>
                  <a:pt x="915292" y="353338"/>
                </a:cubicBezTo>
                <a:cubicBezTo>
                  <a:pt x="910037" y="348122"/>
                  <a:pt x="905658" y="340298"/>
                  <a:pt x="907410" y="333343"/>
                </a:cubicBezTo>
                <a:cubicBezTo>
                  <a:pt x="910037" y="328997"/>
                  <a:pt x="909161" y="324650"/>
                  <a:pt x="913541" y="322042"/>
                </a:cubicBezTo>
                <a:close/>
                <a:moveTo>
                  <a:pt x="959489" y="321381"/>
                </a:moveTo>
                <a:cubicBezTo>
                  <a:pt x="959489" y="321381"/>
                  <a:pt x="959489" y="321381"/>
                  <a:pt x="961221" y="326011"/>
                </a:cubicBezTo>
                <a:cubicBezTo>
                  <a:pt x="961221" y="331567"/>
                  <a:pt x="955160" y="326937"/>
                  <a:pt x="952562" y="328789"/>
                </a:cubicBezTo>
                <a:cubicBezTo>
                  <a:pt x="952562" y="328789"/>
                  <a:pt x="952562" y="328789"/>
                  <a:pt x="951696" y="327863"/>
                </a:cubicBezTo>
                <a:cubicBezTo>
                  <a:pt x="954294" y="325085"/>
                  <a:pt x="956026" y="320455"/>
                  <a:pt x="959489" y="321381"/>
                </a:cubicBezTo>
                <a:close/>
                <a:moveTo>
                  <a:pt x="962632" y="312726"/>
                </a:moveTo>
                <a:cubicBezTo>
                  <a:pt x="963514" y="310930"/>
                  <a:pt x="965278" y="311828"/>
                  <a:pt x="966160" y="312726"/>
                </a:cubicBezTo>
                <a:cubicBezTo>
                  <a:pt x="966160" y="312726"/>
                  <a:pt x="966160" y="312726"/>
                  <a:pt x="970569" y="319014"/>
                </a:cubicBezTo>
                <a:cubicBezTo>
                  <a:pt x="971451" y="322606"/>
                  <a:pt x="973215" y="327097"/>
                  <a:pt x="971451" y="331588"/>
                </a:cubicBezTo>
                <a:cubicBezTo>
                  <a:pt x="971451" y="333384"/>
                  <a:pt x="970569" y="332486"/>
                  <a:pt x="969687" y="333384"/>
                </a:cubicBezTo>
                <a:cubicBezTo>
                  <a:pt x="971451" y="336079"/>
                  <a:pt x="974979" y="336977"/>
                  <a:pt x="976743" y="339672"/>
                </a:cubicBezTo>
                <a:cubicBezTo>
                  <a:pt x="982917" y="346857"/>
                  <a:pt x="987326" y="354043"/>
                  <a:pt x="988208" y="363923"/>
                </a:cubicBezTo>
                <a:cubicBezTo>
                  <a:pt x="987326" y="369312"/>
                  <a:pt x="988208" y="374701"/>
                  <a:pt x="985562" y="379192"/>
                </a:cubicBezTo>
                <a:cubicBezTo>
                  <a:pt x="982917" y="378294"/>
                  <a:pt x="980271" y="375599"/>
                  <a:pt x="978507" y="372905"/>
                </a:cubicBezTo>
                <a:cubicBezTo>
                  <a:pt x="979389" y="363923"/>
                  <a:pt x="976743" y="353145"/>
                  <a:pt x="969687" y="347755"/>
                </a:cubicBezTo>
                <a:cubicBezTo>
                  <a:pt x="964396" y="343265"/>
                  <a:pt x="957340" y="340570"/>
                  <a:pt x="950285" y="343265"/>
                </a:cubicBezTo>
                <a:cubicBezTo>
                  <a:pt x="948521" y="344163"/>
                  <a:pt x="944993" y="345061"/>
                  <a:pt x="944111" y="347755"/>
                </a:cubicBezTo>
                <a:cubicBezTo>
                  <a:pt x="947639" y="352246"/>
                  <a:pt x="954695" y="354941"/>
                  <a:pt x="952049" y="361228"/>
                </a:cubicBezTo>
                <a:cubicBezTo>
                  <a:pt x="952049" y="365719"/>
                  <a:pt x="947639" y="366617"/>
                  <a:pt x="944111" y="366617"/>
                </a:cubicBezTo>
                <a:cubicBezTo>
                  <a:pt x="941465" y="365719"/>
                  <a:pt x="937938" y="365719"/>
                  <a:pt x="936174" y="363025"/>
                </a:cubicBezTo>
                <a:cubicBezTo>
                  <a:pt x="933528" y="359432"/>
                  <a:pt x="932646" y="353145"/>
                  <a:pt x="933528" y="347755"/>
                </a:cubicBezTo>
                <a:cubicBezTo>
                  <a:pt x="935292" y="343265"/>
                  <a:pt x="937938" y="337875"/>
                  <a:pt x="944111" y="336079"/>
                </a:cubicBezTo>
                <a:cubicBezTo>
                  <a:pt x="949403" y="331588"/>
                  <a:pt x="956458" y="332486"/>
                  <a:pt x="963514" y="331588"/>
                </a:cubicBezTo>
                <a:cubicBezTo>
                  <a:pt x="967924" y="329792"/>
                  <a:pt x="964396" y="325301"/>
                  <a:pt x="964396" y="322606"/>
                </a:cubicBezTo>
                <a:cubicBezTo>
                  <a:pt x="962632" y="319014"/>
                  <a:pt x="960868" y="315421"/>
                  <a:pt x="962632" y="312726"/>
                </a:cubicBezTo>
                <a:close/>
                <a:moveTo>
                  <a:pt x="92593" y="312517"/>
                </a:moveTo>
                <a:cubicBezTo>
                  <a:pt x="92593" y="312517"/>
                  <a:pt x="92593" y="312517"/>
                  <a:pt x="93519" y="315981"/>
                </a:cubicBezTo>
                <a:cubicBezTo>
                  <a:pt x="94445" y="319444"/>
                  <a:pt x="91667" y="321176"/>
                  <a:pt x="88889" y="322042"/>
                </a:cubicBezTo>
                <a:cubicBezTo>
                  <a:pt x="86111" y="321176"/>
                  <a:pt x="86111" y="317712"/>
                  <a:pt x="83333" y="315115"/>
                </a:cubicBezTo>
                <a:cubicBezTo>
                  <a:pt x="86111" y="313383"/>
                  <a:pt x="89815" y="313383"/>
                  <a:pt x="92593" y="312517"/>
                </a:cubicBezTo>
                <a:close/>
                <a:moveTo>
                  <a:pt x="56441" y="311808"/>
                </a:moveTo>
                <a:cubicBezTo>
                  <a:pt x="67121" y="310930"/>
                  <a:pt x="79580" y="312686"/>
                  <a:pt x="84030" y="323225"/>
                </a:cubicBezTo>
                <a:cubicBezTo>
                  <a:pt x="84920" y="327616"/>
                  <a:pt x="84920" y="332006"/>
                  <a:pt x="82250" y="336397"/>
                </a:cubicBezTo>
                <a:cubicBezTo>
                  <a:pt x="79580" y="339032"/>
                  <a:pt x="76020" y="340788"/>
                  <a:pt x="72461" y="340788"/>
                </a:cubicBezTo>
                <a:cubicBezTo>
                  <a:pt x="69791" y="340788"/>
                  <a:pt x="67121" y="339032"/>
                  <a:pt x="66231" y="336397"/>
                </a:cubicBezTo>
                <a:cubicBezTo>
                  <a:pt x="62671" y="331128"/>
                  <a:pt x="70681" y="328494"/>
                  <a:pt x="70681" y="323225"/>
                </a:cubicBezTo>
                <a:cubicBezTo>
                  <a:pt x="63561" y="320590"/>
                  <a:pt x="54661" y="322346"/>
                  <a:pt x="48432" y="327616"/>
                </a:cubicBezTo>
                <a:cubicBezTo>
                  <a:pt x="44872" y="332885"/>
                  <a:pt x="39532" y="339032"/>
                  <a:pt x="39532" y="346936"/>
                </a:cubicBezTo>
                <a:cubicBezTo>
                  <a:pt x="39532" y="346936"/>
                  <a:pt x="39532" y="346936"/>
                  <a:pt x="28853" y="352205"/>
                </a:cubicBezTo>
                <a:cubicBezTo>
                  <a:pt x="26183" y="347814"/>
                  <a:pt x="32413" y="331128"/>
                  <a:pt x="33303" y="328494"/>
                </a:cubicBezTo>
                <a:cubicBezTo>
                  <a:pt x="38642" y="319712"/>
                  <a:pt x="47542" y="313564"/>
                  <a:pt x="56441" y="311808"/>
                </a:cubicBezTo>
                <a:close/>
                <a:moveTo>
                  <a:pt x="97376" y="310930"/>
                </a:moveTo>
                <a:cubicBezTo>
                  <a:pt x="99940" y="311796"/>
                  <a:pt x="99940" y="315259"/>
                  <a:pt x="99940" y="317857"/>
                </a:cubicBezTo>
                <a:cubicBezTo>
                  <a:pt x="100795" y="323053"/>
                  <a:pt x="97376" y="325650"/>
                  <a:pt x="93957" y="328248"/>
                </a:cubicBezTo>
                <a:cubicBezTo>
                  <a:pt x="92247" y="328248"/>
                  <a:pt x="91392" y="329980"/>
                  <a:pt x="89683" y="329114"/>
                </a:cubicBezTo>
                <a:cubicBezTo>
                  <a:pt x="90538" y="325650"/>
                  <a:pt x="95666" y="323919"/>
                  <a:pt x="97376" y="320455"/>
                </a:cubicBezTo>
                <a:cubicBezTo>
                  <a:pt x="97376" y="317857"/>
                  <a:pt x="97376" y="313528"/>
                  <a:pt x="97376" y="310930"/>
                </a:cubicBezTo>
                <a:close/>
                <a:moveTo>
                  <a:pt x="59067" y="302992"/>
                </a:moveTo>
                <a:cubicBezTo>
                  <a:pt x="59975" y="303672"/>
                  <a:pt x="61789" y="304352"/>
                  <a:pt x="62696" y="305713"/>
                </a:cubicBezTo>
                <a:cubicBezTo>
                  <a:pt x="62696" y="305713"/>
                  <a:pt x="62696" y="305713"/>
                  <a:pt x="62696" y="306393"/>
                </a:cubicBezTo>
                <a:cubicBezTo>
                  <a:pt x="59975" y="305713"/>
                  <a:pt x="56346" y="307754"/>
                  <a:pt x="56346" y="305033"/>
                </a:cubicBezTo>
                <a:cubicBezTo>
                  <a:pt x="56346" y="304352"/>
                  <a:pt x="58160" y="303672"/>
                  <a:pt x="59067" y="302992"/>
                </a:cubicBezTo>
                <a:close/>
                <a:moveTo>
                  <a:pt x="103356" y="300740"/>
                </a:moveTo>
                <a:cubicBezTo>
                  <a:pt x="110731" y="307201"/>
                  <a:pt x="113496" y="318276"/>
                  <a:pt x="109809" y="327505"/>
                </a:cubicBezTo>
                <a:cubicBezTo>
                  <a:pt x="108887" y="331197"/>
                  <a:pt x="105200" y="333043"/>
                  <a:pt x="104278" y="335812"/>
                </a:cubicBezTo>
                <a:cubicBezTo>
                  <a:pt x="98748" y="338581"/>
                  <a:pt x="92295" y="339504"/>
                  <a:pt x="85843" y="339504"/>
                </a:cubicBezTo>
                <a:cubicBezTo>
                  <a:pt x="84921" y="338581"/>
                  <a:pt x="85843" y="336735"/>
                  <a:pt x="85843" y="336735"/>
                </a:cubicBezTo>
                <a:cubicBezTo>
                  <a:pt x="93217" y="333966"/>
                  <a:pt x="99669" y="330274"/>
                  <a:pt x="103356" y="323814"/>
                </a:cubicBezTo>
                <a:cubicBezTo>
                  <a:pt x="107044" y="315507"/>
                  <a:pt x="97826" y="309046"/>
                  <a:pt x="101513" y="301663"/>
                </a:cubicBezTo>
                <a:cubicBezTo>
                  <a:pt x="101513" y="300740"/>
                  <a:pt x="102435" y="299817"/>
                  <a:pt x="103356" y="300740"/>
                </a:cubicBezTo>
                <a:close/>
                <a:moveTo>
                  <a:pt x="53726" y="293261"/>
                </a:moveTo>
                <a:cubicBezTo>
                  <a:pt x="54916" y="294706"/>
                  <a:pt x="55869" y="297150"/>
                  <a:pt x="56345" y="298484"/>
                </a:cubicBezTo>
                <a:cubicBezTo>
                  <a:pt x="55392" y="301151"/>
                  <a:pt x="52535" y="304707"/>
                  <a:pt x="51583" y="308263"/>
                </a:cubicBezTo>
                <a:cubicBezTo>
                  <a:pt x="49678" y="309152"/>
                  <a:pt x="46820" y="310930"/>
                  <a:pt x="43963" y="310041"/>
                </a:cubicBezTo>
                <a:cubicBezTo>
                  <a:pt x="42058" y="304707"/>
                  <a:pt x="44915" y="298484"/>
                  <a:pt x="49678" y="294039"/>
                </a:cubicBezTo>
                <a:cubicBezTo>
                  <a:pt x="51106" y="291372"/>
                  <a:pt x="52535" y="291816"/>
                  <a:pt x="53726" y="293261"/>
                </a:cubicBezTo>
                <a:close/>
                <a:moveTo>
                  <a:pt x="901551" y="291880"/>
                </a:moveTo>
                <a:cubicBezTo>
                  <a:pt x="899791" y="299058"/>
                  <a:pt x="899791" y="307134"/>
                  <a:pt x="902431" y="314312"/>
                </a:cubicBezTo>
                <a:cubicBezTo>
                  <a:pt x="902431" y="316106"/>
                  <a:pt x="899791" y="315209"/>
                  <a:pt x="898911" y="317004"/>
                </a:cubicBezTo>
                <a:cubicBezTo>
                  <a:pt x="889231" y="323285"/>
                  <a:pt x="883951" y="331360"/>
                  <a:pt x="883951" y="343025"/>
                </a:cubicBezTo>
                <a:cubicBezTo>
                  <a:pt x="883951" y="352895"/>
                  <a:pt x="890991" y="360073"/>
                  <a:pt x="896271" y="367251"/>
                </a:cubicBezTo>
                <a:cubicBezTo>
                  <a:pt x="903311" y="371738"/>
                  <a:pt x="912112" y="374429"/>
                  <a:pt x="920032" y="374429"/>
                </a:cubicBezTo>
                <a:cubicBezTo>
                  <a:pt x="927952" y="388786"/>
                  <a:pt x="943793" y="394170"/>
                  <a:pt x="957873" y="391478"/>
                </a:cubicBezTo>
                <a:cubicBezTo>
                  <a:pt x="958753" y="392375"/>
                  <a:pt x="959633" y="392375"/>
                  <a:pt x="959633" y="393272"/>
                </a:cubicBezTo>
                <a:cubicBezTo>
                  <a:pt x="954353" y="395067"/>
                  <a:pt x="945553" y="395067"/>
                  <a:pt x="939393" y="393272"/>
                </a:cubicBezTo>
                <a:cubicBezTo>
                  <a:pt x="930592" y="392375"/>
                  <a:pt x="921792" y="386094"/>
                  <a:pt x="917392" y="377121"/>
                </a:cubicBezTo>
                <a:cubicBezTo>
                  <a:pt x="905952" y="379813"/>
                  <a:pt x="895391" y="372635"/>
                  <a:pt x="888351" y="363662"/>
                </a:cubicBezTo>
                <a:cubicBezTo>
                  <a:pt x="883071" y="354689"/>
                  <a:pt x="878671" y="343025"/>
                  <a:pt x="882191" y="333155"/>
                </a:cubicBezTo>
                <a:cubicBezTo>
                  <a:pt x="883951" y="324182"/>
                  <a:pt x="890111" y="316106"/>
                  <a:pt x="898911" y="313415"/>
                </a:cubicBezTo>
                <a:cubicBezTo>
                  <a:pt x="899791" y="309825"/>
                  <a:pt x="898031" y="306236"/>
                  <a:pt x="898031" y="302647"/>
                </a:cubicBezTo>
                <a:cubicBezTo>
                  <a:pt x="898031" y="299058"/>
                  <a:pt x="897151" y="292777"/>
                  <a:pt x="901551" y="291880"/>
                </a:cubicBezTo>
                <a:close/>
                <a:moveTo>
                  <a:pt x="939260" y="285530"/>
                </a:moveTo>
                <a:cubicBezTo>
                  <a:pt x="943890" y="286396"/>
                  <a:pt x="943890" y="291591"/>
                  <a:pt x="946668" y="295055"/>
                </a:cubicBezTo>
                <a:cubicBezTo>
                  <a:pt x="948520" y="299384"/>
                  <a:pt x="948520" y="306312"/>
                  <a:pt x="945742" y="310641"/>
                </a:cubicBezTo>
                <a:cubicBezTo>
                  <a:pt x="942964" y="311507"/>
                  <a:pt x="942038" y="314105"/>
                  <a:pt x="939260" y="313239"/>
                </a:cubicBezTo>
                <a:cubicBezTo>
                  <a:pt x="937408" y="309775"/>
                  <a:pt x="942964" y="308909"/>
                  <a:pt x="943890" y="306312"/>
                </a:cubicBezTo>
                <a:cubicBezTo>
                  <a:pt x="945742" y="299384"/>
                  <a:pt x="943890" y="293323"/>
                  <a:pt x="938334" y="288128"/>
                </a:cubicBezTo>
                <a:cubicBezTo>
                  <a:pt x="938334" y="287262"/>
                  <a:pt x="938334" y="286396"/>
                  <a:pt x="939260" y="285530"/>
                </a:cubicBezTo>
                <a:close/>
                <a:moveTo>
                  <a:pt x="909627" y="279180"/>
                </a:moveTo>
                <a:cubicBezTo>
                  <a:pt x="911215" y="279180"/>
                  <a:pt x="912008" y="279180"/>
                  <a:pt x="913596" y="279180"/>
                </a:cubicBezTo>
                <a:cubicBezTo>
                  <a:pt x="910421" y="282037"/>
                  <a:pt x="906452" y="284895"/>
                  <a:pt x="904071" y="288705"/>
                </a:cubicBezTo>
                <a:cubicBezTo>
                  <a:pt x="904071" y="284895"/>
                  <a:pt x="907246" y="282037"/>
                  <a:pt x="909627" y="279180"/>
                </a:cubicBezTo>
                <a:close/>
                <a:moveTo>
                  <a:pt x="944139" y="268067"/>
                </a:moveTo>
                <a:cubicBezTo>
                  <a:pt x="947695" y="269836"/>
                  <a:pt x="950362" y="274258"/>
                  <a:pt x="953029" y="277796"/>
                </a:cubicBezTo>
                <a:cubicBezTo>
                  <a:pt x="956585" y="285756"/>
                  <a:pt x="962808" y="292832"/>
                  <a:pt x="961919" y="302561"/>
                </a:cubicBezTo>
                <a:cubicBezTo>
                  <a:pt x="961030" y="314943"/>
                  <a:pt x="953029" y="324672"/>
                  <a:pt x="941472" y="329094"/>
                </a:cubicBezTo>
                <a:cubicBezTo>
                  <a:pt x="935249" y="329094"/>
                  <a:pt x="930804" y="329979"/>
                  <a:pt x="926359" y="327326"/>
                </a:cubicBezTo>
                <a:cubicBezTo>
                  <a:pt x="922803" y="324672"/>
                  <a:pt x="919247" y="320250"/>
                  <a:pt x="918358" y="314059"/>
                </a:cubicBezTo>
                <a:cubicBezTo>
                  <a:pt x="919247" y="311405"/>
                  <a:pt x="919247" y="306983"/>
                  <a:pt x="923692" y="305214"/>
                </a:cubicBezTo>
                <a:cubicBezTo>
                  <a:pt x="926359" y="303445"/>
                  <a:pt x="929915" y="304330"/>
                  <a:pt x="933471" y="305214"/>
                </a:cubicBezTo>
                <a:cubicBezTo>
                  <a:pt x="937027" y="307867"/>
                  <a:pt x="936138" y="313174"/>
                  <a:pt x="935249" y="316712"/>
                </a:cubicBezTo>
                <a:cubicBezTo>
                  <a:pt x="935249" y="318481"/>
                  <a:pt x="937027" y="319365"/>
                  <a:pt x="938805" y="318481"/>
                </a:cubicBezTo>
                <a:cubicBezTo>
                  <a:pt x="944139" y="319365"/>
                  <a:pt x="947695" y="314059"/>
                  <a:pt x="949473" y="310521"/>
                </a:cubicBezTo>
                <a:cubicBezTo>
                  <a:pt x="953918" y="299907"/>
                  <a:pt x="950362" y="288409"/>
                  <a:pt x="941472" y="280449"/>
                </a:cubicBezTo>
                <a:cubicBezTo>
                  <a:pt x="941472" y="280449"/>
                  <a:pt x="941472" y="280449"/>
                  <a:pt x="944139" y="268067"/>
                </a:cubicBezTo>
                <a:close/>
                <a:moveTo>
                  <a:pt x="914329" y="263305"/>
                </a:moveTo>
                <a:cubicBezTo>
                  <a:pt x="916120" y="263305"/>
                  <a:pt x="918806" y="263305"/>
                  <a:pt x="918806" y="265977"/>
                </a:cubicBezTo>
                <a:cubicBezTo>
                  <a:pt x="919702" y="267758"/>
                  <a:pt x="917911" y="270429"/>
                  <a:pt x="917911" y="272210"/>
                </a:cubicBezTo>
                <a:cubicBezTo>
                  <a:pt x="911642" y="274882"/>
                  <a:pt x="905373" y="277554"/>
                  <a:pt x="900000" y="282897"/>
                </a:cubicBezTo>
                <a:cubicBezTo>
                  <a:pt x="899105" y="289131"/>
                  <a:pt x="894627" y="293584"/>
                  <a:pt x="894627" y="300708"/>
                </a:cubicBezTo>
                <a:cubicBezTo>
                  <a:pt x="894627" y="304270"/>
                  <a:pt x="894627" y="306942"/>
                  <a:pt x="895523" y="310504"/>
                </a:cubicBezTo>
                <a:cubicBezTo>
                  <a:pt x="883881" y="315847"/>
                  <a:pt x="879404" y="329205"/>
                  <a:pt x="877613" y="340783"/>
                </a:cubicBezTo>
                <a:cubicBezTo>
                  <a:pt x="877613" y="355922"/>
                  <a:pt x="883881" y="370171"/>
                  <a:pt x="898209" y="376405"/>
                </a:cubicBezTo>
                <a:cubicBezTo>
                  <a:pt x="902687" y="381748"/>
                  <a:pt x="909851" y="381748"/>
                  <a:pt x="916120" y="382638"/>
                </a:cubicBezTo>
                <a:cubicBezTo>
                  <a:pt x="926866" y="395106"/>
                  <a:pt x="942090" y="402230"/>
                  <a:pt x="958209" y="397778"/>
                </a:cubicBezTo>
                <a:cubicBezTo>
                  <a:pt x="961791" y="397778"/>
                  <a:pt x="966269" y="393325"/>
                  <a:pt x="968955" y="397778"/>
                </a:cubicBezTo>
                <a:cubicBezTo>
                  <a:pt x="968955" y="397778"/>
                  <a:pt x="968955" y="397778"/>
                  <a:pt x="970746" y="401340"/>
                </a:cubicBezTo>
                <a:cubicBezTo>
                  <a:pt x="964478" y="408464"/>
                  <a:pt x="954627" y="407574"/>
                  <a:pt x="946567" y="408464"/>
                </a:cubicBezTo>
                <a:cubicBezTo>
                  <a:pt x="940299" y="409355"/>
                  <a:pt x="935821" y="404902"/>
                  <a:pt x="929552" y="404902"/>
                </a:cubicBezTo>
                <a:cubicBezTo>
                  <a:pt x="924179" y="402230"/>
                  <a:pt x="917911" y="398668"/>
                  <a:pt x="914329" y="393325"/>
                </a:cubicBezTo>
                <a:cubicBezTo>
                  <a:pt x="912538" y="389763"/>
                  <a:pt x="908955" y="391544"/>
                  <a:pt x="907164" y="391544"/>
                </a:cubicBezTo>
                <a:cubicBezTo>
                  <a:pt x="890150" y="387982"/>
                  <a:pt x="872239" y="372842"/>
                  <a:pt x="868657" y="355922"/>
                </a:cubicBezTo>
                <a:cubicBezTo>
                  <a:pt x="867762" y="348798"/>
                  <a:pt x="865971" y="342564"/>
                  <a:pt x="865971" y="335439"/>
                </a:cubicBezTo>
                <a:cubicBezTo>
                  <a:pt x="869553" y="323862"/>
                  <a:pt x="875822" y="313176"/>
                  <a:pt x="884777" y="306051"/>
                </a:cubicBezTo>
                <a:cubicBezTo>
                  <a:pt x="885672" y="302489"/>
                  <a:pt x="885672" y="298036"/>
                  <a:pt x="885672" y="293584"/>
                </a:cubicBezTo>
                <a:cubicBezTo>
                  <a:pt x="887463" y="288240"/>
                  <a:pt x="889254" y="282897"/>
                  <a:pt x="891941" y="277554"/>
                </a:cubicBezTo>
                <a:cubicBezTo>
                  <a:pt x="898209" y="270429"/>
                  <a:pt x="906269" y="265086"/>
                  <a:pt x="914329" y="263305"/>
                </a:cubicBezTo>
                <a:close/>
                <a:moveTo>
                  <a:pt x="78426" y="263305"/>
                </a:moveTo>
                <a:cubicBezTo>
                  <a:pt x="78426" y="263305"/>
                  <a:pt x="78426" y="263305"/>
                  <a:pt x="79292" y="265173"/>
                </a:cubicBezTo>
                <a:cubicBezTo>
                  <a:pt x="76694" y="271709"/>
                  <a:pt x="72365" y="281048"/>
                  <a:pt x="76694" y="287584"/>
                </a:cubicBezTo>
                <a:cubicBezTo>
                  <a:pt x="77560" y="289452"/>
                  <a:pt x="80158" y="290386"/>
                  <a:pt x="79292" y="293187"/>
                </a:cubicBezTo>
                <a:cubicBezTo>
                  <a:pt x="78426" y="295055"/>
                  <a:pt x="76694" y="292253"/>
                  <a:pt x="75828" y="292253"/>
                </a:cubicBezTo>
                <a:cubicBezTo>
                  <a:pt x="70633" y="285717"/>
                  <a:pt x="70633" y="277312"/>
                  <a:pt x="73231" y="269842"/>
                </a:cubicBezTo>
                <a:cubicBezTo>
                  <a:pt x="74097" y="267040"/>
                  <a:pt x="75828" y="264239"/>
                  <a:pt x="78426" y="263305"/>
                </a:cubicBezTo>
                <a:close/>
                <a:moveTo>
                  <a:pt x="885310" y="258543"/>
                </a:moveTo>
                <a:cubicBezTo>
                  <a:pt x="891371" y="261235"/>
                  <a:pt x="885310" y="265721"/>
                  <a:pt x="886175" y="270207"/>
                </a:cubicBezTo>
                <a:cubicBezTo>
                  <a:pt x="886175" y="273796"/>
                  <a:pt x="890505" y="277385"/>
                  <a:pt x="887041" y="279180"/>
                </a:cubicBezTo>
                <a:cubicBezTo>
                  <a:pt x="881846" y="275591"/>
                  <a:pt x="882712" y="270207"/>
                  <a:pt x="882712" y="263926"/>
                </a:cubicBezTo>
                <a:cubicBezTo>
                  <a:pt x="883578" y="262132"/>
                  <a:pt x="884444" y="260337"/>
                  <a:pt x="885310" y="258543"/>
                </a:cubicBezTo>
                <a:close/>
                <a:moveTo>
                  <a:pt x="824952" y="255367"/>
                </a:moveTo>
                <a:cubicBezTo>
                  <a:pt x="826744" y="255367"/>
                  <a:pt x="828536" y="255367"/>
                  <a:pt x="830329" y="256272"/>
                </a:cubicBezTo>
                <a:cubicBezTo>
                  <a:pt x="829433" y="258986"/>
                  <a:pt x="829433" y="261700"/>
                  <a:pt x="827640" y="262604"/>
                </a:cubicBezTo>
                <a:cubicBezTo>
                  <a:pt x="828536" y="270747"/>
                  <a:pt x="830329" y="278889"/>
                  <a:pt x="838394" y="283413"/>
                </a:cubicBezTo>
                <a:cubicBezTo>
                  <a:pt x="841083" y="285222"/>
                  <a:pt x="845563" y="285222"/>
                  <a:pt x="848252" y="283413"/>
                </a:cubicBezTo>
                <a:cubicBezTo>
                  <a:pt x="850044" y="280698"/>
                  <a:pt x="853629" y="277984"/>
                  <a:pt x="851837" y="274366"/>
                </a:cubicBezTo>
                <a:cubicBezTo>
                  <a:pt x="849148" y="273461"/>
                  <a:pt x="842875" y="277080"/>
                  <a:pt x="842875" y="271651"/>
                </a:cubicBezTo>
                <a:cubicBezTo>
                  <a:pt x="841083" y="267128"/>
                  <a:pt x="844667" y="265319"/>
                  <a:pt x="847356" y="263509"/>
                </a:cubicBezTo>
                <a:cubicBezTo>
                  <a:pt x="850940" y="264414"/>
                  <a:pt x="857214" y="265319"/>
                  <a:pt x="859006" y="269842"/>
                </a:cubicBezTo>
                <a:cubicBezTo>
                  <a:pt x="859902" y="276175"/>
                  <a:pt x="859902" y="281603"/>
                  <a:pt x="856317" y="286127"/>
                </a:cubicBezTo>
                <a:cubicBezTo>
                  <a:pt x="860798" y="290650"/>
                  <a:pt x="863487" y="295174"/>
                  <a:pt x="863487" y="301507"/>
                </a:cubicBezTo>
                <a:cubicBezTo>
                  <a:pt x="864383" y="308744"/>
                  <a:pt x="853629" y="313268"/>
                  <a:pt x="858110" y="320505"/>
                </a:cubicBezTo>
                <a:cubicBezTo>
                  <a:pt x="860798" y="327743"/>
                  <a:pt x="854525" y="332266"/>
                  <a:pt x="853629" y="338599"/>
                </a:cubicBezTo>
                <a:cubicBezTo>
                  <a:pt x="852733" y="339504"/>
                  <a:pt x="851837" y="338599"/>
                  <a:pt x="850940" y="338599"/>
                </a:cubicBezTo>
                <a:cubicBezTo>
                  <a:pt x="847356" y="331362"/>
                  <a:pt x="854525" y="317791"/>
                  <a:pt x="842875" y="315077"/>
                </a:cubicBezTo>
                <a:cubicBezTo>
                  <a:pt x="839290" y="314172"/>
                  <a:pt x="835706" y="311458"/>
                  <a:pt x="834810" y="306935"/>
                </a:cubicBezTo>
                <a:cubicBezTo>
                  <a:pt x="834810" y="306935"/>
                  <a:pt x="834810" y="306935"/>
                  <a:pt x="833913" y="301507"/>
                </a:cubicBezTo>
                <a:cubicBezTo>
                  <a:pt x="836602" y="301507"/>
                  <a:pt x="839290" y="299697"/>
                  <a:pt x="841979" y="300602"/>
                </a:cubicBezTo>
                <a:cubicBezTo>
                  <a:pt x="843771" y="304221"/>
                  <a:pt x="841979" y="309649"/>
                  <a:pt x="846460" y="311458"/>
                </a:cubicBezTo>
                <a:cubicBezTo>
                  <a:pt x="850044" y="311458"/>
                  <a:pt x="852733" y="307839"/>
                  <a:pt x="854525" y="305125"/>
                </a:cubicBezTo>
                <a:cubicBezTo>
                  <a:pt x="856317" y="303316"/>
                  <a:pt x="856317" y="300602"/>
                  <a:pt x="855421" y="297888"/>
                </a:cubicBezTo>
                <a:cubicBezTo>
                  <a:pt x="850940" y="288841"/>
                  <a:pt x="840187" y="294269"/>
                  <a:pt x="833017" y="287936"/>
                </a:cubicBezTo>
                <a:cubicBezTo>
                  <a:pt x="831225" y="287031"/>
                  <a:pt x="829433" y="283413"/>
                  <a:pt x="826744" y="283413"/>
                </a:cubicBezTo>
                <a:cubicBezTo>
                  <a:pt x="824056" y="288841"/>
                  <a:pt x="818679" y="287031"/>
                  <a:pt x="814198" y="286127"/>
                </a:cubicBezTo>
                <a:cubicBezTo>
                  <a:pt x="810613" y="283413"/>
                  <a:pt x="808821" y="279794"/>
                  <a:pt x="809717" y="276175"/>
                </a:cubicBezTo>
                <a:cubicBezTo>
                  <a:pt x="809717" y="274366"/>
                  <a:pt x="812406" y="274366"/>
                  <a:pt x="813302" y="273461"/>
                </a:cubicBezTo>
                <a:cubicBezTo>
                  <a:pt x="815094" y="273461"/>
                  <a:pt x="816886" y="275270"/>
                  <a:pt x="816886" y="277080"/>
                </a:cubicBezTo>
                <a:cubicBezTo>
                  <a:pt x="816886" y="277984"/>
                  <a:pt x="816886" y="278889"/>
                  <a:pt x="818679" y="279794"/>
                </a:cubicBezTo>
                <a:cubicBezTo>
                  <a:pt x="820471" y="279794"/>
                  <a:pt x="821367" y="278889"/>
                  <a:pt x="822263" y="277080"/>
                </a:cubicBezTo>
                <a:cubicBezTo>
                  <a:pt x="820471" y="272556"/>
                  <a:pt x="821367" y="267128"/>
                  <a:pt x="820471" y="262604"/>
                </a:cubicBezTo>
                <a:cubicBezTo>
                  <a:pt x="822263" y="259890"/>
                  <a:pt x="823159" y="257176"/>
                  <a:pt x="824952" y="255367"/>
                </a:cubicBezTo>
                <a:close/>
                <a:moveTo>
                  <a:pt x="75622" y="249914"/>
                </a:moveTo>
                <a:cubicBezTo>
                  <a:pt x="77437" y="252606"/>
                  <a:pt x="76529" y="254401"/>
                  <a:pt x="77437" y="257990"/>
                </a:cubicBezTo>
                <a:cubicBezTo>
                  <a:pt x="76529" y="261579"/>
                  <a:pt x="71994" y="263373"/>
                  <a:pt x="70179" y="266065"/>
                </a:cubicBezTo>
                <a:cubicBezTo>
                  <a:pt x="65644" y="275038"/>
                  <a:pt x="65644" y="286702"/>
                  <a:pt x="71994" y="294778"/>
                </a:cubicBezTo>
                <a:cubicBezTo>
                  <a:pt x="74715" y="296572"/>
                  <a:pt x="76529" y="300162"/>
                  <a:pt x="80158" y="299264"/>
                </a:cubicBezTo>
                <a:cubicBezTo>
                  <a:pt x="83787" y="296572"/>
                  <a:pt x="82879" y="290292"/>
                  <a:pt x="89229" y="288497"/>
                </a:cubicBezTo>
                <a:cubicBezTo>
                  <a:pt x="91044" y="287600"/>
                  <a:pt x="94672" y="288497"/>
                  <a:pt x="97394" y="290292"/>
                </a:cubicBezTo>
                <a:cubicBezTo>
                  <a:pt x="99208" y="292983"/>
                  <a:pt x="99208" y="297470"/>
                  <a:pt x="98301" y="300162"/>
                </a:cubicBezTo>
                <a:cubicBezTo>
                  <a:pt x="95579" y="307340"/>
                  <a:pt x="89229" y="310929"/>
                  <a:pt x="82879" y="310929"/>
                </a:cubicBezTo>
                <a:cubicBezTo>
                  <a:pt x="71087" y="310929"/>
                  <a:pt x="61108" y="300162"/>
                  <a:pt x="57479" y="290292"/>
                </a:cubicBezTo>
                <a:cubicBezTo>
                  <a:pt x="54758" y="284011"/>
                  <a:pt x="56572" y="277730"/>
                  <a:pt x="57479" y="270551"/>
                </a:cubicBezTo>
                <a:cubicBezTo>
                  <a:pt x="60201" y="264271"/>
                  <a:pt x="64737" y="258887"/>
                  <a:pt x="70179" y="252606"/>
                </a:cubicBezTo>
                <a:cubicBezTo>
                  <a:pt x="71994" y="251709"/>
                  <a:pt x="73808" y="249017"/>
                  <a:pt x="75622" y="249914"/>
                </a:cubicBezTo>
                <a:close/>
                <a:moveTo>
                  <a:pt x="104676" y="244255"/>
                </a:moveTo>
                <a:cubicBezTo>
                  <a:pt x="116141" y="246023"/>
                  <a:pt x="126725" y="253095"/>
                  <a:pt x="131134" y="263704"/>
                </a:cubicBezTo>
                <a:cubicBezTo>
                  <a:pt x="135544" y="271661"/>
                  <a:pt x="138190" y="281385"/>
                  <a:pt x="136426" y="291110"/>
                </a:cubicBezTo>
                <a:cubicBezTo>
                  <a:pt x="147009" y="297298"/>
                  <a:pt x="148773" y="309675"/>
                  <a:pt x="151419" y="320284"/>
                </a:cubicBezTo>
                <a:cubicBezTo>
                  <a:pt x="151419" y="320284"/>
                  <a:pt x="151419" y="320284"/>
                  <a:pt x="150537" y="322936"/>
                </a:cubicBezTo>
                <a:cubicBezTo>
                  <a:pt x="153183" y="337965"/>
                  <a:pt x="145245" y="351225"/>
                  <a:pt x="135544" y="361834"/>
                </a:cubicBezTo>
                <a:cubicBezTo>
                  <a:pt x="126725" y="368022"/>
                  <a:pt x="116141" y="373327"/>
                  <a:pt x="104676" y="372443"/>
                </a:cubicBezTo>
                <a:cubicBezTo>
                  <a:pt x="98502" y="368022"/>
                  <a:pt x="94975" y="376863"/>
                  <a:pt x="90565" y="378631"/>
                </a:cubicBezTo>
                <a:cubicBezTo>
                  <a:pt x="78218" y="386588"/>
                  <a:pt x="60579" y="391892"/>
                  <a:pt x="47350" y="382167"/>
                </a:cubicBezTo>
                <a:cubicBezTo>
                  <a:pt x="45586" y="380399"/>
                  <a:pt x="42940" y="379515"/>
                  <a:pt x="42940" y="375979"/>
                </a:cubicBezTo>
                <a:cubicBezTo>
                  <a:pt x="42058" y="373327"/>
                  <a:pt x="45586" y="372443"/>
                  <a:pt x="47350" y="370675"/>
                </a:cubicBezTo>
                <a:cubicBezTo>
                  <a:pt x="50877" y="370675"/>
                  <a:pt x="51759" y="375095"/>
                  <a:pt x="55287" y="375979"/>
                </a:cubicBezTo>
                <a:cubicBezTo>
                  <a:pt x="64988" y="378631"/>
                  <a:pt x="76454" y="379515"/>
                  <a:pt x="84391" y="372443"/>
                </a:cubicBezTo>
                <a:cubicBezTo>
                  <a:pt x="84391" y="372443"/>
                  <a:pt x="84391" y="372443"/>
                  <a:pt x="96738" y="364486"/>
                </a:cubicBezTo>
                <a:cubicBezTo>
                  <a:pt x="111732" y="365370"/>
                  <a:pt x="128488" y="360066"/>
                  <a:pt x="137308" y="345037"/>
                </a:cubicBezTo>
                <a:lnTo>
                  <a:pt x="138183" y="337580"/>
                </a:lnTo>
                <a:lnTo>
                  <a:pt x="125980" y="354280"/>
                </a:lnTo>
                <a:cubicBezTo>
                  <a:pt x="120017" y="358190"/>
                  <a:pt x="112816" y="360424"/>
                  <a:pt x="106065" y="361318"/>
                </a:cubicBezTo>
                <a:cubicBezTo>
                  <a:pt x="106065" y="361318"/>
                  <a:pt x="106065" y="361318"/>
                  <a:pt x="94363" y="360424"/>
                </a:cubicBezTo>
                <a:cubicBezTo>
                  <a:pt x="85362" y="369361"/>
                  <a:pt x="72760" y="379192"/>
                  <a:pt x="58358" y="372936"/>
                </a:cubicBezTo>
                <a:cubicBezTo>
                  <a:pt x="57458" y="371149"/>
                  <a:pt x="55658" y="371149"/>
                  <a:pt x="54758" y="370255"/>
                </a:cubicBezTo>
                <a:cubicBezTo>
                  <a:pt x="57458" y="366680"/>
                  <a:pt x="61959" y="370255"/>
                  <a:pt x="64659" y="371149"/>
                </a:cubicBezTo>
                <a:cubicBezTo>
                  <a:pt x="73661" y="371149"/>
                  <a:pt x="83562" y="368467"/>
                  <a:pt x="88963" y="361318"/>
                </a:cubicBezTo>
                <a:cubicBezTo>
                  <a:pt x="94363" y="353274"/>
                  <a:pt x="105165" y="358637"/>
                  <a:pt x="113266" y="354168"/>
                </a:cubicBezTo>
                <a:cubicBezTo>
                  <a:pt x="122267" y="352381"/>
                  <a:pt x="130368" y="343444"/>
                  <a:pt x="133969" y="334507"/>
                </a:cubicBezTo>
                <a:cubicBezTo>
                  <a:pt x="136669" y="320207"/>
                  <a:pt x="130368" y="305014"/>
                  <a:pt x="119567" y="296077"/>
                </a:cubicBezTo>
                <a:cubicBezTo>
                  <a:pt x="119567" y="296077"/>
                  <a:pt x="119567" y="296077"/>
                  <a:pt x="123167" y="286247"/>
                </a:cubicBezTo>
                <a:cubicBezTo>
                  <a:pt x="122267" y="276416"/>
                  <a:pt x="119567" y="265692"/>
                  <a:pt x="110566" y="262117"/>
                </a:cubicBezTo>
                <a:cubicBezTo>
                  <a:pt x="108765" y="261223"/>
                  <a:pt x="106065" y="261223"/>
                  <a:pt x="106065" y="259436"/>
                </a:cubicBezTo>
                <a:cubicBezTo>
                  <a:pt x="106065" y="259436"/>
                  <a:pt x="106065" y="259436"/>
                  <a:pt x="106065" y="258542"/>
                </a:cubicBezTo>
                <a:cubicBezTo>
                  <a:pt x="115066" y="259436"/>
                  <a:pt x="121367" y="266585"/>
                  <a:pt x="124067" y="274629"/>
                </a:cubicBezTo>
                <a:cubicBezTo>
                  <a:pt x="127668" y="280884"/>
                  <a:pt x="125868" y="288034"/>
                  <a:pt x="124067" y="295184"/>
                </a:cubicBezTo>
                <a:cubicBezTo>
                  <a:pt x="130368" y="300546"/>
                  <a:pt x="134869" y="307025"/>
                  <a:pt x="137344" y="314175"/>
                </a:cubicBezTo>
                <a:lnTo>
                  <a:pt x="138399" y="335743"/>
                </a:lnTo>
                <a:lnTo>
                  <a:pt x="140836" y="314979"/>
                </a:lnTo>
                <a:cubicBezTo>
                  <a:pt x="139072" y="307023"/>
                  <a:pt x="132898" y="300834"/>
                  <a:pt x="128488" y="294646"/>
                </a:cubicBezTo>
                <a:cubicBezTo>
                  <a:pt x="128488" y="287574"/>
                  <a:pt x="130252" y="282269"/>
                  <a:pt x="128488" y="276081"/>
                </a:cubicBezTo>
                <a:cubicBezTo>
                  <a:pt x="125843" y="269008"/>
                  <a:pt x="120551" y="261052"/>
                  <a:pt x="113495" y="257516"/>
                </a:cubicBezTo>
                <a:cubicBezTo>
                  <a:pt x="112613" y="257516"/>
                  <a:pt x="102030" y="254864"/>
                  <a:pt x="102030" y="251327"/>
                </a:cubicBezTo>
                <a:cubicBezTo>
                  <a:pt x="102030" y="248675"/>
                  <a:pt x="102030" y="245139"/>
                  <a:pt x="104676" y="244255"/>
                </a:cubicBezTo>
                <a:close/>
                <a:moveTo>
                  <a:pt x="891030" y="241080"/>
                </a:moveTo>
                <a:cubicBezTo>
                  <a:pt x="893638" y="241080"/>
                  <a:pt x="896246" y="242856"/>
                  <a:pt x="897115" y="245519"/>
                </a:cubicBezTo>
                <a:cubicBezTo>
                  <a:pt x="897115" y="246407"/>
                  <a:pt x="897985" y="249071"/>
                  <a:pt x="898854" y="248183"/>
                </a:cubicBezTo>
                <a:cubicBezTo>
                  <a:pt x="901462" y="248183"/>
                  <a:pt x="903201" y="249959"/>
                  <a:pt x="902331" y="252623"/>
                </a:cubicBezTo>
                <a:cubicBezTo>
                  <a:pt x="904070" y="257062"/>
                  <a:pt x="899723" y="258838"/>
                  <a:pt x="897115" y="259726"/>
                </a:cubicBezTo>
                <a:cubicBezTo>
                  <a:pt x="895377" y="260614"/>
                  <a:pt x="892769" y="260614"/>
                  <a:pt x="890161" y="259726"/>
                </a:cubicBezTo>
                <a:cubicBezTo>
                  <a:pt x="888422" y="257950"/>
                  <a:pt x="889291" y="254399"/>
                  <a:pt x="885814" y="253511"/>
                </a:cubicBezTo>
                <a:cubicBezTo>
                  <a:pt x="880598" y="256174"/>
                  <a:pt x="878859" y="263278"/>
                  <a:pt x="878859" y="269493"/>
                </a:cubicBezTo>
                <a:cubicBezTo>
                  <a:pt x="879729" y="275709"/>
                  <a:pt x="880598" y="281924"/>
                  <a:pt x="884945" y="286364"/>
                </a:cubicBezTo>
                <a:cubicBezTo>
                  <a:pt x="884945" y="286364"/>
                  <a:pt x="884945" y="286364"/>
                  <a:pt x="882337" y="293467"/>
                </a:cubicBezTo>
                <a:cubicBezTo>
                  <a:pt x="879729" y="292579"/>
                  <a:pt x="876251" y="289027"/>
                  <a:pt x="874513" y="286364"/>
                </a:cubicBezTo>
                <a:cubicBezTo>
                  <a:pt x="869297" y="277484"/>
                  <a:pt x="867558" y="265054"/>
                  <a:pt x="871035" y="254399"/>
                </a:cubicBezTo>
                <a:cubicBezTo>
                  <a:pt x="874513" y="246407"/>
                  <a:pt x="883206" y="241080"/>
                  <a:pt x="891030" y="241080"/>
                </a:cubicBezTo>
                <a:close/>
                <a:moveTo>
                  <a:pt x="830163" y="241080"/>
                </a:moveTo>
                <a:cubicBezTo>
                  <a:pt x="834573" y="242773"/>
                  <a:pt x="838101" y="246160"/>
                  <a:pt x="838983" y="251240"/>
                </a:cubicBezTo>
                <a:cubicBezTo>
                  <a:pt x="838983" y="252087"/>
                  <a:pt x="838101" y="252933"/>
                  <a:pt x="837219" y="253780"/>
                </a:cubicBezTo>
                <a:cubicBezTo>
                  <a:pt x="831927" y="252933"/>
                  <a:pt x="826636" y="251240"/>
                  <a:pt x="823108" y="247853"/>
                </a:cubicBezTo>
                <a:cubicBezTo>
                  <a:pt x="825754" y="245313"/>
                  <a:pt x="827518" y="243620"/>
                  <a:pt x="830163" y="241080"/>
                </a:cubicBezTo>
                <a:close/>
                <a:moveTo>
                  <a:pt x="137660" y="241080"/>
                </a:moveTo>
                <a:cubicBezTo>
                  <a:pt x="141188" y="245379"/>
                  <a:pt x="142070" y="249679"/>
                  <a:pt x="142070" y="253978"/>
                </a:cubicBezTo>
                <a:cubicBezTo>
                  <a:pt x="141188" y="257417"/>
                  <a:pt x="140306" y="260857"/>
                  <a:pt x="137660" y="261717"/>
                </a:cubicBezTo>
                <a:cubicBezTo>
                  <a:pt x="134133" y="258277"/>
                  <a:pt x="142070" y="255698"/>
                  <a:pt x="138542" y="251398"/>
                </a:cubicBezTo>
                <a:cubicBezTo>
                  <a:pt x="140306" y="247959"/>
                  <a:pt x="136779" y="245379"/>
                  <a:pt x="135897" y="242800"/>
                </a:cubicBezTo>
                <a:cubicBezTo>
                  <a:pt x="135015" y="241080"/>
                  <a:pt x="136779" y="241080"/>
                  <a:pt x="137660" y="241080"/>
                </a:cubicBezTo>
                <a:close/>
                <a:moveTo>
                  <a:pt x="200524" y="239665"/>
                </a:moveTo>
                <a:cubicBezTo>
                  <a:pt x="201540" y="238773"/>
                  <a:pt x="202444" y="238549"/>
                  <a:pt x="203348" y="240782"/>
                </a:cubicBezTo>
                <a:cubicBezTo>
                  <a:pt x="204251" y="247032"/>
                  <a:pt x="200637" y="251497"/>
                  <a:pt x="198829" y="257748"/>
                </a:cubicBezTo>
                <a:cubicBezTo>
                  <a:pt x="199733" y="259534"/>
                  <a:pt x="201540" y="260427"/>
                  <a:pt x="202444" y="261320"/>
                </a:cubicBezTo>
                <a:cubicBezTo>
                  <a:pt x="204251" y="261320"/>
                  <a:pt x="206058" y="261320"/>
                  <a:pt x="206962" y="259534"/>
                </a:cubicBezTo>
                <a:cubicBezTo>
                  <a:pt x="206058" y="257748"/>
                  <a:pt x="206058" y="256855"/>
                  <a:pt x="206962" y="255069"/>
                </a:cubicBezTo>
                <a:cubicBezTo>
                  <a:pt x="208769" y="254176"/>
                  <a:pt x="210577" y="254176"/>
                  <a:pt x="211480" y="255069"/>
                </a:cubicBezTo>
                <a:cubicBezTo>
                  <a:pt x="213288" y="256855"/>
                  <a:pt x="215095" y="260427"/>
                  <a:pt x="213288" y="263106"/>
                </a:cubicBezTo>
                <a:cubicBezTo>
                  <a:pt x="211480" y="265785"/>
                  <a:pt x="208769" y="268464"/>
                  <a:pt x="206058" y="269357"/>
                </a:cubicBezTo>
                <a:cubicBezTo>
                  <a:pt x="200637" y="270250"/>
                  <a:pt x="197022" y="267571"/>
                  <a:pt x="192504" y="265785"/>
                </a:cubicBezTo>
                <a:cubicBezTo>
                  <a:pt x="187986" y="264892"/>
                  <a:pt x="184371" y="267571"/>
                  <a:pt x="179853" y="268464"/>
                </a:cubicBezTo>
                <a:cubicBezTo>
                  <a:pt x="174431" y="271143"/>
                  <a:pt x="167202" y="277393"/>
                  <a:pt x="166298" y="283644"/>
                </a:cubicBezTo>
                <a:cubicBezTo>
                  <a:pt x="166298" y="287216"/>
                  <a:pt x="169009" y="290788"/>
                  <a:pt x="171720" y="291681"/>
                </a:cubicBezTo>
                <a:cubicBezTo>
                  <a:pt x="173527" y="292574"/>
                  <a:pt x="176238" y="291681"/>
                  <a:pt x="178045" y="290788"/>
                </a:cubicBezTo>
                <a:cubicBezTo>
                  <a:pt x="179853" y="288109"/>
                  <a:pt x="176238" y="284537"/>
                  <a:pt x="178949" y="281858"/>
                </a:cubicBezTo>
                <a:cubicBezTo>
                  <a:pt x="180756" y="279179"/>
                  <a:pt x="184371" y="280072"/>
                  <a:pt x="187082" y="280965"/>
                </a:cubicBezTo>
                <a:cubicBezTo>
                  <a:pt x="189793" y="281858"/>
                  <a:pt x="189793" y="284537"/>
                  <a:pt x="190696" y="286323"/>
                </a:cubicBezTo>
                <a:cubicBezTo>
                  <a:pt x="189793" y="290788"/>
                  <a:pt x="187986" y="295253"/>
                  <a:pt x="183467" y="297932"/>
                </a:cubicBezTo>
                <a:cubicBezTo>
                  <a:pt x="180756" y="298825"/>
                  <a:pt x="177142" y="300611"/>
                  <a:pt x="174431" y="300611"/>
                </a:cubicBezTo>
                <a:cubicBezTo>
                  <a:pt x="167202" y="306861"/>
                  <a:pt x="171720" y="317577"/>
                  <a:pt x="165394" y="322042"/>
                </a:cubicBezTo>
                <a:cubicBezTo>
                  <a:pt x="166298" y="314005"/>
                  <a:pt x="156358" y="304182"/>
                  <a:pt x="166298" y="298825"/>
                </a:cubicBezTo>
                <a:cubicBezTo>
                  <a:pt x="167202" y="297039"/>
                  <a:pt x="163587" y="297039"/>
                  <a:pt x="163587" y="295253"/>
                </a:cubicBezTo>
                <a:cubicBezTo>
                  <a:pt x="159973" y="290788"/>
                  <a:pt x="158165" y="284537"/>
                  <a:pt x="159973" y="279179"/>
                </a:cubicBezTo>
                <a:cubicBezTo>
                  <a:pt x="160876" y="273822"/>
                  <a:pt x="168105" y="271143"/>
                  <a:pt x="168105" y="265785"/>
                </a:cubicBezTo>
                <a:cubicBezTo>
                  <a:pt x="164491" y="263106"/>
                  <a:pt x="164491" y="258641"/>
                  <a:pt x="164491" y="255069"/>
                </a:cubicBezTo>
                <a:cubicBezTo>
                  <a:pt x="164491" y="250604"/>
                  <a:pt x="167202" y="247032"/>
                  <a:pt x="171720" y="246140"/>
                </a:cubicBezTo>
                <a:cubicBezTo>
                  <a:pt x="175335" y="245247"/>
                  <a:pt x="177142" y="247032"/>
                  <a:pt x="178949" y="249711"/>
                </a:cubicBezTo>
                <a:cubicBezTo>
                  <a:pt x="178949" y="251497"/>
                  <a:pt x="178045" y="253283"/>
                  <a:pt x="175335" y="254176"/>
                </a:cubicBezTo>
                <a:cubicBezTo>
                  <a:pt x="174431" y="253283"/>
                  <a:pt x="172624" y="254176"/>
                  <a:pt x="172624" y="255962"/>
                </a:cubicBezTo>
                <a:cubicBezTo>
                  <a:pt x="171720" y="259534"/>
                  <a:pt x="177142" y="260427"/>
                  <a:pt x="178949" y="261320"/>
                </a:cubicBezTo>
                <a:cubicBezTo>
                  <a:pt x="184371" y="263106"/>
                  <a:pt x="187986" y="258641"/>
                  <a:pt x="190696" y="255962"/>
                </a:cubicBezTo>
                <a:cubicBezTo>
                  <a:pt x="195215" y="252390"/>
                  <a:pt x="196118" y="247925"/>
                  <a:pt x="197022" y="242568"/>
                </a:cubicBezTo>
                <a:cubicBezTo>
                  <a:pt x="198378" y="242121"/>
                  <a:pt x="199507" y="240558"/>
                  <a:pt x="200524" y="239665"/>
                </a:cubicBezTo>
                <a:close/>
                <a:moveTo>
                  <a:pt x="196419" y="229471"/>
                </a:moveTo>
                <a:cubicBezTo>
                  <a:pt x="196419" y="229471"/>
                  <a:pt x="196419" y="229471"/>
                  <a:pt x="199221" y="233935"/>
                </a:cubicBezTo>
                <a:cubicBezTo>
                  <a:pt x="198287" y="239293"/>
                  <a:pt x="191750" y="240186"/>
                  <a:pt x="187081" y="241079"/>
                </a:cubicBezTo>
                <a:cubicBezTo>
                  <a:pt x="183346" y="239293"/>
                  <a:pt x="187081" y="236614"/>
                  <a:pt x="186147" y="233935"/>
                </a:cubicBezTo>
                <a:cubicBezTo>
                  <a:pt x="188949" y="232149"/>
                  <a:pt x="191750" y="226792"/>
                  <a:pt x="196419" y="229471"/>
                </a:cubicBezTo>
                <a:close/>
                <a:moveTo>
                  <a:pt x="774812" y="225205"/>
                </a:moveTo>
                <a:cubicBezTo>
                  <a:pt x="779391" y="229534"/>
                  <a:pt x="787634" y="226937"/>
                  <a:pt x="794044" y="226071"/>
                </a:cubicBezTo>
                <a:cubicBezTo>
                  <a:pt x="794044" y="228669"/>
                  <a:pt x="791297" y="231266"/>
                  <a:pt x="791297" y="233864"/>
                </a:cubicBezTo>
                <a:cubicBezTo>
                  <a:pt x="790381" y="238194"/>
                  <a:pt x="797708" y="242523"/>
                  <a:pt x="792213" y="244255"/>
                </a:cubicBezTo>
                <a:cubicBezTo>
                  <a:pt x="786718" y="244255"/>
                  <a:pt x="782138" y="242523"/>
                  <a:pt x="778475" y="239925"/>
                </a:cubicBezTo>
                <a:cubicBezTo>
                  <a:pt x="776643" y="235596"/>
                  <a:pt x="773896" y="231266"/>
                  <a:pt x="773896" y="226071"/>
                </a:cubicBezTo>
                <a:cubicBezTo>
                  <a:pt x="773896" y="226071"/>
                  <a:pt x="773896" y="226071"/>
                  <a:pt x="774812" y="225205"/>
                </a:cubicBezTo>
                <a:close/>
                <a:moveTo>
                  <a:pt x="130515" y="223617"/>
                </a:moveTo>
                <a:cubicBezTo>
                  <a:pt x="136053" y="223617"/>
                  <a:pt x="141591" y="225393"/>
                  <a:pt x="146205" y="228056"/>
                </a:cubicBezTo>
                <a:cubicBezTo>
                  <a:pt x="155435" y="236048"/>
                  <a:pt x="156358" y="247591"/>
                  <a:pt x="153589" y="258246"/>
                </a:cubicBezTo>
                <a:cubicBezTo>
                  <a:pt x="150820" y="265349"/>
                  <a:pt x="148974" y="273340"/>
                  <a:pt x="141591" y="276004"/>
                </a:cubicBezTo>
                <a:cubicBezTo>
                  <a:pt x="139745" y="273340"/>
                  <a:pt x="138822" y="270676"/>
                  <a:pt x="138822" y="267125"/>
                </a:cubicBezTo>
                <a:cubicBezTo>
                  <a:pt x="145282" y="263573"/>
                  <a:pt x="144360" y="255582"/>
                  <a:pt x="145282" y="249366"/>
                </a:cubicBezTo>
                <a:cubicBezTo>
                  <a:pt x="145282" y="244039"/>
                  <a:pt x="141591" y="238711"/>
                  <a:pt x="136053" y="234272"/>
                </a:cubicBezTo>
                <a:cubicBezTo>
                  <a:pt x="135130" y="234272"/>
                  <a:pt x="133284" y="234272"/>
                  <a:pt x="132361" y="235160"/>
                </a:cubicBezTo>
                <a:cubicBezTo>
                  <a:pt x="131438" y="237824"/>
                  <a:pt x="130515" y="240487"/>
                  <a:pt x="127746" y="242263"/>
                </a:cubicBezTo>
                <a:cubicBezTo>
                  <a:pt x="124978" y="242263"/>
                  <a:pt x="121286" y="243151"/>
                  <a:pt x="119440" y="240487"/>
                </a:cubicBezTo>
                <a:cubicBezTo>
                  <a:pt x="116671" y="237824"/>
                  <a:pt x="116671" y="234272"/>
                  <a:pt x="118517" y="230720"/>
                </a:cubicBezTo>
                <a:cubicBezTo>
                  <a:pt x="120363" y="226281"/>
                  <a:pt x="125900" y="224505"/>
                  <a:pt x="130515" y="223617"/>
                </a:cubicBezTo>
                <a:close/>
                <a:moveTo>
                  <a:pt x="863040" y="215680"/>
                </a:moveTo>
                <a:cubicBezTo>
                  <a:pt x="866459" y="215680"/>
                  <a:pt x="869878" y="220442"/>
                  <a:pt x="870733" y="224252"/>
                </a:cubicBezTo>
                <a:cubicBezTo>
                  <a:pt x="870733" y="227109"/>
                  <a:pt x="866459" y="229014"/>
                  <a:pt x="863895" y="229967"/>
                </a:cubicBezTo>
                <a:cubicBezTo>
                  <a:pt x="863040" y="226157"/>
                  <a:pt x="862185" y="221395"/>
                  <a:pt x="859621" y="218537"/>
                </a:cubicBezTo>
                <a:cubicBezTo>
                  <a:pt x="859621" y="217585"/>
                  <a:pt x="861330" y="216632"/>
                  <a:pt x="863040" y="215680"/>
                </a:cubicBezTo>
                <a:close/>
                <a:moveTo>
                  <a:pt x="828203" y="215680"/>
                </a:moveTo>
                <a:cubicBezTo>
                  <a:pt x="828203" y="215680"/>
                  <a:pt x="828203" y="215680"/>
                  <a:pt x="829975" y="215680"/>
                </a:cubicBezTo>
                <a:cubicBezTo>
                  <a:pt x="832633" y="221760"/>
                  <a:pt x="831747" y="231315"/>
                  <a:pt x="828203" y="236527"/>
                </a:cubicBezTo>
                <a:cubicBezTo>
                  <a:pt x="821114" y="246082"/>
                  <a:pt x="808710" y="249556"/>
                  <a:pt x="805165" y="260848"/>
                </a:cubicBezTo>
                <a:cubicBezTo>
                  <a:pt x="804279" y="261717"/>
                  <a:pt x="802507" y="260848"/>
                  <a:pt x="800735" y="260848"/>
                </a:cubicBezTo>
                <a:cubicBezTo>
                  <a:pt x="794533" y="256505"/>
                  <a:pt x="798077" y="247819"/>
                  <a:pt x="798963" y="242607"/>
                </a:cubicBezTo>
                <a:cubicBezTo>
                  <a:pt x="796305" y="238264"/>
                  <a:pt x="796305" y="233921"/>
                  <a:pt x="797191" y="229578"/>
                </a:cubicBezTo>
                <a:cubicBezTo>
                  <a:pt x="798077" y="227841"/>
                  <a:pt x="800735" y="226103"/>
                  <a:pt x="802507" y="225235"/>
                </a:cubicBezTo>
                <a:cubicBezTo>
                  <a:pt x="806051" y="225235"/>
                  <a:pt x="809596" y="225235"/>
                  <a:pt x="811368" y="228709"/>
                </a:cubicBezTo>
                <a:cubicBezTo>
                  <a:pt x="813140" y="231315"/>
                  <a:pt x="814026" y="233921"/>
                  <a:pt x="811368" y="236527"/>
                </a:cubicBezTo>
                <a:cubicBezTo>
                  <a:pt x="810482" y="237395"/>
                  <a:pt x="808710" y="236527"/>
                  <a:pt x="806938" y="236527"/>
                </a:cubicBezTo>
                <a:cubicBezTo>
                  <a:pt x="806051" y="236527"/>
                  <a:pt x="805165" y="233921"/>
                  <a:pt x="804279" y="234790"/>
                </a:cubicBezTo>
                <a:cubicBezTo>
                  <a:pt x="802507" y="236527"/>
                  <a:pt x="803393" y="237395"/>
                  <a:pt x="804279" y="238264"/>
                </a:cubicBezTo>
                <a:cubicBezTo>
                  <a:pt x="806051" y="240870"/>
                  <a:pt x="810482" y="240870"/>
                  <a:pt x="813140" y="240001"/>
                </a:cubicBezTo>
                <a:cubicBezTo>
                  <a:pt x="818456" y="237395"/>
                  <a:pt x="816684" y="232184"/>
                  <a:pt x="816684" y="227841"/>
                </a:cubicBezTo>
                <a:cubicBezTo>
                  <a:pt x="814912" y="226972"/>
                  <a:pt x="814912" y="226103"/>
                  <a:pt x="814912" y="224366"/>
                </a:cubicBezTo>
                <a:cubicBezTo>
                  <a:pt x="819342" y="221760"/>
                  <a:pt x="825545" y="220892"/>
                  <a:pt x="828203" y="215680"/>
                </a:cubicBezTo>
                <a:close/>
                <a:moveTo>
                  <a:pt x="834407" y="214093"/>
                </a:moveTo>
                <a:cubicBezTo>
                  <a:pt x="834407" y="214093"/>
                  <a:pt x="834407" y="214093"/>
                  <a:pt x="842391" y="217682"/>
                </a:cubicBezTo>
                <a:cubicBezTo>
                  <a:pt x="843278" y="220374"/>
                  <a:pt x="840617" y="219477"/>
                  <a:pt x="838843" y="220374"/>
                </a:cubicBezTo>
                <a:cubicBezTo>
                  <a:pt x="837956" y="224860"/>
                  <a:pt x="837956" y="230244"/>
                  <a:pt x="840617" y="233833"/>
                </a:cubicBezTo>
                <a:cubicBezTo>
                  <a:pt x="843278" y="236525"/>
                  <a:pt x="847714" y="234730"/>
                  <a:pt x="849488" y="237422"/>
                </a:cubicBezTo>
                <a:cubicBezTo>
                  <a:pt x="850375" y="237422"/>
                  <a:pt x="851262" y="236525"/>
                  <a:pt x="851262" y="236525"/>
                </a:cubicBezTo>
                <a:cubicBezTo>
                  <a:pt x="849488" y="234730"/>
                  <a:pt x="853924" y="231141"/>
                  <a:pt x="849488" y="231141"/>
                </a:cubicBezTo>
                <a:cubicBezTo>
                  <a:pt x="847714" y="232936"/>
                  <a:pt x="845053" y="232039"/>
                  <a:pt x="843278" y="231141"/>
                </a:cubicBezTo>
                <a:cubicBezTo>
                  <a:pt x="842391" y="229347"/>
                  <a:pt x="841504" y="225758"/>
                  <a:pt x="843278" y="223963"/>
                </a:cubicBezTo>
                <a:cubicBezTo>
                  <a:pt x="845053" y="221271"/>
                  <a:pt x="848601" y="218579"/>
                  <a:pt x="852149" y="220374"/>
                </a:cubicBezTo>
                <a:cubicBezTo>
                  <a:pt x="855698" y="221271"/>
                  <a:pt x="858359" y="223963"/>
                  <a:pt x="859246" y="226655"/>
                </a:cubicBezTo>
                <a:cubicBezTo>
                  <a:pt x="860134" y="231141"/>
                  <a:pt x="854811" y="234730"/>
                  <a:pt x="858359" y="238320"/>
                </a:cubicBezTo>
                <a:cubicBezTo>
                  <a:pt x="861908" y="240114"/>
                  <a:pt x="861021" y="242806"/>
                  <a:pt x="862795" y="246395"/>
                </a:cubicBezTo>
                <a:cubicBezTo>
                  <a:pt x="862795" y="249984"/>
                  <a:pt x="860134" y="251779"/>
                  <a:pt x="859246" y="254471"/>
                </a:cubicBezTo>
                <a:cubicBezTo>
                  <a:pt x="856585" y="255368"/>
                  <a:pt x="856585" y="251779"/>
                  <a:pt x="853924" y="250881"/>
                </a:cubicBezTo>
                <a:cubicBezTo>
                  <a:pt x="845940" y="247292"/>
                  <a:pt x="837956" y="243703"/>
                  <a:pt x="832633" y="236525"/>
                </a:cubicBezTo>
                <a:cubicBezTo>
                  <a:pt x="837068" y="229347"/>
                  <a:pt x="834407" y="221271"/>
                  <a:pt x="834407" y="214093"/>
                </a:cubicBezTo>
                <a:close/>
                <a:moveTo>
                  <a:pt x="878353" y="211356"/>
                </a:moveTo>
                <a:cubicBezTo>
                  <a:pt x="882401" y="212341"/>
                  <a:pt x="886449" y="214750"/>
                  <a:pt x="889147" y="217377"/>
                </a:cubicBezTo>
                <a:cubicBezTo>
                  <a:pt x="891846" y="220881"/>
                  <a:pt x="894545" y="225260"/>
                  <a:pt x="891846" y="229639"/>
                </a:cubicBezTo>
                <a:cubicBezTo>
                  <a:pt x="890947" y="230515"/>
                  <a:pt x="890047" y="233143"/>
                  <a:pt x="888248" y="232267"/>
                </a:cubicBezTo>
                <a:cubicBezTo>
                  <a:pt x="885549" y="230515"/>
                  <a:pt x="882851" y="230515"/>
                  <a:pt x="881951" y="227888"/>
                </a:cubicBezTo>
                <a:cubicBezTo>
                  <a:pt x="881951" y="226136"/>
                  <a:pt x="881951" y="226136"/>
                  <a:pt x="881951" y="225260"/>
                </a:cubicBezTo>
                <a:cubicBezTo>
                  <a:pt x="883750" y="224384"/>
                  <a:pt x="884650" y="223508"/>
                  <a:pt x="884650" y="221757"/>
                </a:cubicBezTo>
                <a:cubicBezTo>
                  <a:pt x="881051" y="215626"/>
                  <a:pt x="872056" y="219129"/>
                  <a:pt x="867558" y="213874"/>
                </a:cubicBezTo>
                <a:cubicBezTo>
                  <a:pt x="870257" y="210808"/>
                  <a:pt x="874305" y="210370"/>
                  <a:pt x="878353" y="211356"/>
                </a:cubicBezTo>
                <a:close/>
                <a:moveTo>
                  <a:pt x="227796" y="211050"/>
                </a:moveTo>
                <a:cubicBezTo>
                  <a:pt x="229516" y="209330"/>
                  <a:pt x="230376" y="212769"/>
                  <a:pt x="232095" y="212769"/>
                </a:cubicBezTo>
                <a:cubicBezTo>
                  <a:pt x="232095" y="212769"/>
                  <a:pt x="232095" y="212769"/>
                  <a:pt x="237255" y="212769"/>
                </a:cubicBezTo>
                <a:cubicBezTo>
                  <a:pt x="241554" y="210190"/>
                  <a:pt x="244134" y="212769"/>
                  <a:pt x="246713" y="215349"/>
                </a:cubicBezTo>
                <a:cubicBezTo>
                  <a:pt x="248433" y="219648"/>
                  <a:pt x="244993" y="222228"/>
                  <a:pt x="243274" y="225667"/>
                </a:cubicBezTo>
                <a:cubicBezTo>
                  <a:pt x="239834" y="228247"/>
                  <a:pt x="233815" y="229967"/>
                  <a:pt x="229516" y="229107"/>
                </a:cubicBezTo>
                <a:cubicBezTo>
                  <a:pt x="230376" y="223088"/>
                  <a:pt x="229516" y="216209"/>
                  <a:pt x="227796" y="211050"/>
                </a:cubicBezTo>
                <a:close/>
                <a:moveTo>
                  <a:pt x="178341" y="206694"/>
                </a:moveTo>
                <a:cubicBezTo>
                  <a:pt x="180932" y="206582"/>
                  <a:pt x="183409" y="207253"/>
                  <a:pt x="184761" y="209940"/>
                </a:cubicBezTo>
                <a:cubicBezTo>
                  <a:pt x="186563" y="213522"/>
                  <a:pt x="184761" y="217104"/>
                  <a:pt x="181157" y="218000"/>
                </a:cubicBezTo>
                <a:cubicBezTo>
                  <a:pt x="178454" y="219791"/>
                  <a:pt x="176652" y="213522"/>
                  <a:pt x="173949" y="217104"/>
                </a:cubicBezTo>
                <a:cubicBezTo>
                  <a:pt x="173949" y="219791"/>
                  <a:pt x="176652" y="221582"/>
                  <a:pt x="179355" y="221582"/>
                </a:cubicBezTo>
                <a:cubicBezTo>
                  <a:pt x="182959" y="223373"/>
                  <a:pt x="185662" y="219791"/>
                  <a:pt x="188365" y="217104"/>
                </a:cubicBezTo>
                <a:cubicBezTo>
                  <a:pt x="188365" y="217104"/>
                  <a:pt x="188365" y="217104"/>
                  <a:pt x="189266" y="210835"/>
                </a:cubicBezTo>
                <a:cubicBezTo>
                  <a:pt x="191068" y="215313"/>
                  <a:pt x="191068" y="219791"/>
                  <a:pt x="192870" y="224268"/>
                </a:cubicBezTo>
                <a:cubicBezTo>
                  <a:pt x="186563" y="229641"/>
                  <a:pt x="177553" y="232328"/>
                  <a:pt x="170345" y="235014"/>
                </a:cubicBezTo>
                <a:cubicBezTo>
                  <a:pt x="167642" y="235910"/>
                  <a:pt x="166741" y="239492"/>
                  <a:pt x="164038" y="239492"/>
                </a:cubicBezTo>
                <a:cubicBezTo>
                  <a:pt x="161335" y="236805"/>
                  <a:pt x="159533" y="232328"/>
                  <a:pt x="160434" y="227850"/>
                </a:cubicBezTo>
                <a:cubicBezTo>
                  <a:pt x="162236" y="225164"/>
                  <a:pt x="163137" y="220686"/>
                  <a:pt x="166741" y="218895"/>
                </a:cubicBezTo>
                <a:cubicBezTo>
                  <a:pt x="165840" y="214418"/>
                  <a:pt x="167642" y="210835"/>
                  <a:pt x="171246" y="208149"/>
                </a:cubicBezTo>
                <a:cubicBezTo>
                  <a:pt x="173048" y="207701"/>
                  <a:pt x="175751" y="206806"/>
                  <a:pt x="178341" y="206694"/>
                </a:cubicBezTo>
                <a:close/>
                <a:moveTo>
                  <a:pt x="188638" y="202980"/>
                </a:moveTo>
                <a:cubicBezTo>
                  <a:pt x="189696" y="203887"/>
                  <a:pt x="189696" y="207516"/>
                  <a:pt x="188638" y="209330"/>
                </a:cubicBezTo>
                <a:cubicBezTo>
                  <a:pt x="187579" y="208423"/>
                  <a:pt x="186521" y="205701"/>
                  <a:pt x="187579" y="203887"/>
                </a:cubicBezTo>
                <a:cubicBezTo>
                  <a:pt x="187579" y="203887"/>
                  <a:pt x="187579" y="203887"/>
                  <a:pt x="188638" y="202980"/>
                </a:cubicBezTo>
                <a:close/>
                <a:moveTo>
                  <a:pt x="194581" y="201392"/>
                </a:moveTo>
                <a:cubicBezTo>
                  <a:pt x="196290" y="201392"/>
                  <a:pt x="196290" y="204113"/>
                  <a:pt x="197145" y="204113"/>
                </a:cubicBezTo>
                <a:cubicBezTo>
                  <a:pt x="200564" y="212278"/>
                  <a:pt x="215096" y="205928"/>
                  <a:pt x="209967" y="216813"/>
                </a:cubicBezTo>
                <a:cubicBezTo>
                  <a:pt x="209967" y="220442"/>
                  <a:pt x="212531" y="222256"/>
                  <a:pt x="214241" y="224070"/>
                </a:cubicBezTo>
                <a:cubicBezTo>
                  <a:pt x="217660" y="224978"/>
                  <a:pt x="220224" y="224070"/>
                  <a:pt x="221934" y="221349"/>
                </a:cubicBezTo>
                <a:cubicBezTo>
                  <a:pt x="220224" y="218628"/>
                  <a:pt x="215950" y="222256"/>
                  <a:pt x="215096" y="218628"/>
                </a:cubicBezTo>
                <a:cubicBezTo>
                  <a:pt x="214241" y="215906"/>
                  <a:pt x="215096" y="213185"/>
                  <a:pt x="216805" y="212278"/>
                </a:cubicBezTo>
                <a:cubicBezTo>
                  <a:pt x="220224" y="211370"/>
                  <a:pt x="223644" y="214092"/>
                  <a:pt x="224498" y="216813"/>
                </a:cubicBezTo>
                <a:cubicBezTo>
                  <a:pt x="226208" y="221349"/>
                  <a:pt x="225353" y="226792"/>
                  <a:pt x="223644" y="230420"/>
                </a:cubicBezTo>
                <a:cubicBezTo>
                  <a:pt x="225353" y="234049"/>
                  <a:pt x="224498" y="239492"/>
                  <a:pt x="222789" y="243120"/>
                </a:cubicBezTo>
                <a:cubicBezTo>
                  <a:pt x="221934" y="245842"/>
                  <a:pt x="219370" y="245842"/>
                  <a:pt x="217660" y="244028"/>
                </a:cubicBezTo>
                <a:cubicBezTo>
                  <a:pt x="214241" y="239492"/>
                  <a:pt x="208257" y="237678"/>
                  <a:pt x="205693" y="232235"/>
                </a:cubicBezTo>
                <a:cubicBezTo>
                  <a:pt x="202274" y="231328"/>
                  <a:pt x="199709" y="227699"/>
                  <a:pt x="198000" y="224978"/>
                </a:cubicBezTo>
                <a:cubicBezTo>
                  <a:pt x="195435" y="220442"/>
                  <a:pt x="195435" y="215906"/>
                  <a:pt x="193726" y="211370"/>
                </a:cubicBezTo>
                <a:cubicBezTo>
                  <a:pt x="195435" y="207742"/>
                  <a:pt x="192871" y="204113"/>
                  <a:pt x="194581" y="201392"/>
                </a:cubicBezTo>
                <a:close/>
                <a:moveTo>
                  <a:pt x="161219" y="199805"/>
                </a:moveTo>
                <a:cubicBezTo>
                  <a:pt x="161219" y="199805"/>
                  <a:pt x="161219" y="199805"/>
                  <a:pt x="167470" y="203615"/>
                </a:cubicBezTo>
                <a:cubicBezTo>
                  <a:pt x="167470" y="207425"/>
                  <a:pt x="163898" y="209330"/>
                  <a:pt x="163005" y="213139"/>
                </a:cubicBezTo>
                <a:cubicBezTo>
                  <a:pt x="159433" y="214092"/>
                  <a:pt x="157648" y="209330"/>
                  <a:pt x="153183" y="210282"/>
                </a:cubicBezTo>
                <a:lnTo>
                  <a:pt x="153183" y="208377"/>
                </a:lnTo>
                <a:cubicBezTo>
                  <a:pt x="155862" y="205520"/>
                  <a:pt x="157648" y="199805"/>
                  <a:pt x="161219" y="199805"/>
                </a:cubicBezTo>
                <a:close/>
                <a:moveTo>
                  <a:pt x="145069" y="195219"/>
                </a:moveTo>
                <a:cubicBezTo>
                  <a:pt x="148832" y="194337"/>
                  <a:pt x="154476" y="193455"/>
                  <a:pt x="156358" y="196983"/>
                </a:cubicBezTo>
                <a:cubicBezTo>
                  <a:pt x="156358" y="196983"/>
                  <a:pt x="156358" y="196983"/>
                  <a:pt x="155417" y="198746"/>
                </a:cubicBezTo>
                <a:cubicBezTo>
                  <a:pt x="150713" y="202274"/>
                  <a:pt x="139425" y="201392"/>
                  <a:pt x="142247" y="209330"/>
                </a:cubicBezTo>
                <a:cubicBezTo>
                  <a:pt x="145069" y="211093"/>
                  <a:pt x="143188" y="212857"/>
                  <a:pt x="142247" y="214621"/>
                </a:cubicBezTo>
                <a:cubicBezTo>
                  <a:pt x="140365" y="217267"/>
                  <a:pt x="137543" y="216385"/>
                  <a:pt x="134721" y="217267"/>
                </a:cubicBezTo>
                <a:cubicBezTo>
                  <a:pt x="131899" y="215503"/>
                  <a:pt x="130958" y="212857"/>
                  <a:pt x="130958" y="210211"/>
                </a:cubicBezTo>
                <a:cubicBezTo>
                  <a:pt x="130958" y="201392"/>
                  <a:pt x="139425" y="197865"/>
                  <a:pt x="145069" y="195219"/>
                </a:cubicBezTo>
                <a:close/>
                <a:moveTo>
                  <a:pt x="817224" y="195187"/>
                </a:moveTo>
                <a:cubicBezTo>
                  <a:pt x="817224" y="195187"/>
                  <a:pt x="817224" y="195187"/>
                  <a:pt x="820773" y="203846"/>
                </a:cubicBezTo>
                <a:cubicBezTo>
                  <a:pt x="820773" y="206444"/>
                  <a:pt x="817224" y="208175"/>
                  <a:pt x="814563" y="209041"/>
                </a:cubicBezTo>
                <a:cubicBezTo>
                  <a:pt x="812789" y="209907"/>
                  <a:pt x="811015" y="209041"/>
                  <a:pt x="810128" y="207309"/>
                </a:cubicBezTo>
                <a:cubicBezTo>
                  <a:pt x="810128" y="203846"/>
                  <a:pt x="815450" y="204712"/>
                  <a:pt x="813676" y="202114"/>
                </a:cubicBezTo>
                <a:cubicBezTo>
                  <a:pt x="811902" y="202114"/>
                  <a:pt x="809240" y="201248"/>
                  <a:pt x="808353" y="202114"/>
                </a:cubicBezTo>
                <a:cubicBezTo>
                  <a:pt x="805692" y="204712"/>
                  <a:pt x="806579" y="208175"/>
                  <a:pt x="807466" y="209907"/>
                </a:cubicBezTo>
                <a:cubicBezTo>
                  <a:pt x="809240" y="211639"/>
                  <a:pt x="811015" y="213371"/>
                  <a:pt x="814563" y="213371"/>
                </a:cubicBezTo>
                <a:cubicBezTo>
                  <a:pt x="818999" y="213371"/>
                  <a:pt x="823434" y="209041"/>
                  <a:pt x="825209" y="205578"/>
                </a:cubicBezTo>
                <a:cubicBezTo>
                  <a:pt x="826983" y="205578"/>
                  <a:pt x="827870" y="207309"/>
                  <a:pt x="826983" y="208175"/>
                </a:cubicBezTo>
                <a:cubicBezTo>
                  <a:pt x="825209" y="214237"/>
                  <a:pt x="819886" y="218566"/>
                  <a:pt x="813676" y="220298"/>
                </a:cubicBezTo>
                <a:cubicBezTo>
                  <a:pt x="808353" y="220298"/>
                  <a:pt x="802143" y="222030"/>
                  <a:pt x="797708" y="219432"/>
                </a:cubicBezTo>
                <a:cubicBezTo>
                  <a:pt x="799482" y="212505"/>
                  <a:pt x="797708" y="203846"/>
                  <a:pt x="803031" y="197784"/>
                </a:cubicBezTo>
                <a:cubicBezTo>
                  <a:pt x="806579" y="195187"/>
                  <a:pt x="812789" y="193455"/>
                  <a:pt x="817224" y="195187"/>
                </a:cubicBezTo>
                <a:close/>
                <a:moveTo>
                  <a:pt x="852590" y="190280"/>
                </a:moveTo>
                <a:cubicBezTo>
                  <a:pt x="856964" y="190280"/>
                  <a:pt x="860463" y="192941"/>
                  <a:pt x="862212" y="196490"/>
                </a:cubicBezTo>
                <a:cubicBezTo>
                  <a:pt x="867461" y="193828"/>
                  <a:pt x="870960" y="198264"/>
                  <a:pt x="874459" y="201812"/>
                </a:cubicBezTo>
                <a:cubicBezTo>
                  <a:pt x="875333" y="202700"/>
                  <a:pt x="877083" y="204474"/>
                  <a:pt x="876208" y="206248"/>
                </a:cubicBezTo>
                <a:cubicBezTo>
                  <a:pt x="863962" y="210684"/>
                  <a:pt x="848217" y="220442"/>
                  <a:pt x="835970" y="210684"/>
                </a:cubicBezTo>
                <a:cubicBezTo>
                  <a:pt x="835096" y="208909"/>
                  <a:pt x="834221" y="208909"/>
                  <a:pt x="834221" y="207135"/>
                </a:cubicBezTo>
                <a:cubicBezTo>
                  <a:pt x="834221" y="207135"/>
                  <a:pt x="834221" y="207135"/>
                  <a:pt x="842968" y="203587"/>
                </a:cubicBezTo>
                <a:cubicBezTo>
                  <a:pt x="844718" y="207135"/>
                  <a:pt x="849091" y="208022"/>
                  <a:pt x="853465" y="207135"/>
                </a:cubicBezTo>
                <a:cubicBezTo>
                  <a:pt x="855215" y="206248"/>
                  <a:pt x="857839" y="203587"/>
                  <a:pt x="856964" y="200038"/>
                </a:cubicBezTo>
                <a:cubicBezTo>
                  <a:pt x="854340" y="198264"/>
                  <a:pt x="852590" y="205361"/>
                  <a:pt x="849091" y="203587"/>
                </a:cubicBezTo>
                <a:cubicBezTo>
                  <a:pt x="847342" y="201812"/>
                  <a:pt x="846467" y="200038"/>
                  <a:pt x="846467" y="197377"/>
                </a:cubicBezTo>
                <a:cubicBezTo>
                  <a:pt x="847342" y="194715"/>
                  <a:pt x="849091" y="191167"/>
                  <a:pt x="852590" y="190280"/>
                </a:cubicBezTo>
                <a:close/>
                <a:moveTo>
                  <a:pt x="794784" y="187989"/>
                </a:moveTo>
                <a:cubicBezTo>
                  <a:pt x="799463" y="186636"/>
                  <a:pt x="804365" y="186636"/>
                  <a:pt x="808821" y="189342"/>
                </a:cubicBezTo>
                <a:cubicBezTo>
                  <a:pt x="805256" y="192048"/>
                  <a:pt x="800800" y="192950"/>
                  <a:pt x="798126" y="197460"/>
                </a:cubicBezTo>
                <a:cubicBezTo>
                  <a:pt x="795452" y="199263"/>
                  <a:pt x="797235" y="207381"/>
                  <a:pt x="790996" y="202871"/>
                </a:cubicBezTo>
                <a:cubicBezTo>
                  <a:pt x="788323" y="200165"/>
                  <a:pt x="785649" y="202871"/>
                  <a:pt x="782975" y="203773"/>
                </a:cubicBezTo>
                <a:cubicBezTo>
                  <a:pt x="780302" y="206479"/>
                  <a:pt x="777628" y="210087"/>
                  <a:pt x="780302" y="213695"/>
                </a:cubicBezTo>
                <a:cubicBezTo>
                  <a:pt x="781193" y="216401"/>
                  <a:pt x="783866" y="217303"/>
                  <a:pt x="785649" y="216401"/>
                </a:cubicBezTo>
                <a:cubicBezTo>
                  <a:pt x="788323" y="212793"/>
                  <a:pt x="781193" y="212793"/>
                  <a:pt x="783866" y="208283"/>
                </a:cubicBezTo>
                <a:cubicBezTo>
                  <a:pt x="785649" y="205577"/>
                  <a:pt x="789214" y="206479"/>
                  <a:pt x="791888" y="207381"/>
                </a:cubicBezTo>
                <a:cubicBezTo>
                  <a:pt x="795452" y="210087"/>
                  <a:pt x="792779" y="215499"/>
                  <a:pt x="792779" y="218205"/>
                </a:cubicBezTo>
                <a:cubicBezTo>
                  <a:pt x="792779" y="222715"/>
                  <a:pt x="788323" y="222715"/>
                  <a:pt x="784758" y="223617"/>
                </a:cubicBezTo>
                <a:cubicBezTo>
                  <a:pt x="780302" y="223617"/>
                  <a:pt x="776737" y="221813"/>
                  <a:pt x="773172" y="220009"/>
                </a:cubicBezTo>
                <a:cubicBezTo>
                  <a:pt x="768716" y="220911"/>
                  <a:pt x="762477" y="220009"/>
                  <a:pt x="758912" y="216401"/>
                </a:cubicBezTo>
                <a:cubicBezTo>
                  <a:pt x="758021" y="211891"/>
                  <a:pt x="764259" y="213695"/>
                  <a:pt x="766933" y="210087"/>
                </a:cubicBezTo>
                <a:cubicBezTo>
                  <a:pt x="772281" y="204675"/>
                  <a:pt x="774954" y="197460"/>
                  <a:pt x="782084" y="194754"/>
                </a:cubicBezTo>
                <a:cubicBezTo>
                  <a:pt x="785649" y="192048"/>
                  <a:pt x="790105" y="189342"/>
                  <a:pt x="794784" y="187989"/>
                </a:cubicBezTo>
                <a:close/>
                <a:moveTo>
                  <a:pt x="772775" y="180755"/>
                </a:moveTo>
                <a:cubicBezTo>
                  <a:pt x="772775" y="180755"/>
                  <a:pt x="772775" y="180755"/>
                  <a:pt x="773615" y="180755"/>
                </a:cubicBezTo>
                <a:cubicBezTo>
                  <a:pt x="773615" y="180755"/>
                  <a:pt x="773615" y="180755"/>
                  <a:pt x="778658" y="191027"/>
                </a:cubicBezTo>
                <a:cubicBezTo>
                  <a:pt x="776977" y="192895"/>
                  <a:pt x="775296" y="195696"/>
                  <a:pt x="772775" y="196630"/>
                </a:cubicBezTo>
                <a:cubicBezTo>
                  <a:pt x="767733" y="195696"/>
                  <a:pt x="767733" y="189159"/>
                  <a:pt x="764371" y="186358"/>
                </a:cubicBezTo>
                <a:cubicBezTo>
                  <a:pt x="766052" y="182623"/>
                  <a:pt x="770254" y="182623"/>
                  <a:pt x="772775" y="180755"/>
                </a:cubicBezTo>
                <a:close/>
                <a:moveTo>
                  <a:pt x="211039" y="179167"/>
                </a:moveTo>
                <a:cubicBezTo>
                  <a:pt x="216331" y="179167"/>
                  <a:pt x="219858" y="180995"/>
                  <a:pt x="223386" y="184651"/>
                </a:cubicBezTo>
                <a:cubicBezTo>
                  <a:pt x="227796" y="191963"/>
                  <a:pt x="224268" y="199275"/>
                  <a:pt x="223386" y="206587"/>
                </a:cubicBezTo>
                <a:cubicBezTo>
                  <a:pt x="217213" y="209329"/>
                  <a:pt x="211039" y="207501"/>
                  <a:pt x="205747" y="206587"/>
                </a:cubicBezTo>
                <a:cubicBezTo>
                  <a:pt x="201338" y="204759"/>
                  <a:pt x="197810" y="200189"/>
                  <a:pt x="196928" y="195619"/>
                </a:cubicBezTo>
                <a:cubicBezTo>
                  <a:pt x="196046" y="191963"/>
                  <a:pt x="198692" y="190135"/>
                  <a:pt x="201338" y="187393"/>
                </a:cubicBezTo>
                <a:cubicBezTo>
                  <a:pt x="203983" y="187393"/>
                  <a:pt x="206629" y="184651"/>
                  <a:pt x="210157" y="187393"/>
                </a:cubicBezTo>
                <a:cubicBezTo>
                  <a:pt x="211921" y="189221"/>
                  <a:pt x="212803" y="191049"/>
                  <a:pt x="211921" y="193791"/>
                </a:cubicBezTo>
                <a:cubicBezTo>
                  <a:pt x="213685" y="196533"/>
                  <a:pt x="205747" y="198361"/>
                  <a:pt x="211039" y="199275"/>
                </a:cubicBezTo>
                <a:cubicBezTo>
                  <a:pt x="216331" y="198361"/>
                  <a:pt x="216331" y="191963"/>
                  <a:pt x="216331" y="189221"/>
                </a:cubicBezTo>
                <a:cubicBezTo>
                  <a:pt x="215449" y="185565"/>
                  <a:pt x="211921" y="182823"/>
                  <a:pt x="209275" y="181909"/>
                </a:cubicBezTo>
                <a:cubicBezTo>
                  <a:pt x="209275" y="180081"/>
                  <a:pt x="210157" y="180081"/>
                  <a:pt x="211039" y="179167"/>
                </a:cubicBezTo>
                <a:close/>
                <a:moveTo>
                  <a:pt x="229537" y="176322"/>
                </a:moveTo>
                <a:cubicBezTo>
                  <a:pt x="232293" y="176434"/>
                  <a:pt x="235380" y="177111"/>
                  <a:pt x="238026" y="177111"/>
                </a:cubicBezTo>
                <a:cubicBezTo>
                  <a:pt x="238026" y="177111"/>
                  <a:pt x="238026" y="177111"/>
                  <a:pt x="245081" y="180719"/>
                </a:cubicBezTo>
                <a:cubicBezTo>
                  <a:pt x="250373" y="186131"/>
                  <a:pt x="253019" y="193346"/>
                  <a:pt x="255664" y="199660"/>
                </a:cubicBezTo>
                <a:cubicBezTo>
                  <a:pt x="255664" y="199660"/>
                  <a:pt x="255664" y="199660"/>
                  <a:pt x="262720" y="208680"/>
                </a:cubicBezTo>
                <a:cubicBezTo>
                  <a:pt x="262720" y="211386"/>
                  <a:pt x="259192" y="212288"/>
                  <a:pt x="257428" y="213190"/>
                </a:cubicBezTo>
                <a:cubicBezTo>
                  <a:pt x="251255" y="214092"/>
                  <a:pt x="247727" y="211386"/>
                  <a:pt x="244199" y="207778"/>
                </a:cubicBezTo>
                <a:cubicBezTo>
                  <a:pt x="240672" y="206876"/>
                  <a:pt x="238026" y="210484"/>
                  <a:pt x="234498" y="209582"/>
                </a:cubicBezTo>
                <a:cubicBezTo>
                  <a:pt x="232734" y="205974"/>
                  <a:pt x="230088" y="203268"/>
                  <a:pt x="231852" y="199660"/>
                </a:cubicBezTo>
                <a:cubicBezTo>
                  <a:pt x="233616" y="197856"/>
                  <a:pt x="236262" y="196052"/>
                  <a:pt x="238908" y="197856"/>
                </a:cubicBezTo>
                <a:cubicBezTo>
                  <a:pt x="239790" y="199660"/>
                  <a:pt x="240672" y="200562"/>
                  <a:pt x="242435" y="201464"/>
                </a:cubicBezTo>
                <a:cubicBezTo>
                  <a:pt x="245081" y="199660"/>
                  <a:pt x="242435" y="196954"/>
                  <a:pt x="241554" y="195150"/>
                </a:cubicBezTo>
                <a:cubicBezTo>
                  <a:pt x="239790" y="192444"/>
                  <a:pt x="236262" y="193346"/>
                  <a:pt x="233616" y="193346"/>
                </a:cubicBezTo>
                <a:cubicBezTo>
                  <a:pt x="233616" y="194248"/>
                  <a:pt x="231852" y="194248"/>
                  <a:pt x="231852" y="193346"/>
                </a:cubicBezTo>
                <a:cubicBezTo>
                  <a:pt x="230088" y="188837"/>
                  <a:pt x="228325" y="181621"/>
                  <a:pt x="223033" y="178915"/>
                </a:cubicBezTo>
                <a:cubicBezTo>
                  <a:pt x="224356" y="176660"/>
                  <a:pt x="226781" y="176209"/>
                  <a:pt x="229537" y="176322"/>
                </a:cubicBezTo>
                <a:close/>
                <a:moveTo>
                  <a:pt x="843457" y="174592"/>
                </a:moveTo>
                <a:lnTo>
                  <a:pt x="846921" y="174592"/>
                </a:lnTo>
                <a:cubicBezTo>
                  <a:pt x="846921" y="182576"/>
                  <a:pt x="846921" y="191447"/>
                  <a:pt x="840860" y="196770"/>
                </a:cubicBezTo>
                <a:cubicBezTo>
                  <a:pt x="839128" y="200319"/>
                  <a:pt x="835664" y="201206"/>
                  <a:pt x="833066" y="202980"/>
                </a:cubicBezTo>
                <a:cubicBezTo>
                  <a:pt x="829603" y="202093"/>
                  <a:pt x="827005" y="201206"/>
                  <a:pt x="824407" y="198544"/>
                </a:cubicBezTo>
                <a:cubicBezTo>
                  <a:pt x="823541" y="195883"/>
                  <a:pt x="822675" y="194109"/>
                  <a:pt x="823541" y="190560"/>
                </a:cubicBezTo>
                <a:cubicBezTo>
                  <a:pt x="825273" y="187899"/>
                  <a:pt x="827871" y="187899"/>
                  <a:pt x="829603" y="187899"/>
                </a:cubicBezTo>
                <a:cubicBezTo>
                  <a:pt x="830469" y="187899"/>
                  <a:pt x="832200" y="188786"/>
                  <a:pt x="832200" y="190560"/>
                </a:cubicBezTo>
                <a:cubicBezTo>
                  <a:pt x="832200" y="191447"/>
                  <a:pt x="832200" y="192334"/>
                  <a:pt x="833066" y="193222"/>
                </a:cubicBezTo>
                <a:cubicBezTo>
                  <a:pt x="833932" y="193222"/>
                  <a:pt x="835664" y="191447"/>
                  <a:pt x="835664" y="190560"/>
                </a:cubicBezTo>
                <a:cubicBezTo>
                  <a:pt x="835664" y="187899"/>
                  <a:pt x="833932" y="185238"/>
                  <a:pt x="832200" y="183463"/>
                </a:cubicBezTo>
                <a:cubicBezTo>
                  <a:pt x="828737" y="182576"/>
                  <a:pt x="826139" y="184350"/>
                  <a:pt x="823541" y="185238"/>
                </a:cubicBezTo>
                <a:cubicBezTo>
                  <a:pt x="822675" y="185238"/>
                  <a:pt x="820944" y="189673"/>
                  <a:pt x="819212" y="187899"/>
                </a:cubicBezTo>
                <a:cubicBezTo>
                  <a:pt x="818346" y="185238"/>
                  <a:pt x="818346" y="182576"/>
                  <a:pt x="819212" y="179915"/>
                </a:cubicBezTo>
                <a:cubicBezTo>
                  <a:pt x="826139" y="174592"/>
                  <a:pt x="835664" y="172818"/>
                  <a:pt x="843457" y="174592"/>
                </a:cubicBezTo>
                <a:close/>
                <a:moveTo>
                  <a:pt x="170778" y="173699"/>
                </a:moveTo>
                <a:cubicBezTo>
                  <a:pt x="172498" y="174581"/>
                  <a:pt x="175078" y="172817"/>
                  <a:pt x="175078" y="176345"/>
                </a:cubicBezTo>
                <a:cubicBezTo>
                  <a:pt x="175078" y="180754"/>
                  <a:pt x="175078" y="184282"/>
                  <a:pt x="176797" y="187810"/>
                </a:cubicBezTo>
                <a:cubicBezTo>
                  <a:pt x="177657" y="189574"/>
                  <a:pt x="175078" y="189574"/>
                  <a:pt x="174218" y="188692"/>
                </a:cubicBezTo>
                <a:cubicBezTo>
                  <a:pt x="171638" y="188692"/>
                  <a:pt x="170778" y="184282"/>
                  <a:pt x="168199" y="186046"/>
                </a:cubicBezTo>
                <a:cubicBezTo>
                  <a:pt x="167339" y="188692"/>
                  <a:pt x="170778" y="191338"/>
                  <a:pt x="173358" y="193102"/>
                </a:cubicBezTo>
                <a:cubicBezTo>
                  <a:pt x="175938" y="194865"/>
                  <a:pt x="178517" y="192220"/>
                  <a:pt x="181097" y="191338"/>
                </a:cubicBezTo>
                <a:cubicBezTo>
                  <a:pt x="181097" y="191338"/>
                  <a:pt x="181097" y="191338"/>
                  <a:pt x="187976" y="195747"/>
                </a:cubicBezTo>
                <a:cubicBezTo>
                  <a:pt x="189696" y="197511"/>
                  <a:pt x="187116" y="198393"/>
                  <a:pt x="186256" y="199275"/>
                </a:cubicBezTo>
                <a:cubicBezTo>
                  <a:pt x="181957" y="201921"/>
                  <a:pt x="175078" y="204567"/>
                  <a:pt x="170778" y="201039"/>
                </a:cubicBezTo>
                <a:cubicBezTo>
                  <a:pt x="163039" y="198393"/>
                  <a:pt x="157020" y="191338"/>
                  <a:pt x="149281" y="190456"/>
                </a:cubicBezTo>
                <a:cubicBezTo>
                  <a:pt x="149281" y="190456"/>
                  <a:pt x="149281" y="190456"/>
                  <a:pt x="148421" y="190456"/>
                </a:cubicBezTo>
                <a:cubicBezTo>
                  <a:pt x="151001" y="183400"/>
                  <a:pt x="157880" y="179872"/>
                  <a:pt x="164759" y="178990"/>
                </a:cubicBezTo>
                <a:cubicBezTo>
                  <a:pt x="165619" y="175463"/>
                  <a:pt x="168199" y="175463"/>
                  <a:pt x="170778" y="173699"/>
                </a:cubicBezTo>
                <a:close/>
                <a:moveTo>
                  <a:pt x="253529" y="168055"/>
                </a:moveTo>
                <a:cubicBezTo>
                  <a:pt x="257206" y="168055"/>
                  <a:pt x="259963" y="168055"/>
                  <a:pt x="262720" y="168948"/>
                </a:cubicBezTo>
                <a:cubicBezTo>
                  <a:pt x="262720" y="172520"/>
                  <a:pt x="259963" y="175198"/>
                  <a:pt x="259044" y="178770"/>
                </a:cubicBezTo>
                <a:cubicBezTo>
                  <a:pt x="257206" y="180556"/>
                  <a:pt x="254448" y="181449"/>
                  <a:pt x="252610" y="182342"/>
                </a:cubicBezTo>
                <a:lnTo>
                  <a:pt x="245258" y="176091"/>
                </a:lnTo>
                <a:cubicBezTo>
                  <a:pt x="246177" y="172520"/>
                  <a:pt x="251691" y="170734"/>
                  <a:pt x="253529" y="168055"/>
                </a:cubicBezTo>
                <a:close/>
                <a:moveTo>
                  <a:pt x="181244" y="162619"/>
                </a:moveTo>
                <a:cubicBezTo>
                  <a:pt x="190115" y="163533"/>
                  <a:pt x="201648" y="161705"/>
                  <a:pt x="207858" y="169931"/>
                </a:cubicBezTo>
                <a:cubicBezTo>
                  <a:pt x="208745" y="172673"/>
                  <a:pt x="208745" y="176329"/>
                  <a:pt x="206971" y="178157"/>
                </a:cubicBezTo>
                <a:cubicBezTo>
                  <a:pt x="205196" y="180899"/>
                  <a:pt x="201648" y="183641"/>
                  <a:pt x="198100" y="182727"/>
                </a:cubicBezTo>
                <a:cubicBezTo>
                  <a:pt x="196325" y="183641"/>
                  <a:pt x="195438" y="180899"/>
                  <a:pt x="194551" y="179985"/>
                </a:cubicBezTo>
                <a:cubicBezTo>
                  <a:pt x="192777" y="176329"/>
                  <a:pt x="199874" y="175415"/>
                  <a:pt x="195438" y="172673"/>
                </a:cubicBezTo>
                <a:cubicBezTo>
                  <a:pt x="192777" y="172673"/>
                  <a:pt x="190115" y="173587"/>
                  <a:pt x="190115" y="176329"/>
                </a:cubicBezTo>
                <a:cubicBezTo>
                  <a:pt x="189228" y="180899"/>
                  <a:pt x="191890" y="184555"/>
                  <a:pt x="195438" y="186383"/>
                </a:cubicBezTo>
                <a:cubicBezTo>
                  <a:pt x="196325" y="186383"/>
                  <a:pt x="197212" y="186383"/>
                  <a:pt x="198100" y="187297"/>
                </a:cubicBezTo>
                <a:cubicBezTo>
                  <a:pt x="196325" y="190039"/>
                  <a:pt x="192777" y="191867"/>
                  <a:pt x="189228" y="191867"/>
                </a:cubicBezTo>
                <a:cubicBezTo>
                  <a:pt x="185680" y="190953"/>
                  <a:pt x="183019" y="188211"/>
                  <a:pt x="181244" y="184555"/>
                </a:cubicBezTo>
                <a:cubicBezTo>
                  <a:pt x="178583" y="178157"/>
                  <a:pt x="181244" y="169017"/>
                  <a:pt x="181244" y="162619"/>
                </a:cubicBezTo>
                <a:close/>
                <a:moveTo>
                  <a:pt x="714547" y="156943"/>
                </a:moveTo>
                <a:cubicBezTo>
                  <a:pt x="718996" y="157816"/>
                  <a:pt x="722554" y="156943"/>
                  <a:pt x="726113" y="156943"/>
                </a:cubicBezTo>
                <a:cubicBezTo>
                  <a:pt x="728782" y="160435"/>
                  <a:pt x="733231" y="159562"/>
                  <a:pt x="736789" y="163055"/>
                </a:cubicBezTo>
                <a:cubicBezTo>
                  <a:pt x="743017" y="161308"/>
                  <a:pt x="749245" y="158689"/>
                  <a:pt x="755473" y="162182"/>
                </a:cubicBezTo>
                <a:cubicBezTo>
                  <a:pt x="758142" y="165674"/>
                  <a:pt x="760811" y="169167"/>
                  <a:pt x="759032" y="172659"/>
                </a:cubicBezTo>
                <a:cubicBezTo>
                  <a:pt x="757252" y="175278"/>
                  <a:pt x="753694" y="177898"/>
                  <a:pt x="751024" y="176151"/>
                </a:cubicBezTo>
                <a:cubicBezTo>
                  <a:pt x="746576" y="174405"/>
                  <a:pt x="751024" y="169167"/>
                  <a:pt x="746576" y="168293"/>
                </a:cubicBezTo>
                <a:cubicBezTo>
                  <a:pt x="743017" y="168293"/>
                  <a:pt x="740348" y="170040"/>
                  <a:pt x="739458" y="173532"/>
                </a:cubicBezTo>
                <a:cubicBezTo>
                  <a:pt x="738569" y="177025"/>
                  <a:pt x="740348" y="181390"/>
                  <a:pt x="743017" y="184009"/>
                </a:cubicBezTo>
                <a:cubicBezTo>
                  <a:pt x="747466" y="188375"/>
                  <a:pt x="754583" y="191868"/>
                  <a:pt x="760811" y="188375"/>
                </a:cubicBezTo>
                <a:cubicBezTo>
                  <a:pt x="760811" y="188375"/>
                  <a:pt x="760811" y="188375"/>
                  <a:pt x="764370" y="195360"/>
                </a:cubicBezTo>
                <a:cubicBezTo>
                  <a:pt x="759032" y="197979"/>
                  <a:pt x="752804" y="195360"/>
                  <a:pt x="747466" y="195360"/>
                </a:cubicBezTo>
                <a:cubicBezTo>
                  <a:pt x="745686" y="196233"/>
                  <a:pt x="744797" y="198852"/>
                  <a:pt x="745686" y="199726"/>
                </a:cubicBezTo>
                <a:cubicBezTo>
                  <a:pt x="747466" y="201472"/>
                  <a:pt x="751024" y="200599"/>
                  <a:pt x="751914" y="204091"/>
                </a:cubicBezTo>
                <a:cubicBezTo>
                  <a:pt x="751914" y="205837"/>
                  <a:pt x="750135" y="207584"/>
                  <a:pt x="747466" y="208457"/>
                </a:cubicBezTo>
                <a:cubicBezTo>
                  <a:pt x="744797" y="209330"/>
                  <a:pt x="743017" y="207584"/>
                  <a:pt x="741238" y="206711"/>
                </a:cubicBezTo>
                <a:cubicBezTo>
                  <a:pt x="738569" y="204091"/>
                  <a:pt x="737679" y="200599"/>
                  <a:pt x="736789" y="197106"/>
                </a:cubicBezTo>
                <a:cubicBezTo>
                  <a:pt x="736789" y="197106"/>
                  <a:pt x="736789" y="197106"/>
                  <a:pt x="738569" y="190121"/>
                </a:cubicBezTo>
                <a:cubicBezTo>
                  <a:pt x="733231" y="184883"/>
                  <a:pt x="733231" y="177025"/>
                  <a:pt x="731451" y="170040"/>
                </a:cubicBezTo>
                <a:cubicBezTo>
                  <a:pt x="727892" y="164801"/>
                  <a:pt x="721665" y="163928"/>
                  <a:pt x="717216" y="164801"/>
                </a:cubicBezTo>
                <a:cubicBezTo>
                  <a:pt x="714547" y="165674"/>
                  <a:pt x="713657" y="167420"/>
                  <a:pt x="713657" y="169167"/>
                </a:cubicBezTo>
                <a:cubicBezTo>
                  <a:pt x="713657" y="171786"/>
                  <a:pt x="711878" y="176151"/>
                  <a:pt x="714547" y="177898"/>
                </a:cubicBezTo>
                <a:cubicBezTo>
                  <a:pt x="717216" y="177025"/>
                  <a:pt x="720775" y="174405"/>
                  <a:pt x="723444" y="177025"/>
                </a:cubicBezTo>
                <a:cubicBezTo>
                  <a:pt x="725223" y="178771"/>
                  <a:pt x="725223" y="181390"/>
                  <a:pt x="724334" y="183136"/>
                </a:cubicBezTo>
                <a:cubicBezTo>
                  <a:pt x="721665" y="187502"/>
                  <a:pt x="716326" y="186629"/>
                  <a:pt x="712768" y="184883"/>
                </a:cubicBezTo>
                <a:cubicBezTo>
                  <a:pt x="704760" y="180517"/>
                  <a:pt x="706540" y="168293"/>
                  <a:pt x="696753" y="165674"/>
                </a:cubicBezTo>
                <a:cubicBezTo>
                  <a:pt x="691415" y="165674"/>
                  <a:pt x="686077" y="167420"/>
                  <a:pt x="683408" y="163055"/>
                </a:cubicBezTo>
                <a:cubicBezTo>
                  <a:pt x="688746" y="161308"/>
                  <a:pt x="693194" y="160435"/>
                  <a:pt x="698533" y="159562"/>
                </a:cubicBezTo>
                <a:cubicBezTo>
                  <a:pt x="703871" y="163928"/>
                  <a:pt x="710099" y="159562"/>
                  <a:pt x="714547" y="156943"/>
                </a:cubicBezTo>
                <a:close/>
                <a:moveTo>
                  <a:pt x="778038" y="153768"/>
                </a:moveTo>
                <a:cubicBezTo>
                  <a:pt x="780710" y="153768"/>
                  <a:pt x="784272" y="154663"/>
                  <a:pt x="786053" y="157350"/>
                </a:cubicBezTo>
                <a:cubicBezTo>
                  <a:pt x="786053" y="161827"/>
                  <a:pt x="791396" y="158245"/>
                  <a:pt x="794958" y="160036"/>
                </a:cubicBezTo>
                <a:cubicBezTo>
                  <a:pt x="797630" y="160932"/>
                  <a:pt x="800302" y="163619"/>
                  <a:pt x="802083" y="166305"/>
                </a:cubicBezTo>
                <a:cubicBezTo>
                  <a:pt x="802083" y="169887"/>
                  <a:pt x="802083" y="173469"/>
                  <a:pt x="799411" y="176156"/>
                </a:cubicBezTo>
                <a:cubicBezTo>
                  <a:pt x="797630" y="177051"/>
                  <a:pt x="794068" y="178842"/>
                  <a:pt x="792287" y="177051"/>
                </a:cubicBezTo>
                <a:cubicBezTo>
                  <a:pt x="790506" y="175260"/>
                  <a:pt x="788725" y="172574"/>
                  <a:pt x="790506" y="170783"/>
                </a:cubicBezTo>
                <a:cubicBezTo>
                  <a:pt x="791396" y="169887"/>
                  <a:pt x="794068" y="170783"/>
                  <a:pt x="794068" y="168096"/>
                </a:cubicBezTo>
                <a:cubicBezTo>
                  <a:pt x="793177" y="166305"/>
                  <a:pt x="791396" y="166305"/>
                  <a:pt x="790506" y="168096"/>
                </a:cubicBezTo>
                <a:cubicBezTo>
                  <a:pt x="787834" y="168992"/>
                  <a:pt x="786053" y="171678"/>
                  <a:pt x="786944" y="173469"/>
                </a:cubicBezTo>
                <a:cubicBezTo>
                  <a:pt x="786944" y="177051"/>
                  <a:pt x="790506" y="181529"/>
                  <a:pt x="794068" y="181529"/>
                </a:cubicBezTo>
                <a:cubicBezTo>
                  <a:pt x="798521" y="184215"/>
                  <a:pt x="805645" y="172574"/>
                  <a:pt x="805645" y="182424"/>
                </a:cubicBezTo>
                <a:cubicBezTo>
                  <a:pt x="797630" y="183320"/>
                  <a:pt x="790506" y="185111"/>
                  <a:pt x="783381" y="188693"/>
                </a:cubicBezTo>
                <a:cubicBezTo>
                  <a:pt x="778038" y="184215"/>
                  <a:pt x="777148" y="177051"/>
                  <a:pt x="776257" y="170783"/>
                </a:cubicBezTo>
                <a:cubicBezTo>
                  <a:pt x="774476" y="166305"/>
                  <a:pt x="772695" y="161827"/>
                  <a:pt x="769133" y="158245"/>
                </a:cubicBezTo>
                <a:cubicBezTo>
                  <a:pt x="769133" y="154663"/>
                  <a:pt x="774476" y="154663"/>
                  <a:pt x="778038" y="153768"/>
                </a:cubicBezTo>
                <a:close/>
                <a:moveTo>
                  <a:pt x="799128" y="146964"/>
                </a:moveTo>
                <a:cubicBezTo>
                  <a:pt x="801885" y="144243"/>
                  <a:pt x="803723" y="149686"/>
                  <a:pt x="805562" y="150593"/>
                </a:cubicBezTo>
                <a:cubicBezTo>
                  <a:pt x="805562" y="150593"/>
                  <a:pt x="805562" y="150593"/>
                  <a:pt x="810157" y="155129"/>
                </a:cubicBezTo>
                <a:cubicBezTo>
                  <a:pt x="811995" y="158757"/>
                  <a:pt x="807400" y="160571"/>
                  <a:pt x="805562" y="163293"/>
                </a:cubicBezTo>
                <a:cubicBezTo>
                  <a:pt x="801885" y="162386"/>
                  <a:pt x="800966" y="156943"/>
                  <a:pt x="797290" y="156943"/>
                </a:cubicBezTo>
                <a:cubicBezTo>
                  <a:pt x="794533" y="153314"/>
                  <a:pt x="798209" y="149686"/>
                  <a:pt x="799128" y="146964"/>
                </a:cubicBezTo>
                <a:close/>
                <a:moveTo>
                  <a:pt x="818513" y="143530"/>
                </a:moveTo>
                <a:cubicBezTo>
                  <a:pt x="821270" y="142655"/>
                  <a:pt x="824027" y="145279"/>
                  <a:pt x="826785" y="147029"/>
                </a:cubicBezTo>
                <a:cubicBezTo>
                  <a:pt x="829542" y="149653"/>
                  <a:pt x="828623" y="155776"/>
                  <a:pt x="829542" y="158400"/>
                </a:cubicBezTo>
                <a:cubicBezTo>
                  <a:pt x="834137" y="157525"/>
                  <a:pt x="835975" y="161024"/>
                  <a:pt x="837814" y="164523"/>
                </a:cubicBezTo>
                <a:cubicBezTo>
                  <a:pt x="840571" y="175020"/>
                  <a:pt x="827704" y="168022"/>
                  <a:pt x="823108" y="172396"/>
                </a:cubicBezTo>
                <a:cubicBezTo>
                  <a:pt x="821270" y="172396"/>
                  <a:pt x="821270" y="170646"/>
                  <a:pt x="820351" y="168897"/>
                </a:cubicBezTo>
                <a:cubicBezTo>
                  <a:pt x="821270" y="168022"/>
                  <a:pt x="822189" y="165398"/>
                  <a:pt x="824027" y="166273"/>
                </a:cubicBezTo>
                <a:cubicBezTo>
                  <a:pt x="824947" y="166273"/>
                  <a:pt x="826785" y="168022"/>
                  <a:pt x="827704" y="166273"/>
                </a:cubicBezTo>
                <a:cubicBezTo>
                  <a:pt x="827704" y="165398"/>
                  <a:pt x="826785" y="163649"/>
                  <a:pt x="824947" y="162774"/>
                </a:cubicBezTo>
                <a:cubicBezTo>
                  <a:pt x="821270" y="162774"/>
                  <a:pt x="818513" y="164523"/>
                  <a:pt x="816675" y="167147"/>
                </a:cubicBezTo>
                <a:cubicBezTo>
                  <a:pt x="813918" y="171521"/>
                  <a:pt x="820351" y="175020"/>
                  <a:pt x="816675" y="177644"/>
                </a:cubicBezTo>
                <a:cubicBezTo>
                  <a:pt x="812999" y="180268"/>
                  <a:pt x="813918" y="183767"/>
                  <a:pt x="812999" y="185517"/>
                </a:cubicBezTo>
                <a:cubicBezTo>
                  <a:pt x="807484" y="181143"/>
                  <a:pt x="805646" y="175895"/>
                  <a:pt x="806565" y="169772"/>
                </a:cubicBezTo>
                <a:cubicBezTo>
                  <a:pt x="809322" y="161024"/>
                  <a:pt x="821270" y="154901"/>
                  <a:pt x="818513" y="143530"/>
                </a:cubicBezTo>
                <a:close/>
                <a:moveTo>
                  <a:pt x="305618" y="142655"/>
                </a:moveTo>
                <a:cubicBezTo>
                  <a:pt x="310956" y="142655"/>
                  <a:pt x="315404" y="146194"/>
                  <a:pt x="319853" y="149734"/>
                </a:cubicBezTo>
                <a:cubicBezTo>
                  <a:pt x="327860" y="146194"/>
                  <a:pt x="335867" y="150618"/>
                  <a:pt x="342095" y="155043"/>
                </a:cubicBezTo>
                <a:cubicBezTo>
                  <a:pt x="338536" y="158582"/>
                  <a:pt x="332308" y="155927"/>
                  <a:pt x="326080" y="156812"/>
                </a:cubicBezTo>
                <a:cubicBezTo>
                  <a:pt x="324301" y="158582"/>
                  <a:pt x="320742" y="157697"/>
                  <a:pt x="320742" y="160352"/>
                </a:cubicBezTo>
                <a:cubicBezTo>
                  <a:pt x="320742" y="165661"/>
                  <a:pt x="318073" y="170085"/>
                  <a:pt x="313625" y="171854"/>
                </a:cubicBezTo>
                <a:cubicBezTo>
                  <a:pt x="310956" y="171854"/>
                  <a:pt x="307397" y="172739"/>
                  <a:pt x="304728" y="170970"/>
                </a:cubicBezTo>
                <a:cubicBezTo>
                  <a:pt x="304728" y="169200"/>
                  <a:pt x="302948" y="167430"/>
                  <a:pt x="304728" y="164776"/>
                </a:cubicBezTo>
                <a:cubicBezTo>
                  <a:pt x="306507" y="160352"/>
                  <a:pt x="311845" y="164776"/>
                  <a:pt x="312735" y="159467"/>
                </a:cubicBezTo>
                <a:cubicBezTo>
                  <a:pt x="312735" y="156812"/>
                  <a:pt x="311845" y="152388"/>
                  <a:pt x="308287" y="151503"/>
                </a:cubicBezTo>
                <a:cubicBezTo>
                  <a:pt x="303838" y="150618"/>
                  <a:pt x="300279" y="154158"/>
                  <a:pt x="297610" y="155927"/>
                </a:cubicBezTo>
                <a:cubicBezTo>
                  <a:pt x="294052" y="163006"/>
                  <a:pt x="293162" y="170970"/>
                  <a:pt x="287824" y="177163"/>
                </a:cubicBezTo>
                <a:cubicBezTo>
                  <a:pt x="288713" y="180703"/>
                  <a:pt x="291382" y="185127"/>
                  <a:pt x="289603" y="188666"/>
                </a:cubicBezTo>
                <a:cubicBezTo>
                  <a:pt x="288713" y="192206"/>
                  <a:pt x="286044" y="193975"/>
                  <a:pt x="283375" y="194860"/>
                </a:cubicBezTo>
                <a:cubicBezTo>
                  <a:pt x="280706" y="195745"/>
                  <a:pt x="278037" y="196630"/>
                  <a:pt x="276258" y="194860"/>
                </a:cubicBezTo>
                <a:cubicBezTo>
                  <a:pt x="274478" y="193091"/>
                  <a:pt x="273589" y="190436"/>
                  <a:pt x="274478" y="187782"/>
                </a:cubicBezTo>
                <a:cubicBezTo>
                  <a:pt x="275368" y="185127"/>
                  <a:pt x="281596" y="187782"/>
                  <a:pt x="279816" y="183357"/>
                </a:cubicBezTo>
                <a:cubicBezTo>
                  <a:pt x="275368" y="180703"/>
                  <a:pt x="270030" y="183357"/>
                  <a:pt x="265581" y="182472"/>
                </a:cubicBezTo>
                <a:cubicBezTo>
                  <a:pt x="263802" y="182472"/>
                  <a:pt x="262912" y="181588"/>
                  <a:pt x="261133" y="180703"/>
                </a:cubicBezTo>
                <a:cubicBezTo>
                  <a:pt x="261133" y="178048"/>
                  <a:pt x="263802" y="176279"/>
                  <a:pt x="264692" y="174509"/>
                </a:cubicBezTo>
                <a:cubicBezTo>
                  <a:pt x="267361" y="174509"/>
                  <a:pt x="270030" y="174509"/>
                  <a:pt x="271809" y="176279"/>
                </a:cubicBezTo>
                <a:cubicBezTo>
                  <a:pt x="276258" y="174509"/>
                  <a:pt x="281596" y="174509"/>
                  <a:pt x="284265" y="170085"/>
                </a:cubicBezTo>
                <a:cubicBezTo>
                  <a:pt x="286044" y="167430"/>
                  <a:pt x="286934" y="163006"/>
                  <a:pt x="286044" y="159467"/>
                </a:cubicBezTo>
                <a:cubicBezTo>
                  <a:pt x="285155" y="158582"/>
                  <a:pt x="283375" y="156812"/>
                  <a:pt x="282486" y="155927"/>
                </a:cubicBezTo>
                <a:cubicBezTo>
                  <a:pt x="279816" y="156812"/>
                  <a:pt x="278037" y="161236"/>
                  <a:pt x="274478" y="159467"/>
                </a:cubicBezTo>
                <a:cubicBezTo>
                  <a:pt x="271809" y="157697"/>
                  <a:pt x="270030" y="155043"/>
                  <a:pt x="271809" y="151503"/>
                </a:cubicBezTo>
                <a:cubicBezTo>
                  <a:pt x="274478" y="149734"/>
                  <a:pt x="276258" y="146194"/>
                  <a:pt x="278927" y="146194"/>
                </a:cubicBezTo>
                <a:cubicBezTo>
                  <a:pt x="282486" y="147079"/>
                  <a:pt x="286934" y="147079"/>
                  <a:pt x="289603" y="150618"/>
                </a:cubicBezTo>
                <a:cubicBezTo>
                  <a:pt x="294941" y="147964"/>
                  <a:pt x="299390" y="143540"/>
                  <a:pt x="305618" y="142655"/>
                </a:cubicBezTo>
                <a:close/>
                <a:moveTo>
                  <a:pt x="250197" y="142655"/>
                </a:moveTo>
                <a:cubicBezTo>
                  <a:pt x="255489" y="142655"/>
                  <a:pt x="260780" y="144429"/>
                  <a:pt x="264308" y="149752"/>
                </a:cubicBezTo>
                <a:cubicBezTo>
                  <a:pt x="264308" y="152413"/>
                  <a:pt x="260780" y="150639"/>
                  <a:pt x="259898" y="151526"/>
                </a:cubicBezTo>
                <a:cubicBezTo>
                  <a:pt x="258134" y="153300"/>
                  <a:pt x="255489" y="154187"/>
                  <a:pt x="255489" y="155962"/>
                </a:cubicBezTo>
                <a:cubicBezTo>
                  <a:pt x="251079" y="161284"/>
                  <a:pt x="249315" y="170156"/>
                  <a:pt x="241378" y="171930"/>
                </a:cubicBezTo>
                <a:cubicBezTo>
                  <a:pt x="236086" y="172817"/>
                  <a:pt x="231676" y="170156"/>
                  <a:pt x="227267" y="171930"/>
                </a:cubicBezTo>
                <a:cubicBezTo>
                  <a:pt x="227267" y="171930"/>
                  <a:pt x="227267" y="171930"/>
                  <a:pt x="224621" y="171043"/>
                </a:cubicBezTo>
                <a:cubicBezTo>
                  <a:pt x="224621" y="169268"/>
                  <a:pt x="226385" y="166607"/>
                  <a:pt x="228149" y="164833"/>
                </a:cubicBezTo>
                <a:cubicBezTo>
                  <a:pt x="230794" y="165720"/>
                  <a:pt x="234322" y="165720"/>
                  <a:pt x="236968" y="163946"/>
                </a:cubicBezTo>
                <a:cubicBezTo>
                  <a:pt x="238732" y="163059"/>
                  <a:pt x="239614" y="160397"/>
                  <a:pt x="240496" y="157736"/>
                </a:cubicBezTo>
                <a:cubicBezTo>
                  <a:pt x="240496" y="155962"/>
                  <a:pt x="239614" y="155075"/>
                  <a:pt x="238732" y="154187"/>
                </a:cubicBezTo>
                <a:cubicBezTo>
                  <a:pt x="235204" y="155075"/>
                  <a:pt x="238732" y="158623"/>
                  <a:pt x="236086" y="159510"/>
                </a:cubicBezTo>
                <a:cubicBezTo>
                  <a:pt x="235204" y="161284"/>
                  <a:pt x="233440" y="162171"/>
                  <a:pt x="231676" y="161284"/>
                </a:cubicBezTo>
                <a:cubicBezTo>
                  <a:pt x="227267" y="160397"/>
                  <a:pt x="228149" y="155962"/>
                  <a:pt x="227267" y="153300"/>
                </a:cubicBezTo>
                <a:cubicBezTo>
                  <a:pt x="229913" y="147090"/>
                  <a:pt x="236968" y="147090"/>
                  <a:pt x="242260" y="147090"/>
                </a:cubicBezTo>
                <a:cubicBezTo>
                  <a:pt x="244023" y="143542"/>
                  <a:pt x="247551" y="143542"/>
                  <a:pt x="250197" y="142655"/>
                </a:cubicBezTo>
                <a:close/>
                <a:moveTo>
                  <a:pt x="230573" y="133130"/>
                </a:moveTo>
                <a:cubicBezTo>
                  <a:pt x="230573" y="133130"/>
                  <a:pt x="230573" y="133130"/>
                  <a:pt x="232359" y="133130"/>
                </a:cubicBezTo>
                <a:cubicBezTo>
                  <a:pt x="231466" y="136658"/>
                  <a:pt x="233252" y="140185"/>
                  <a:pt x="234145" y="143713"/>
                </a:cubicBezTo>
                <a:cubicBezTo>
                  <a:pt x="231466" y="146359"/>
                  <a:pt x="227001" y="145477"/>
                  <a:pt x="224323" y="149005"/>
                </a:cubicBezTo>
                <a:cubicBezTo>
                  <a:pt x="222537" y="148123"/>
                  <a:pt x="221644" y="145477"/>
                  <a:pt x="219858" y="142831"/>
                </a:cubicBezTo>
                <a:cubicBezTo>
                  <a:pt x="220751" y="137540"/>
                  <a:pt x="227894" y="136658"/>
                  <a:pt x="230573" y="133130"/>
                </a:cubicBezTo>
                <a:close/>
                <a:moveTo>
                  <a:pt x="747161" y="131398"/>
                </a:moveTo>
                <a:cubicBezTo>
                  <a:pt x="747919" y="132156"/>
                  <a:pt x="748785" y="133419"/>
                  <a:pt x="749650" y="133419"/>
                </a:cubicBezTo>
                <a:cubicBezTo>
                  <a:pt x="753980" y="136449"/>
                  <a:pt x="759175" y="134429"/>
                  <a:pt x="763505" y="134429"/>
                </a:cubicBezTo>
                <a:lnTo>
                  <a:pt x="764371" y="134429"/>
                </a:lnTo>
                <a:cubicBezTo>
                  <a:pt x="761773" y="138470"/>
                  <a:pt x="756578" y="139480"/>
                  <a:pt x="752248" y="138470"/>
                </a:cubicBezTo>
                <a:cubicBezTo>
                  <a:pt x="749650" y="137460"/>
                  <a:pt x="747053" y="135439"/>
                  <a:pt x="745321" y="132409"/>
                </a:cubicBezTo>
                <a:cubicBezTo>
                  <a:pt x="745754" y="130388"/>
                  <a:pt x="746403" y="130641"/>
                  <a:pt x="747161" y="131398"/>
                </a:cubicBezTo>
                <a:close/>
                <a:moveTo>
                  <a:pt x="209778" y="126780"/>
                </a:moveTo>
                <a:cubicBezTo>
                  <a:pt x="208865" y="140060"/>
                  <a:pt x="226208" y="148028"/>
                  <a:pt x="223470" y="162193"/>
                </a:cubicBezTo>
                <a:cubicBezTo>
                  <a:pt x="222557" y="166620"/>
                  <a:pt x="218906" y="171932"/>
                  <a:pt x="214342" y="172817"/>
                </a:cubicBezTo>
                <a:cubicBezTo>
                  <a:pt x="211603" y="171046"/>
                  <a:pt x="211603" y="166620"/>
                  <a:pt x="209778" y="163964"/>
                </a:cubicBezTo>
                <a:cubicBezTo>
                  <a:pt x="211603" y="160422"/>
                  <a:pt x="213429" y="155110"/>
                  <a:pt x="209778" y="151569"/>
                </a:cubicBezTo>
                <a:cubicBezTo>
                  <a:pt x="207039" y="149798"/>
                  <a:pt x="203388" y="149798"/>
                  <a:pt x="200650" y="149798"/>
                </a:cubicBezTo>
                <a:cubicBezTo>
                  <a:pt x="200650" y="149798"/>
                  <a:pt x="200650" y="149798"/>
                  <a:pt x="198824" y="150684"/>
                </a:cubicBezTo>
                <a:cubicBezTo>
                  <a:pt x="200650" y="152454"/>
                  <a:pt x="205214" y="152454"/>
                  <a:pt x="207039" y="155996"/>
                </a:cubicBezTo>
                <a:cubicBezTo>
                  <a:pt x="207952" y="157766"/>
                  <a:pt x="207039" y="159537"/>
                  <a:pt x="206126" y="161308"/>
                </a:cubicBezTo>
                <a:cubicBezTo>
                  <a:pt x="202475" y="162193"/>
                  <a:pt x="199737" y="158652"/>
                  <a:pt x="195173" y="159537"/>
                </a:cubicBezTo>
                <a:cubicBezTo>
                  <a:pt x="193347" y="158652"/>
                  <a:pt x="189696" y="159537"/>
                  <a:pt x="189696" y="155996"/>
                </a:cubicBezTo>
                <a:cubicBezTo>
                  <a:pt x="189696" y="151569"/>
                  <a:pt x="194260" y="145372"/>
                  <a:pt x="198824" y="143601"/>
                </a:cubicBezTo>
                <a:cubicBezTo>
                  <a:pt x="199737" y="140060"/>
                  <a:pt x="199737" y="136518"/>
                  <a:pt x="201562" y="133862"/>
                </a:cubicBezTo>
                <a:cubicBezTo>
                  <a:pt x="205214" y="132092"/>
                  <a:pt x="205214" y="126780"/>
                  <a:pt x="209778" y="126780"/>
                </a:cubicBezTo>
                <a:close/>
                <a:moveTo>
                  <a:pt x="801465" y="126063"/>
                </a:moveTo>
                <a:cubicBezTo>
                  <a:pt x="806863" y="129546"/>
                  <a:pt x="811360" y="134769"/>
                  <a:pt x="814059" y="140863"/>
                </a:cubicBezTo>
                <a:cubicBezTo>
                  <a:pt x="813160" y="145215"/>
                  <a:pt x="816758" y="147827"/>
                  <a:pt x="814059" y="152180"/>
                </a:cubicBezTo>
                <a:cubicBezTo>
                  <a:pt x="805064" y="150439"/>
                  <a:pt x="809561" y="140863"/>
                  <a:pt x="804164" y="136510"/>
                </a:cubicBezTo>
                <a:cubicBezTo>
                  <a:pt x="802365" y="136510"/>
                  <a:pt x="802365" y="133898"/>
                  <a:pt x="799666" y="134769"/>
                </a:cubicBezTo>
                <a:cubicBezTo>
                  <a:pt x="798767" y="136510"/>
                  <a:pt x="795168" y="137381"/>
                  <a:pt x="793369" y="136510"/>
                </a:cubicBezTo>
                <a:cubicBezTo>
                  <a:pt x="791570" y="134769"/>
                  <a:pt x="789771" y="132157"/>
                  <a:pt x="790670" y="129546"/>
                </a:cubicBezTo>
                <a:cubicBezTo>
                  <a:pt x="793369" y="126063"/>
                  <a:pt x="796967" y="125193"/>
                  <a:pt x="801465" y="126063"/>
                </a:cubicBezTo>
                <a:close/>
                <a:moveTo>
                  <a:pt x="279001" y="120203"/>
                </a:moveTo>
                <a:cubicBezTo>
                  <a:pt x="281132" y="119069"/>
                  <a:pt x="283150" y="118388"/>
                  <a:pt x="284945" y="121110"/>
                </a:cubicBezTo>
                <a:cubicBezTo>
                  <a:pt x="280459" y="125645"/>
                  <a:pt x="273281" y="128367"/>
                  <a:pt x="267000" y="125645"/>
                </a:cubicBezTo>
                <a:cubicBezTo>
                  <a:pt x="266102" y="124738"/>
                  <a:pt x="264308" y="124738"/>
                  <a:pt x="264308" y="122924"/>
                </a:cubicBezTo>
                <a:cubicBezTo>
                  <a:pt x="266102" y="118388"/>
                  <a:pt x="269692" y="122924"/>
                  <a:pt x="272383" y="122017"/>
                </a:cubicBezTo>
                <a:cubicBezTo>
                  <a:pt x="274626" y="122924"/>
                  <a:pt x="276870" y="121337"/>
                  <a:pt x="279001" y="120203"/>
                </a:cubicBezTo>
                <a:close/>
                <a:moveTo>
                  <a:pt x="768427" y="116714"/>
                </a:moveTo>
                <a:cubicBezTo>
                  <a:pt x="772837" y="114080"/>
                  <a:pt x="777246" y="118471"/>
                  <a:pt x="779892" y="121984"/>
                </a:cubicBezTo>
                <a:cubicBezTo>
                  <a:pt x="783420" y="130766"/>
                  <a:pt x="779892" y="138669"/>
                  <a:pt x="773719" y="145695"/>
                </a:cubicBezTo>
                <a:cubicBezTo>
                  <a:pt x="768427" y="150086"/>
                  <a:pt x="761371" y="151842"/>
                  <a:pt x="754316" y="151842"/>
                </a:cubicBezTo>
                <a:cubicBezTo>
                  <a:pt x="747260" y="155355"/>
                  <a:pt x="741969" y="148329"/>
                  <a:pt x="735795" y="149208"/>
                </a:cubicBezTo>
                <a:cubicBezTo>
                  <a:pt x="736677" y="151842"/>
                  <a:pt x="733149" y="152720"/>
                  <a:pt x="731386" y="154477"/>
                </a:cubicBezTo>
                <a:cubicBezTo>
                  <a:pt x="731386" y="154477"/>
                  <a:pt x="731386" y="154477"/>
                  <a:pt x="729622" y="154477"/>
                </a:cubicBezTo>
                <a:cubicBezTo>
                  <a:pt x="729622" y="154477"/>
                  <a:pt x="729622" y="154477"/>
                  <a:pt x="732268" y="150086"/>
                </a:cubicBezTo>
                <a:cubicBezTo>
                  <a:pt x="732268" y="147451"/>
                  <a:pt x="729622" y="148329"/>
                  <a:pt x="729622" y="146573"/>
                </a:cubicBezTo>
                <a:cubicBezTo>
                  <a:pt x="730504" y="144817"/>
                  <a:pt x="733149" y="142182"/>
                  <a:pt x="730504" y="140426"/>
                </a:cubicBezTo>
                <a:cubicBezTo>
                  <a:pt x="729622" y="139547"/>
                  <a:pt x="727858" y="137791"/>
                  <a:pt x="729622" y="136035"/>
                </a:cubicBezTo>
                <a:cubicBezTo>
                  <a:pt x="733149" y="136035"/>
                  <a:pt x="737559" y="132522"/>
                  <a:pt x="741087" y="135156"/>
                </a:cubicBezTo>
                <a:cubicBezTo>
                  <a:pt x="746379" y="140426"/>
                  <a:pt x="753434" y="143060"/>
                  <a:pt x="759608" y="140426"/>
                </a:cubicBezTo>
                <a:cubicBezTo>
                  <a:pt x="763135" y="138669"/>
                  <a:pt x="766663" y="137791"/>
                  <a:pt x="768427" y="134278"/>
                </a:cubicBezTo>
                <a:cubicBezTo>
                  <a:pt x="767545" y="130766"/>
                  <a:pt x="761371" y="129887"/>
                  <a:pt x="762253" y="124618"/>
                </a:cubicBezTo>
                <a:cubicBezTo>
                  <a:pt x="761371" y="121105"/>
                  <a:pt x="764899" y="118471"/>
                  <a:pt x="768427" y="116714"/>
                </a:cubicBezTo>
                <a:close/>
                <a:moveTo>
                  <a:pt x="226738" y="114080"/>
                </a:moveTo>
                <a:cubicBezTo>
                  <a:pt x="230442" y="114080"/>
                  <a:pt x="233220" y="115844"/>
                  <a:pt x="234146" y="120253"/>
                </a:cubicBezTo>
                <a:cubicBezTo>
                  <a:pt x="234146" y="122017"/>
                  <a:pt x="233220" y="123781"/>
                  <a:pt x="231368" y="124663"/>
                </a:cubicBezTo>
                <a:cubicBezTo>
                  <a:pt x="227664" y="124663"/>
                  <a:pt x="223033" y="124663"/>
                  <a:pt x="222107" y="128191"/>
                </a:cubicBezTo>
                <a:cubicBezTo>
                  <a:pt x="218403" y="131718"/>
                  <a:pt x="224886" y="137892"/>
                  <a:pt x="218403" y="137892"/>
                </a:cubicBezTo>
                <a:cubicBezTo>
                  <a:pt x="215625" y="137010"/>
                  <a:pt x="213773" y="134364"/>
                  <a:pt x="213773" y="131718"/>
                </a:cubicBezTo>
                <a:cubicBezTo>
                  <a:pt x="211921" y="127309"/>
                  <a:pt x="213773" y="122899"/>
                  <a:pt x="217477" y="119371"/>
                </a:cubicBezTo>
                <a:cubicBezTo>
                  <a:pt x="220255" y="117608"/>
                  <a:pt x="222107" y="114080"/>
                  <a:pt x="226738" y="114080"/>
                </a:cubicBezTo>
                <a:close/>
                <a:moveTo>
                  <a:pt x="257154" y="106010"/>
                </a:moveTo>
                <a:cubicBezTo>
                  <a:pt x="259446" y="106570"/>
                  <a:pt x="261411" y="108137"/>
                  <a:pt x="261847" y="110823"/>
                </a:cubicBezTo>
                <a:cubicBezTo>
                  <a:pt x="264467" y="113510"/>
                  <a:pt x="262720" y="117092"/>
                  <a:pt x="261847" y="119779"/>
                </a:cubicBezTo>
                <a:cubicBezTo>
                  <a:pt x="260101" y="120674"/>
                  <a:pt x="257482" y="123361"/>
                  <a:pt x="259228" y="125152"/>
                </a:cubicBezTo>
                <a:cubicBezTo>
                  <a:pt x="264467" y="129629"/>
                  <a:pt x="271451" y="132316"/>
                  <a:pt x="277563" y="129629"/>
                </a:cubicBezTo>
                <a:cubicBezTo>
                  <a:pt x="281929" y="129629"/>
                  <a:pt x="285421" y="125152"/>
                  <a:pt x="289787" y="123361"/>
                </a:cubicBezTo>
                <a:cubicBezTo>
                  <a:pt x="292406" y="125152"/>
                  <a:pt x="296772" y="123361"/>
                  <a:pt x="297645" y="126943"/>
                </a:cubicBezTo>
                <a:cubicBezTo>
                  <a:pt x="297645" y="126943"/>
                  <a:pt x="297645" y="126943"/>
                  <a:pt x="297645" y="127838"/>
                </a:cubicBezTo>
                <a:cubicBezTo>
                  <a:pt x="289787" y="135898"/>
                  <a:pt x="279309" y="139480"/>
                  <a:pt x="268832" y="139480"/>
                </a:cubicBezTo>
                <a:cubicBezTo>
                  <a:pt x="264467" y="138584"/>
                  <a:pt x="260974" y="137689"/>
                  <a:pt x="257482" y="135002"/>
                </a:cubicBezTo>
                <a:cubicBezTo>
                  <a:pt x="252243" y="132316"/>
                  <a:pt x="248750" y="126943"/>
                  <a:pt x="247004" y="120674"/>
                </a:cubicBezTo>
                <a:cubicBezTo>
                  <a:pt x="247004" y="115301"/>
                  <a:pt x="245258" y="110823"/>
                  <a:pt x="250497" y="107241"/>
                </a:cubicBezTo>
                <a:cubicBezTo>
                  <a:pt x="252243" y="105898"/>
                  <a:pt x="254862" y="105450"/>
                  <a:pt x="257154" y="106010"/>
                </a:cubicBezTo>
                <a:close/>
                <a:moveTo>
                  <a:pt x="298324" y="105414"/>
                </a:moveTo>
                <a:lnTo>
                  <a:pt x="300857" y="105720"/>
                </a:lnTo>
                <a:lnTo>
                  <a:pt x="299079" y="105820"/>
                </a:lnTo>
                <a:lnTo>
                  <a:pt x="298324" y="105414"/>
                </a:lnTo>
                <a:close/>
                <a:moveTo>
                  <a:pt x="511892" y="98205"/>
                </a:moveTo>
                <a:cubicBezTo>
                  <a:pt x="517911" y="99104"/>
                  <a:pt x="511032" y="103602"/>
                  <a:pt x="513611" y="107201"/>
                </a:cubicBezTo>
                <a:cubicBezTo>
                  <a:pt x="515331" y="111698"/>
                  <a:pt x="518771" y="115297"/>
                  <a:pt x="523070" y="117995"/>
                </a:cubicBezTo>
                <a:cubicBezTo>
                  <a:pt x="523070" y="121594"/>
                  <a:pt x="517911" y="121594"/>
                  <a:pt x="515331" y="123393"/>
                </a:cubicBezTo>
                <a:cubicBezTo>
                  <a:pt x="513611" y="125192"/>
                  <a:pt x="511032" y="125192"/>
                  <a:pt x="509312" y="123393"/>
                </a:cubicBezTo>
                <a:cubicBezTo>
                  <a:pt x="508452" y="120694"/>
                  <a:pt x="505013" y="122493"/>
                  <a:pt x="504153" y="119794"/>
                </a:cubicBezTo>
                <a:cubicBezTo>
                  <a:pt x="502433" y="120694"/>
                  <a:pt x="502433" y="117096"/>
                  <a:pt x="503293" y="116196"/>
                </a:cubicBezTo>
                <a:cubicBezTo>
                  <a:pt x="510172" y="113498"/>
                  <a:pt x="511892" y="105401"/>
                  <a:pt x="511892" y="98205"/>
                </a:cubicBezTo>
                <a:close/>
                <a:moveTo>
                  <a:pt x="759807" y="93442"/>
                </a:moveTo>
                <a:cubicBezTo>
                  <a:pt x="777593" y="93442"/>
                  <a:pt x="790043" y="105868"/>
                  <a:pt x="804271" y="115631"/>
                </a:cubicBezTo>
                <a:cubicBezTo>
                  <a:pt x="832729" y="136044"/>
                  <a:pt x="857629" y="162671"/>
                  <a:pt x="879861" y="189298"/>
                </a:cubicBezTo>
                <a:cubicBezTo>
                  <a:pt x="896758" y="207936"/>
                  <a:pt x="910986" y="229238"/>
                  <a:pt x="923436" y="251427"/>
                </a:cubicBezTo>
                <a:cubicBezTo>
                  <a:pt x="927883" y="260302"/>
                  <a:pt x="927883" y="272728"/>
                  <a:pt x="921658" y="281603"/>
                </a:cubicBezTo>
                <a:cubicBezTo>
                  <a:pt x="918101" y="285154"/>
                  <a:pt x="913654" y="287816"/>
                  <a:pt x="909208" y="288704"/>
                </a:cubicBezTo>
                <a:cubicBezTo>
                  <a:pt x="910097" y="284266"/>
                  <a:pt x="916322" y="283379"/>
                  <a:pt x="918990" y="279828"/>
                </a:cubicBezTo>
                <a:cubicBezTo>
                  <a:pt x="923436" y="273615"/>
                  <a:pt x="923436" y="266515"/>
                  <a:pt x="922547" y="259415"/>
                </a:cubicBezTo>
                <a:cubicBezTo>
                  <a:pt x="920769" y="254089"/>
                  <a:pt x="910986" y="238113"/>
                  <a:pt x="906540" y="231900"/>
                </a:cubicBezTo>
                <a:cubicBezTo>
                  <a:pt x="902983" y="225687"/>
                  <a:pt x="898536" y="220362"/>
                  <a:pt x="897647" y="218587"/>
                </a:cubicBezTo>
                <a:cubicBezTo>
                  <a:pt x="889643" y="206161"/>
                  <a:pt x="879861" y="195511"/>
                  <a:pt x="870968" y="183972"/>
                </a:cubicBezTo>
                <a:cubicBezTo>
                  <a:pt x="868300" y="182197"/>
                  <a:pt x="863854" y="176872"/>
                  <a:pt x="863854" y="176872"/>
                </a:cubicBezTo>
                <a:cubicBezTo>
                  <a:pt x="846957" y="159121"/>
                  <a:pt x="828282" y="140482"/>
                  <a:pt x="809607" y="125394"/>
                </a:cubicBezTo>
                <a:cubicBezTo>
                  <a:pt x="803382" y="122731"/>
                  <a:pt x="798936" y="115631"/>
                  <a:pt x="791821" y="112081"/>
                </a:cubicBezTo>
                <a:cubicBezTo>
                  <a:pt x="781150" y="103205"/>
                  <a:pt x="767810" y="96105"/>
                  <a:pt x="752692" y="99655"/>
                </a:cubicBezTo>
                <a:cubicBezTo>
                  <a:pt x="747357" y="101430"/>
                  <a:pt x="741132" y="103205"/>
                  <a:pt x="737574" y="108530"/>
                </a:cubicBezTo>
                <a:cubicBezTo>
                  <a:pt x="736685" y="108530"/>
                  <a:pt x="735796" y="106755"/>
                  <a:pt x="736685" y="105868"/>
                </a:cubicBezTo>
                <a:cubicBezTo>
                  <a:pt x="741132" y="96992"/>
                  <a:pt x="750914" y="94329"/>
                  <a:pt x="759807" y="93442"/>
                </a:cubicBezTo>
                <a:close/>
                <a:moveTo>
                  <a:pt x="281771" y="90985"/>
                </a:moveTo>
                <a:cubicBezTo>
                  <a:pt x="285299" y="92756"/>
                  <a:pt x="286181" y="97185"/>
                  <a:pt x="287945" y="99842"/>
                </a:cubicBezTo>
                <a:lnTo>
                  <a:pt x="298324" y="105414"/>
                </a:lnTo>
                <a:lnTo>
                  <a:pt x="288826" y="104270"/>
                </a:lnTo>
                <a:cubicBezTo>
                  <a:pt x="285299" y="100727"/>
                  <a:pt x="281771" y="96299"/>
                  <a:pt x="281771" y="91871"/>
                </a:cubicBezTo>
                <a:cubicBezTo>
                  <a:pt x="281771" y="91871"/>
                  <a:pt x="281771" y="91871"/>
                  <a:pt x="281771" y="90985"/>
                </a:cubicBezTo>
                <a:close/>
                <a:moveTo>
                  <a:pt x="583043" y="90267"/>
                </a:moveTo>
                <a:cubicBezTo>
                  <a:pt x="587453" y="91143"/>
                  <a:pt x="591863" y="92019"/>
                  <a:pt x="593626" y="96398"/>
                </a:cubicBezTo>
                <a:cubicBezTo>
                  <a:pt x="594508" y="98150"/>
                  <a:pt x="594508" y="99025"/>
                  <a:pt x="596272" y="99901"/>
                </a:cubicBezTo>
                <a:cubicBezTo>
                  <a:pt x="601564" y="98150"/>
                  <a:pt x="610383" y="96398"/>
                  <a:pt x="615675" y="101653"/>
                </a:cubicBezTo>
                <a:cubicBezTo>
                  <a:pt x="620085" y="106908"/>
                  <a:pt x="620085" y="113915"/>
                  <a:pt x="620085" y="120046"/>
                </a:cubicBezTo>
                <a:cubicBezTo>
                  <a:pt x="623613" y="124425"/>
                  <a:pt x="629786" y="127929"/>
                  <a:pt x="630668" y="134060"/>
                </a:cubicBezTo>
                <a:cubicBezTo>
                  <a:pt x="630668" y="136688"/>
                  <a:pt x="634196" y="138439"/>
                  <a:pt x="634196" y="141067"/>
                </a:cubicBezTo>
                <a:cubicBezTo>
                  <a:pt x="626258" y="141067"/>
                  <a:pt x="622731" y="132308"/>
                  <a:pt x="615675" y="130557"/>
                </a:cubicBezTo>
                <a:cubicBezTo>
                  <a:pt x="609501" y="133184"/>
                  <a:pt x="599800" y="135812"/>
                  <a:pt x="594508" y="130557"/>
                </a:cubicBezTo>
                <a:cubicBezTo>
                  <a:pt x="592744" y="128805"/>
                  <a:pt x="592744" y="126177"/>
                  <a:pt x="593626" y="123550"/>
                </a:cubicBezTo>
                <a:cubicBezTo>
                  <a:pt x="595390" y="121798"/>
                  <a:pt x="596272" y="120046"/>
                  <a:pt x="599800" y="120046"/>
                </a:cubicBezTo>
                <a:cubicBezTo>
                  <a:pt x="603328" y="119170"/>
                  <a:pt x="604210" y="127929"/>
                  <a:pt x="608619" y="122674"/>
                </a:cubicBezTo>
                <a:cubicBezTo>
                  <a:pt x="610383" y="120046"/>
                  <a:pt x="611265" y="114791"/>
                  <a:pt x="608619" y="111288"/>
                </a:cubicBezTo>
                <a:cubicBezTo>
                  <a:pt x="606856" y="108660"/>
                  <a:pt x="602446" y="108660"/>
                  <a:pt x="598918" y="108660"/>
                </a:cubicBezTo>
                <a:cubicBezTo>
                  <a:pt x="591863" y="109536"/>
                  <a:pt x="589217" y="118294"/>
                  <a:pt x="583043" y="120046"/>
                </a:cubicBezTo>
                <a:cubicBezTo>
                  <a:pt x="583043" y="120046"/>
                  <a:pt x="583043" y="120046"/>
                  <a:pt x="575988" y="120922"/>
                </a:cubicBezTo>
                <a:cubicBezTo>
                  <a:pt x="573342" y="124425"/>
                  <a:pt x="570696" y="128805"/>
                  <a:pt x="566286" y="129681"/>
                </a:cubicBezTo>
                <a:cubicBezTo>
                  <a:pt x="563640" y="129681"/>
                  <a:pt x="560994" y="128805"/>
                  <a:pt x="558349" y="127053"/>
                </a:cubicBezTo>
                <a:cubicBezTo>
                  <a:pt x="557467" y="124425"/>
                  <a:pt x="556585" y="120922"/>
                  <a:pt x="559231" y="120046"/>
                </a:cubicBezTo>
                <a:cubicBezTo>
                  <a:pt x="561876" y="118294"/>
                  <a:pt x="566286" y="122674"/>
                  <a:pt x="566286" y="118294"/>
                </a:cubicBezTo>
                <a:cubicBezTo>
                  <a:pt x="566286" y="113915"/>
                  <a:pt x="560113" y="113039"/>
                  <a:pt x="558349" y="110412"/>
                </a:cubicBezTo>
                <a:cubicBezTo>
                  <a:pt x="555703" y="108660"/>
                  <a:pt x="554821" y="105157"/>
                  <a:pt x="554821" y="102529"/>
                </a:cubicBezTo>
                <a:cubicBezTo>
                  <a:pt x="554821" y="102529"/>
                  <a:pt x="554821" y="102529"/>
                  <a:pt x="560113" y="102529"/>
                </a:cubicBezTo>
                <a:cubicBezTo>
                  <a:pt x="566286" y="106908"/>
                  <a:pt x="572460" y="113039"/>
                  <a:pt x="581279" y="110412"/>
                </a:cubicBezTo>
                <a:cubicBezTo>
                  <a:pt x="585689" y="110412"/>
                  <a:pt x="586571" y="106032"/>
                  <a:pt x="587453" y="103405"/>
                </a:cubicBezTo>
                <a:cubicBezTo>
                  <a:pt x="588335" y="100777"/>
                  <a:pt x="586571" y="99901"/>
                  <a:pt x="584807" y="98150"/>
                </a:cubicBezTo>
                <a:cubicBezTo>
                  <a:pt x="582161" y="99025"/>
                  <a:pt x="579515" y="102529"/>
                  <a:pt x="575988" y="99901"/>
                </a:cubicBezTo>
                <a:cubicBezTo>
                  <a:pt x="574224" y="99025"/>
                  <a:pt x="573342" y="96398"/>
                  <a:pt x="575106" y="94646"/>
                </a:cubicBezTo>
                <a:cubicBezTo>
                  <a:pt x="576869" y="92019"/>
                  <a:pt x="579515" y="90267"/>
                  <a:pt x="583043" y="90267"/>
                </a:cubicBezTo>
                <a:close/>
                <a:moveTo>
                  <a:pt x="557995" y="89535"/>
                </a:moveTo>
                <a:cubicBezTo>
                  <a:pt x="558789" y="92099"/>
                  <a:pt x="561170" y="93808"/>
                  <a:pt x="561170" y="97228"/>
                </a:cubicBezTo>
                <a:cubicBezTo>
                  <a:pt x="558789" y="99792"/>
                  <a:pt x="554820" y="98082"/>
                  <a:pt x="550852" y="98082"/>
                </a:cubicBezTo>
                <a:cubicBezTo>
                  <a:pt x="550058" y="95518"/>
                  <a:pt x="550852" y="92954"/>
                  <a:pt x="551645" y="90389"/>
                </a:cubicBezTo>
                <a:cubicBezTo>
                  <a:pt x="553233" y="89535"/>
                  <a:pt x="555614" y="88680"/>
                  <a:pt x="557995" y="89535"/>
                </a:cubicBezTo>
                <a:close/>
                <a:moveTo>
                  <a:pt x="467826" y="85505"/>
                </a:moveTo>
                <a:cubicBezTo>
                  <a:pt x="470366" y="85505"/>
                  <a:pt x="472906" y="86482"/>
                  <a:pt x="474599" y="87459"/>
                </a:cubicBezTo>
                <a:cubicBezTo>
                  <a:pt x="475446" y="90389"/>
                  <a:pt x="475446" y="93320"/>
                  <a:pt x="475446" y="96251"/>
                </a:cubicBezTo>
                <a:cubicBezTo>
                  <a:pt x="471213" y="98205"/>
                  <a:pt x="466979" y="93320"/>
                  <a:pt x="462746" y="92343"/>
                </a:cubicBezTo>
                <a:cubicBezTo>
                  <a:pt x="462746" y="88436"/>
                  <a:pt x="465286" y="86482"/>
                  <a:pt x="467826" y="85505"/>
                </a:cubicBezTo>
                <a:close/>
                <a:moveTo>
                  <a:pt x="438389" y="85277"/>
                </a:moveTo>
                <a:cubicBezTo>
                  <a:pt x="442129" y="84281"/>
                  <a:pt x="445869" y="85166"/>
                  <a:pt x="448509" y="89590"/>
                </a:cubicBezTo>
                <a:cubicBezTo>
                  <a:pt x="449389" y="92245"/>
                  <a:pt x="449389" y="94899"/>
                  <a:pt x="446749" y="96669"/>
                </a:cubicBezTo>
                <a:cubicBezTo>
                  <a:pt x="444989" y="98439"/>
                  <a:pt x="441469" y="97554"/>
                  <a:pt x="440589" y="96669"/>
                </a:cubicBezTo>
                <a:cubicBezTo>
                  <a:pt x="440589" y="96669"/>
                  <a:pt x="440589" y="96669"/>
                  <a:pt x="437949" y="94899"/>
                </a:cubicBezTo>
                <a:cubicBezTo>
                  <a:pt x="436189" y="95784"/>
                  <a:pt x="436189" y="98439"/>
                  <a:pt x="436189" y="99323"/>
                </a:cubicBezTo>
                <a:cubicBezTo>
                  <a:pt x="436189" y="102863"/>
                  <a:pt x="437949" y="105517"/>
                  <a:pt x="441469" y="107287"/>
                </a:cubicBezTo>
                <a:cubicBezTo>
                  <a:pt x="446749" y="109941"/>
                  <a:pt x="452029" y="109057"/>
                  <a:pt x="457310" y="107287"/>
                </a:cubicBezTo>
                <a:cubicBezTo>
                  <a:pt x="461710" y="104632"/>
                  <a:pt x="462590" y="96669"/>
                  <a:pt x="468750" y="98439"/>
                </a:cubicBezTo>
                <a:cubicBezTo>
                  <a:pt x="472270" y="100208"/>
                  <a:pt x="471390" y="103748"/>
                  <a:pt x="470510" y="105517"/>
                </a:cubicBezTo>
                <a:cubicBezTo>
                  <a:pt x="467870" y="110826"/>
                  <a:pt x="461710" y="112596"/>
                  <a:pt x="457310" y="117020"/>
                </a:cubicBezTo>
                <a:cubicBezTo>
                  <a:pt x="456430" y="117905"/>
                  <a:pt x="457310" y="119675"/>
                  <a:pt x="458190" y="120559"/>
                </a:cubicBezTo>
                <a:cubicBezTo>
                  <a:pt x="460830" y="120559"/>
                  <a:pt x="461710" y="116135"/>
                  <a:pt x="464350" y="118790"/>
                </a:cubicBezTo>
                <a:cubicBezTo>
                  <a:pt x="467870" y="119675"/>
                  <a:pt x="466990" y="123214"/>
                  <a:pt x="466990" y="125869"/>
                </a:cubicBezTo>
                <a:cubicBezTo>
                  <a:pt x="464350" y="131178"/>
                  <a:pt x="459070" y="127638"/>
                  <a:pt x="454670" y="127638"/>
                </a:cubicBezTo>
                <a:cubicBezTo>
                  <a:pt x="450269" y="124984"/>
                  <a:pt x="450269" y="119675"/>
                  <a:pt x="444989" y="118790"/>
                </a:cubicBezTo>
                <a:cubicBezTo>
                  <a:pt x="435309" y="118790"/>
                  <a:pt x="432669" y="107287"/>
                  <a:pt x="423869" y="107287"/>
                </a:cubicBezTo>
                <a:cubicBezTo>
                  <a:pt x="419469" y="107287"/>
                  <a:pt x="415069" y="109941"/>
                  <a:pt x="414189" y="114366"/>
                </a:cubicBezTo>
                <a:cubicBezTo>
                  <a:pt x="414189" y="116135"/>
                  <a:pt x="414189" y="120559"/>
                  <a:pt x="416829" y="122329"/>
                </a:cubicBezTo>
                <a:cubicBezTo>
                  <a:pt x="417709" y="123214"/>
                  <a:pt x="418589" y="124099"/>
                  <a:pt x="420349" y="123214"/>
                </a:cubicBezTo>
                <a:cubicBezTo>
                  <a:pt x="422109" y="119675"/>
                  <a:pt x="423869" y="117905"/>
                  <a:pt x="427389" y="116135"/>
                </a:cubicBezTo>
                <a:cubicBezTo>
                  <a:pt x="430029" y="119675"/>
                  <a:pt x="433549" y="123214"/>
                  <a:pt x="431789" y="127638"/>
                </a:cubicBezTo>
                <a:cubicBezTo>
                  <a:pt x="428269" y="132947"/>
                  <a:pt x="421229" y="132062"/>
                  <a:pt x="415069" y="132062"/>
                </a:cubicBezTo>
                <a:cubicBezTo>
                  <a:pt x="412428" y="129408"/>
                  <a:pt x="408028" y="125869"/>
                  <a:pt x="403628" y="127638"/>
                </a:cubicBezTo>
                <a:cubicBezTo>
                  <a:pt x="400988" y="132062"/>
                  <a:pt x="396588" y="134717"/>
                  <a:pt x="391308" y="134717"/>
                </a:cubicBezTo>
                <a:cubicBezTo>
                  <a:pt x="391308" y="132062"/>
                  <a:pt x="393948" y="131178"/>
                  <a:pt x="394828" y="128523"/>
                </a:cubicBezTo>
                <a:cubicBezTo>
                  <a:pt x="395708" y="123214"/>
                  <a:pt x="400988" y="121444"/>
                  <a:pt x="403628" y="117905"/>
                </a:cubicBezTo>
                <a:cubicBezTo>
                  <a:pt x="404508" y="111711"/>
                  <a:pt x="407148" y="104632"/>
                  <a:pt x="411548" y="100208"/>
                </a:cubicBezTo>
                <a:cubicBezTo>
                  <a:pt x="415069" y="96669"/>
                  <a:pt x="421229" y="97554"/>
                  <a:pt x="425629" y="98439"/>
                </a:cubicBezTo>
                <a:cubicBezTo>
                  <a:pt x="428269" y="97554"/>
                  <a:pt x="427389" y="94014"/>
                  <a:pt x="428269" y="92245"/>
                </a:cubicBezTo>
                <a:cubicBezTo>
                  <a:pt x="430909" y="89148"/>
                  <a:pt x="434649" y="86272"/>
                  <a:pt x="438389" y="85277"/>
                </a:cubicBezTo>
                <a:close/>
                <a:moveTo>
                  <a:pt x="678069" y="83917"/>
                </a:moveTo>
                <a:cubicBezTo>
                  <a:pt x="680666" y="83917"/>
                  <a:pt x="680666" y="88191"/>
                  <a:pt x="683264" y="89900"/>
                </a:cubicBezTo>
                <a:cubicBezTo>
                  <a:pt x="686728" y="92465"/>
                  <a:pt x="691057" y="89900"/>
                  <a:pt x="694521" y="91610"/>
                </a:cubicBezTo>
                <a:cubicBezTo>
                  <a:pt x="693655" y="94174"/>
                  <a:pt x="691057" y="94174"/>
                  <a:pt x="688460" y="95029"/>
                </a:cubicBezTo>
                <a:cubicBezTo>
                  <a:pt x="684130" y="95029"/>
                  <a:pt x="681532" y="93319"/>
                  <a:pt x="678935" y="89900"/>
                </a:cubicBezTo>
                <a:cubicBezTo>
                  <a:pt x="678069" y="88191"/>
                  <a:pt x="675471" y="84772"/>
                  <a:pt x="678069" y="83917"/>
                </a:cubicBezTo>
                <a:close/>
                <a:moveTo>
                  <a:pt x="260236" y="82131"/>
                </a:moveTo>
                <a:cubicBezTo>
                  <a:pt x="265923" y="80823"/>
                  <a:pt x="271945" y="80656"/>
                  <a:pt x="278412" y="82215"/>
                </a:cubicBezTo>
                <a:cubicBezTo>
                  <a:pt x="283765" y="83106"/>
                  <a:pt x="290009" y="87559"/>
                  <a:pt x="292686" y="93794"/>
                </a:cubicBezTo>
                <a:cubicBezTo>
                  <a:pt x="292686" y="94685"/>
                  <a:pt x="294470" y="96467"/>
                  <a:pt x="292686" y="98248"/>
                </a:cubicBezTo>
                <a:cubicBezTo>
                  <a:pt x="289117" y="93794"/>
                  <a:pt x="284657" y="86669"/>
                  <a:pt x="277520" y="83996"/>
                </a:cubicBezTo>
                <a:cubicBezTo>
                  <a:pt x="271276" y="83106"/>
                  <a:pt x="264139" y="83996"/>
                  <a:pt x="257894" y="85778"/>
                </a:cubicBezTo>
                <a:cubicBezTo>
                  <a:pt x="238268" y="96467"/>
                  <a:pt x="219534" y="110718"/>
                  <a:pt x="200801" y="124079"/>
                </a:cubicBezTo>
                <a:cubicBezTo>
                  <a:pt x="177606" y="145456"/>
                  <a:pt x="152628" y="167724"/>
                  <a:pt x="132110" y="191774"/>
                </a:cubicBezTo>
                <a:cubicBezTo>
                  <a:pt x="122297" y="205135"/>
                  <a:pt x="111592" y="218496"/>
                  <a:pt x="101779" y="232747"/>
                </a:cubicBezTo>
                <a:cubicBezTo>
                  <a:pt x="100887" y="234529"/>
                  <a:pt x="92858" y="255015"/>
                  <a:pt x="105347" y="266595"/>
                </a:cubicBezTo>
                <a:cubicBezTo>
                  <a:pt x="108023" y="268376"/>
                  <a:pt x="112484" y="267486"/>
                  <a:pt x="114268" y="271048"/>
                </a:cubicBezTo>
                <a:cubicBezTo>
                  <a:pt x="114268" y="272830"/>
                  <a:pt x="112484" y="272830"/>
                  <a:pt x="111592" y="272830"/>
                </a:cubicBezTo>
                <a:cubicBezTo>
                  <a:pt x="104455" y="271939"/>
                  <a:pt x="99995" y="266595"/>
                  <a:pt x="97318" y="261250"/>
                </a:cubicBezTo>
                <a:cubicBezTo>
                  <a:pt x="92858" y="246999"/>
                  <a:pt x="96426" y="238092"/>
                  <a:pt x="99995" y="229184"/>
                </a:cubicBezTo>
                <a:cubicBezTo>
                  <a:pt x="103563" y="222059"/>
                  <a:pt x="108916" y="215824"/>
                  <a:pt x="113376" y="209588"/>
                </a:cubicBezTo>
                <a:cubicBezTo>
                  <a:pt x="122297" y="198900"/>
                  <a:pt x="129434" y="188211"/>
                  <a:pt x="138354" y="177522"/>
                </a:cubicBezTo>
                <a:cubicBezTo>
                  <a:pt x="162441" y="152582"/>
                  <a:pt x="187419" y="128533"/>
                  <a:pt x="215074" y="108937"/>
                </a:cubicBezTo>
                <a:cubicBezTo>
                  <a:pt x="229124" y="100252"/>
                  <a:pt x="243175" y="86056"/>
                  <a:pt x="260236" y="82131"/>
                </a:cubicBezTo>
                <a:close/>
                <a:moveTo>
                  <a:pt x="767447" y="80937"/>
                </a:moveTo>
                <a:cubicBezTo>
                  <a:pt x="778121" y="81828"/>
                  <a:pt x="786126" y="88956"/>
                  <a:pt x="795021" y="91629"/>
                </a:cubicBezTo>
                <a:cubicBezTo>
                  <a:pt x="819038" y="109449"/>
                  <a:pt x="839496" y="128160"/>
                  <a:pt x="860844" y="148653"/>
                </a:cubicBezTo>
                <a:cubicBezTo>
                  <a:pt x="885750" y="174493"/>
                  <a:pt x="907098" y="200332"/>
                  <a:pt x="926666" y="230626"/>
                </a:cubicBezTo>
                <a:cubicBezTo>
                  <a:pt x="934672" y="245773"/>
                  <a:pt x="945346" y="264485"/>
                  <a:pt x="937340" y="282305"/>
                </a:cubicBezTo>
                <a:cubicBezTo>
                  <a:pt x="933782" y="291215"/>
                  <a:pt x="925777" y="300125"/>
                  <a:pt x="915993" y="302798"/>
                </a:cubicBezTo>
                <a:cubicBezTo>
                  <a:pt x="912435" y="302798"/>
                  <a:pt x="907987" y="304580"/>
                  <a:pt x="904429" y="302798"/>
                </a:cubicBezTo>
                <a:cubicBezTo>
                  <a:pt x="903540" y="300125"/>
                  <a:pt x="903540" y="296561"/>
                  <a:pt x="905319" y="293888"/>
                </a:cubicBezTo>
                <a:cubicBezTo>
                  <a:pt x="912435" y="292997"/>
                  <a:pt x="920440" y="288542"/>
                  <a:pt x="923998" y="282305"/>
                </a:cubicBezTo>
                <a:cubicBezTo>
                  <a:pt x="935561" y="262702"/>
                  <a:pt x="921330" y="243100"/>
                  <a:pt x="911545" y="227062"/>
                </a:cubicBezTo>
                <a:cubicBezTo>
                  <a:pt x="902650" y="214588"/>
                  <a:pt x="894645" y="203005"/>
                  <a:pt x="884860" y="191422"/>
                </a:cubicBezTo>
                <a:cubicBezTo>
                  <a:pt x="883081" y="189640"/>
                  <a:pt x="867070" y="170929"/>
                  <a:pt x="866181" y="169147"/>
                </a:cubicBezTo>
                <a:cubicBezTo>
                  <a:pt x="859065" y="160237"/>
                  <a:pt x="850170" y="153109"/>
                  <a:pt x="843054" y="145980"/>
                </a:cubicBezTo>
                <a:cubicBezTo>
                  <a:pt x="827043" y="130833"/>
                  <a:pt x="810143" y="115686"/>
                  <a:pt x="792353" y="103212"/>
                </a:cubicBezTo>
                <a:cubicBezTo>
                  <a:pt x="779010" y="94302"/>
                  <a:pt x="763000" y="85392"/>
                  <a:pt x="746989" y="91629"/>
                </a:cubicBezTo>
                <a:cubicBezTo>
                  <a:pt x="740762" y="94302"/>
                  <a:pt x="733646" y="98757"/>
                  <a:pt x="731867" y="106776"/>
                </a:cubicBezTo>
                <a:cubicBezTo>
                  <a:pt x="731867" y="106776"/>
                  <a:pt x="731867" y="106776"/>
                  <a:pt x="730978" y="113013"/>
                </a:cubicBezTo>
                <a:cubicBezTo>
                  <a:pt x="727420" y="113904"/>
                  <a:pt x="722972" y="115686"/>
                  <a:pt x="718525" y="113013"/>
                </a:cubicBezTo>
                <a:cubicBezTo>
                  <a:pt x="716746" y="103212"/>
                  <a:pt x="724751" y="93411"/>
                  <a:pt x="732757" y="88065"/>
                </a:cubicBezTo>
                <a:cubicBezTo>
                  <a:pt x="743431" y="81828"/>
                  <a:pt x="754994" y="79155"/>
                  <a:pt x="767447" y="80937"/>
                </a:cubicBezTo>
                <a:close/>
                <a:moveTo>
                  <a:pt x="689912" y="80583"/>
                </a:moveTo>
                <a:cubicBezTo>
                  <a:pt x="690683" y="82488"/>
                  <a:pt x="690904" y="85822"/>
                  <a:pt x="691345" y="87726"/>
                </a:cubicBezTo>
                <a:cubicBezTo>
                  <a:pt x="688699" y="88679"/>
                  <a:pt x="686054" y="87726"/>
                  <a:pt x="684290" y="84869"/>
                </a:cubicBezTo>
                <a:cubicBezTo>
                  <a:pt x="683408" y="83917"/>
                  <a:pt x="683408" y="82012"/>
                  <a:pt x="685172" y="82012"/>
                </a:cubicBezTo>
                <a:cubicBezTo>
                  <a:pt x="687817" y="78202"/>
                  <a:pt x="689140" y="78678"/>
                  <a:pt x="689912" y="80583"/>
                </a:cubicBezTo>
                <a:close/>
                <a:moveTo>
                  <a:pt x="665260" y="79155"/>
                </a:moveTo>
                <a:cubicBezTo>
                  <a:pt x="674280" y="80954"/>
                  <a:pt x="670672" y="91749"/>
                  <a:pt x="677888" y="95347"/>
                </a:cubicBezTo>
                <a:cubicBezTo>
                  <a:pt x="684201" y="100744"/>
                  <a:pt x="693221" y="98046"/>
                  <a:pt x="699535" y="95347"/>
                </a:cubicBezTo>
                <a:cubicBezTo>
                  <a:pt x="701339" y="96247"/>
                  <a:pt x="702241" y="98046"/>
                  <a:pt x="704045" y="98945"/>
                </a:cubicBezTo>
                <a:cubicBezTo>
                  <a:pt x="698633" y="104343"/>
                  <a:pt x="690515" y="106142"/>
                  <a:pt x="682397" y="106142"/>
                </a:cubicBezTo>
                <a:cubicBezTo>
                  <a:pt x="677888" y="104343"/>
                  <a:pt x="674280" y="100744"/>
                  <a:pt x="669770" y="97146"/>
                </a:cubicBezTo>
                <a:cubicBezTo>
                  <a:pt x="667966" y="92648"/>
                  <a:pt x="666162" y="88151"/>
                  <a:pt x="664358" y="82753"/>
                </a:cubicBezTo>
                <a:cubicBezTo>
                  <a:pt x="664358" y="81854"/>
                  <a:pt x="664358" y="80054"/>
                  <a:pt x="665260" y="79155"/>
                </a:cubicBezTo>
                <a:close/>
                <a:moveTo>
                  <a:pt x="350766" y="75980"/>
                </a:moveTo>
                <a:cubicBezTo>
                  <a:pt x="350766" y="75980"/>
                  <a:pt x="350766" y="75980"/>
                  <a:pt x="351621" y="77766"/>
                </a:cubicBezTo>
                <a:cubicBezTo>
                  <a:pt x="349911" y="81337"/>
                  <a:pt x="348202" y="85802"/>
                  <a:pt x="343073" y="86695"/>
                </a:cubicBezTo>
                <a:cubicBezTo>
                  <a:pt x="339654" y="87588"/>
                  <a:pt x="332815" y="90267"/>
                  <a:pt x="330251" y="84909"/>
                </a:cubicBezTo>
                <a:cubicBezTo>
                  <a:pt x="329396" y="84016"/>
                  <a:pt x="329396" y="83123"/>
                  <a:pt x="330251" y="83123"/>
                </a:cubicBezTo>
                <a:cubicBezTo>
                  <a:pt x="332815" y="81337"/>
                  <a:pt x="333670" y="85802"/>
                  <a:pt x="336234" y="84909"/>
                </a:cubicBezTo>
                <a:cubicBezTo>
                  <a:pt x="343073" y="86695"/>
                  <a:pt x="347347" y="79552"/>
                  <a:pt x="350766" y="75980"/>
                </a:cubicBezTo>
                <a:close/>
                <a:moveTo>
                  <a:pt x="364137" y="72805"/>
                </a:moveTo>
                <a:cubicBezTo>
                  <a:pt x="365908" y="78289"/>
                  <a:pt x="363252" y="83773"/>
                  <a:pt x="360596" y="89257"/>
                </a:cubicBezTo>
                <a:cubicBezTo>
                  <a:pt x="355284" y="97483"/>
                  <a:pt x="346431" y="102967"/>
                  <a:pt x="337577" y="100225"/>
                </a:cubicBezTo>
                <a:cubicBezTo>
                  <a:pt x="330495" y="99311"/>
                  <a:pt x="325183" y="95655"/>
                  <a:pt x="319871" y="91085"/>
                </a:cubicBezTo>
                <a:cubicBezTo>
                  <a:pt x="319871" y="89257"/>
                  <a:pt x="320756" y="88343"/>
                  <a:pt x="321642" y="88343"/>
                </a:cubicBezTo>
                <a:cubicBezTo>
                  <a:pt x="328724" y="86515"/>
                  <a:pt x="333151" y="95655"/>
                  <a:pt x="340233" y="92913"/>
                </a:cubicBezTo>
                <a:cubicBezTo>
                  <a:pt x="348201" y="91999"/>
                  <a:pt x="353513" y="84687"/>
                  <a:pt x="356169" y="78289"/>
                </a:cubicBezTo>
                <a:cubicBezTo>
                  <a:pt x="357055" y="73719"/>
                  <a:pt x="361481" y="74633"/>
                  <a:pt x="364137" y="72805"/>
                </a:cubicBezTo>
                <a:close/>
                <a:moveTo>
                  <a:pt x="533389" y="69630"/>
                </a:moveTo>
                <a:cubicBezTo>
                  <a:pt x="538946" y="71429"/>
                  <a:pt x="543576" y="77726"/>
                  <a:pt x="545428" y="83124"/>
                </a:cubicBezTo>
                <a:cubicBezTo>
                  <a:pt x="550058" y="93919"/>
                  <a:pt x="542650" y="102015"/>
                  <a:pt x="543576" y="112810"/>
                </a:cubicBezTo>
                <a:cubicBezTo>
                  <a:pt x="543576" y="112810"/>
                  <a:pt x="543576" y="112810"/>
                  <a:pt x="544502" y="122705"/>
                </a:cubicBezTo>
                <a:cubicBezTo>
                  <a:pt x="540798" y="123605"/>
                  <a:pt x="538020" y="121806"/>
                  <a:pt x="534315" y="120906"/>
                </a:cubicBezTo>
                <a:cubicBezTo>
                  <a:pt x="530611" y="111910"/>
                  <a:pt x="516721" y="113709"/>
                  <a:pt x="516721" y="102015"/>
                </a:cubicBezTo>
                <a:cubicBezTo>
                  <a:pt x="516721" y="98417"/>
                  <a:pt x="520425" y="94818"/>
                  <a:pt x="524129" y="94818"/>
                </a:cubicBezTo>
                <a:cubicBezTo>
                  <a:pt x="526907" y="94818"/>
                  <a:pt x="529685" y="94818"/>
                  <a:pt x="529685" y="98417"/>
                </a:cubicBezTo>
                <a:cubicBezTo>
                  <a:pt x="531537" y="102015"/>
                  <a:pt x="524129" y="101115"/>
                  <a:pt x="526907" y="104714"/>
                </a:cubicBezTo>
                <a:cubicBezTo>
                  <a:pt x="529685" y="102914"/>
                  <a:pt x="533389" y="102914"/>
                  <a:pt x="533389" y="99316"/>
                </a:cubicBezTo>
                <a:cubicBezTo>
                  <a:pt x="534315" y="96617"/>
                  <a:pt x="533389" y="93919"/>
                  <a:pt x="531537" y="93019"/>
                </a:cubicBezTo>
                <a:cubicBezTo>
                  <a:pt x="529685" y="91220"/>
                  <a:pt x="526907" y="91220"/>
                  <a:pt x="525981" y="90320"/>
                </a:cubicBezTo>
                <a:cubicBezTo>
                  <a:pt x="529685" y="84023"/>
                  <a:pt x="533389" y="77726"/>
                  <a:pt x="533389" y="69630"/>
                </a:cubicBezTo>
                <a:close/>
                <a:moveTo>
                  <a:pt x="494269" y="69630"/>
                </a:moveTo>
                <a:cubicBezTo>
                  <a:pt x="498804" y="69630"/>
                  <a:pt x="495176" y="75824"/>
                  <a:pt x="496990" y="78478"/>
                </a:cubicBezTo>
                <a:lnTo>
                  <a:pt x="503340" y="89096"/>
                </a:lnTo>
                <a:cubicBezTo>
                  <a:pt x="501526" y="89096"/>
                  <a:pt x="498804" y="89096"/>
                  <a:pt x="496990" y="89981"/>
                </a:cubicBezTo>
                <a:cubicBezTo>
                  <a:pt x="494269" y="90866"/>
                  <a:pt x="492454" y="92636"/>
                  <a:pt x="491547" y="95290"/>
                </a:cubicBezTo>
                <a:cubicBezTo>
                  <a:pt x="492454" y="98829"/>
                  <a:pt x="492454" y="103254"/>
                  <a:pt x="496990" y="104138"/>
                </a:cubicBezTo>
                <a:cubicBezTo>
                  <a:pt x="498804" y="104138"/>
                  <a:pt x="499712" y="103254"/>
                  <a:pt x="500619" y="102369"/>
                </a:cubicBezTo>
                <a:cubicBezTo>
                  <a:pt x="500619" y="101484"/>
                  <a:pt x="498804" y="101484"/>
                  <a:pt x="497897" y="100599"/>
                </a:cubicBezTo>
                <a:cubicBezTo>
                  <a:pt x="496990" y="98829"/>
                  <a:pt x="494269" y="97060"/>
                  <a:pt x="496990" y="94405"/>
                </a:cubicBezTo>
                <a:cubicBezTo>
                  <a:pt x="497897" y="93520"/>
                  <a:pt x="500619" y="92636"/>
                  <a:pt x="503340" y="93520"/>
                </a:cubicBezTo>
                <a:cubicBezTo>
                  <a:pt x="506062" y="96175"/>
                  <a:pt x="508783" y="98829"/>
                  <a:pt x="508783" y="103254"/>
                </a:cubicBezTo>
                <a:cubicBezTo>
                  <a:pt x="507876" y="107678"/>
                  <a:pt x="504247" y="111217"/>
                  <a:pt x="499712" y="113872"/>
                </a:cubicBezTo>
                <a:cubicBezTo>
                  <a:pt x="496083" y="112987"/>
                  <a:pt x="494269" y="116526"/>
                  <a:pt x="492454" y="119181"/>
                </a:cubicBezTo>
                <a:cubicBezTo>
                  <a:pt x="488826" y="120950"/>
                  <a:pt x="486104" y="123605"/>
                  <a:pt x="481569" y="122720"/>
                </a:cubicBezTo>
                <a:cubicBezTo>
                  <a:pt x="477940" y="119181"/>
                  <a:pt x="483383" y="115641"/>
                  <a:pt x="482476" y="111217"/>
                </a:cubicBezTo>
                <a:cubicBezTo>
                  <a:pt x="483383" y="103254"/>
                  <a:pt x="477033" y="96175"/>
                  <a:pt x="478847" y="88211"/>
                </a:cubicBezTo>
                <a:cubicBezTo>
                  <a:pt x="480662" y="80248"/>
                  <a:pt x="487012" y="72284"/>
                  <a:pt x="494269" y="69630"/>
                </a:cubicBezTo>
                <a:close/>
                <a:moveTo>
                  <a:pt x="722500" y="68042"/>
                </a:moveTo>
                <a:cubicBezTo>
                  <a:pt x="730715" y="68042"/>
                  <a:pt x="739843" y="70763"/>
                  <a:pt x="745320" y="77113"/>
                </a:cubicBezTo>
                <a:cubicBezTo>
                  <a:pt x="745320" y="78928"/>
                  <a:pt x="743494" y="78928"/>
                  <a:pt x="742581" y="78928"/>
                </a:cubicBezTo>
                <a:cubicBezTo>
                  <a:pt x="739843" y="78020"/>
                  <a:pt x="738930" y="75299"/>
                  <a:pt x="736192" y="74392"/>
                </a:cubicBezTo>
                <a:cubicBezTo>
                  <a:pt x="729802" y="71670"/>
                  <a:pt x="723413" y="70763"/>
                  <a:pt x="717023" y="73485"/>
                </a:cubicBezTo>
                <a:cubicBezTo>
                  <a:pt x="714285" y="74392"/>
                  <a:pt x="712459" y="80742"/>
                  <a:pt x="708808" y="78020"/>
                </a:cubicBezTo>
                <a:cubicBezTo>
                  <a:pt x="709721" y="70763"/>
                  <a:pt x="717023" y="68949"/>
                  <a:pt x="722500" y="68042"/>
                </a:cubicBezTo>
                <a:close/>
                <a:moveTo>
                  <a:pt x="337333" y="68042"/>
                </a:moveTo>
                <a:cubicBezTo>
                  <a:pt x="339714" y="70721"/>
                  <a:pt x="342889" y="73399"/>
                  <a:pt x="345270" y="75185"/>
                </a:cubicBezTo>
                <a:cubicBezTo>
                  <a:pt x="344476" y="78757"/>
                  <a:pt x="341301" y="81436"/>
                  <a:pt x="338920" y="82329"/>
                </a:cubicBezTo>
                <a:cubicBezTo>
                  <a:pt x="337333" y="81436"/>
                  <a:pt x="334952" y="81436"/>
                  <a:pt x="334158" y="79650"/>
                </a:cubicBezTo>
                <a:cubicBezTo>
                  <a:pt x="335745" y="76078"/>
                  <a:pt x="336539" y="71614"/>
                  <a:pt x="337333" y="68042"/>
                </a:cubicBezTo>
                <a:close/>
                <a:moveTo>
                  <a:pt x="275985" y="65063"/>
                </a:moveTo>
                <a:cubicBezTo>
                  <a:pt x="282984" y="65732"/>
                  <a:pt x="289650" y="68185"/>
                  <a:pt x="294538" y="73089"/>
                </a:cubicBezTo>
                <a:cubicBezTo>
                  <a:pt x="302537" y="78440"/>
                  <a:pt x="305203" y="86466"/>
                  <a:pt x="308758" y="94492"/>
                </a:cubicBezTo>
                <a:cubicBezTo>
                  <a:pt x="308758" y="97168"/>
                  <a:pt x="308758" y="98951"/>
                  <a:pt x="306980" y="100735"/>
                </a:cubicBezTo>
                <a:cubicBezTo>
                  <a:pt x="305203" y="101626"/>
                  <a:pt x="300759" y="101626"/>
                  <a:pt x="298093" y="100735"/>
                </a:cubicBezTo>
                <a:cubicBezTo>
                  <a:pt x="296315" y="96276"/>
                  <a:pt x="296315" y="91817"/>
                  <a:pt x="293649" y="87358"/>
                </a:cubicBezTo>
                <a:cubicBezTo>
                  <a:pt x="286539" y="79332"/>
                  <a:pt x="275874" y="73089"/>
                  <a:pt x="265209" y="75765"/>
                </a:cubicBezTo>
                <a:cubicBezTo>
                  <a:pt x="247434" y="77548"/>
                  <a:pt x="234991" y="90925"/>
                  <a:pt x="219883" y="98951"/>
                </a:cubicBezTo>
                <a:cubicBezTo>
                  <a:pt x="178111" y="129272"/>
                  <a:pt x="138117" y="167618"/>
                  <a:pt x="107900" y="209532"/>
                </a:cubicBezTo>
                <a:cubicBezTo>
                  <a:pt x="104345" y="216666"/>
                  <a:pt x="96346" y="222017"/>
                  <a:pt x="95457" y="230043"/>
                </a:cubicBezTo>
                <a:cubicBezTo>
                  <a:pt x="90125" y="242528"/>
                  <a:pt x="88347" y="259472"/>
                  <a:pt x="99012" y="270173"/>
                </a:cubicBezTo>
                <a:cubicBezTo>
                  <a:pt x="103456" y="274632"/>
                  <a:pt x="110566" y="276415"/>
                  <a:pt x="116787" y="276415"/>
                </a:cubicBezTo>
                <a:cubicBezTo>
                  <a:pt x="116787" y="279091"/>
                  <a:pt x="120342" y="281766"/>
                  <a:pt x="117676" y="284442"/>
                </a:cubicBezTo>
                <a:cubicBezTo>
                  <a:pt x="109677" y="287117"/>
                  <a:pt x="99012" y="286225"/>
                  <a:pt x="92791" y="279983"/>
                </a:cubicBezTo>
                <a:cubicBezTo>
                  <a:pt x="84792" y="271065"/>
                  <a:pt x="78571" y="259472"/>
                  <a:pt x="79460" y="246987"/>
                </a:cubicBezTo>
                <a:cubicBezTo>
                  <a:pt x="81237" y="237177"/>
                  <a:pt x="86570" y="225584"/>
                  <a:pt x="87458" y="223800"/>
                </a:cubicBezTo>
                <a:cubicBezTo>
                  <a:pt x="100790" y="195263"/>
                  <a:pt x="124786" y="169402"/>
                  <a:pt x="147005" y="146215"/>
                </a:cubicBezTo>
                <a:cubicBezTo>
                  <a:pt x="165669" y="129272"/>
                  <a:pt x="182555" y="112328"/>
                  <a:pt x="202996" y="97168"/>
                </a:cubicBezTo>
                <a:cubicBezTo>
                  <a:pt x="219883" y="85574"/>
                  <a:pt x="234991" y="71306"/>
                  <a:pt x="255433" y="67739"/>
                </a:cubicBezTo>
                <a:cubicBezTo>
                  <a:pt x="261654" y="65509"/>
                  <a:pt x="268986" y="64395"/>
                  <a:pt x="275985" y="65063"/>
                </a:cubicBezTo>
                <a:close/>
                <a:moveTo>
                  <a:pt x="522494" y="64867"/>
                </a:moveTo>
                <a:cubicBezTo>
                  <a:pt x="525091" y="67609"/>
                  <a:pt x="526823" y="69437"/>
                  <a:pt x="527689" y="73093"/>
                </a:cubicBezTo>
                <a:cubicBezTo>
                  <a:pt x="529421" y="82233"/>
                  <a:pt x="521628" y="89545"/>
                  <a:pt x="515566" y="95029"/>
                </a:cubicBezTo>
                <a:cubicBezTo>
                  <a:pt x="507773" y="90459"/>
                  <a:pt x="502578" y="82233"/>
                  <a:pt x="500846" y="73093"/>
                </a:cubicBezTo>
                <a:cubicBezTo>
                  <a:pt x="501712" y="70351"/>
                  <a:pt x="502578" y="68523"/>
                  <a:pt x="505175" y="66695"/>
                </a:cubicBezTo>
                <a:cubicBezTo>
                  <a:pt x="506041" y="66695"/>
                  <a:pt x="507773" y="65781"/>
                  <a:pt x="509505" y="66695"/>
                </a:cubicBezTo>
                <a:cubicBezTo>
                  <a:pt x="507773" y="70351"/>
                  <a:pt x="507773" y="75835"/>
                  <a:pt x="509505" y="79491"/>
                </a:cubicBezTo>
                <a:cubicBezTo>
                  <a:pt x="511237" y="83147"/>
                  <a:pt x="515566" y="83147"/>
                  <a:pt x="519030" y="81319"/>
                </a:cubicBezTo>
                <a:cubicBezTo>
                  <a:pt x="519896" y="79491"/>
                  <a:pt x="522494" y="78577"/>
                  <a:pt x="521628" y="75835"/>
                </a:cubicBezTo>
                <a:cubicBezTo>
                  <a:pt x="519030" y="74921"/>
                  <a:pt x="516432" y="80405"/>
                  <a:pt x="513835" y="77663"/>
                </a:cubicBezTo>
                <a:cubicBezTo>
                  <a:pt x="511237" y="75835"/>
                  <a:pt x="510371" y="72179"/>
                  <a:pt x="512103" y="69437"/>
                </a:cubicBezTo>
                <a:cubicBezTo>
                  <a:pt x="514700" y="65781"/>
                  <a:pt x="518164" y="65781"/>
                  <a:pt x="522494" y="64867"/>
                </a:cubicBezTo>
                <a:close/>
                <a:moveTo>
                  <a:pt x="602072" y="63280"/>
                </a:moveTo>
                <a:cubicBezTo>
                  <a:pt x="603940" y="63280"/>
                  <a:pt x="603006" y="65959"/>
                  <a:pt x="604874" y="67745"/>
                </a:cubicBezTo>
                <a:cubicBezTo>
                  <a:pt x="607675" y="72209"/>
                  <a:pt x="614212" y="71316"/>
                  <a:pt x="615146" y="76674"/>
                </a:cubicBezTo>
                <a:cubicBezTo>
                  <a:pt x="609543" y="77567"/>
                  <a:pt x="604874" y="71316"/>
                  <a:pt x="601139" y="67745"/>
                </a:cubicBezTo>
                <a:cubicBezTo>
                  <a:pt x="602072" y="65959"/>
                  <a:pt x="599271" y="64173"/>
                  <a:pt x="602072" y="63280"/>
                </a:cubicBezTo>
                <a:close/>
                <a:moveTo>
                  <a:pt x="427821" y="61057"/>
                </a:moveTo>
                <a:cubicBezTo>
                  <a:pt x="426974" y="65290"/>
                  <a:pt x="423588" y="68677"/>
                  <a:pt x="420201" y="70370"/>
                </a:cubicBezTo>
                <a:cubicBezTo>
                  <a:pt x="418508" y="71217"/>
                  <a:pt x="416814" y="71217"/>
                  <a:pt x="415121" y="71217"/>
                </a:cubicBezTo>
                <a:cubicBezTo>
                  <a:pt x="415121" y="66137"/>
                  <a:pt x="420201" y="67830"/>
                  <a:pt x="422741" y="64444"/>
                </a:cubicBezTo>
                <a:cubicBezTo>
                  <a:pt x="423588" y="62750"/>
                  <a:pt x="425281" y="58517"/>
                  <a:pt x="427821" y="61057"/>
                </a:cubicBezTo>
                <a:close/>
                <a:moveTo>
                  <a:pt x="556222" y="60204"/>
                </a:moveTo>
                <a:cubicBezTo>
                  <a:pt x="558566" y="60414"/>
                  <a:pt x="561021" y="61047"/>
                  <a:pt x="563254" y="61047"/>
                </a:cubicBezTo>
                <a:cubicBezTo>
                  <a:pt x="563254" y="61047"/>
                  <a:pt x="563254" y="61047"/>
                  <a:pt x="567718" y="64420"/>
                </a:cubicBezTo>
                <a:cubicBezTo>
                  <a:pt x="573076" y="65264"/>
                  <a:pt x="577541" y="67794"/>
                  <a:pt x="580220" y="72010"/>
                </a:cubicBezTo>
                <a:cubicBezTo>
                  <a:pt x="580220" y="72010"/>
                  <a:pt x="580220" y="72010"/>
                  <a:pt x="580220" y="74540"/>
                </a:cubicBezTo>
                <a:cubicBezTo>
                  <a:pt x="568611" y="74540"/>
                  <a:pt x="562361" y="85504"/>
                  <a:pt x="550752" y="84661"/>
                </a:cubicBezTo>
                <a:cubicBezTo>
                  <a:pt x="548073" y="77070"/>
                  <a:pt x="542716" y="72010"/>
                  <a:pt x="537358" y="66950"/>
                </a:cubicBezTo>
                <a:cubicBezTo>
                  <a:pt x="539144" y="66107"/>
                  <a:pt x="540930" y="63577"/>
                  <a:pt x="544502" y="64420"/>
                </a:cubicBezTo>
                <a:cubicBezTo>
                  <a:pt x="542716" y="68637"/>
                  <a:pt x="545394" y="72010"/>
                  <a:pt x="548073" y="74540"/>
                </a:cubicBezTo>
                <a:cubicBezTo>
                  <a:pt x="549859" y="76227"/>
                  <a:pt x="553431" y="77070"/>
                  <a:pt x="556110" y="76227"/>
                </a:cubicBezTo>
                <a:cubicBezTo>
                  <a:pt x="557896" y="74540"/>
                  <a:pt x="559682" y="72854"/>
                  <a:pt x="559682" y="70324"/>
                </a:cubicBezTo>
                <a:cubicBezTo>
                  <a:pt x="558789" y="68637"/>
                  <a:pt x="557896" y="67794"/>
                  <a:pt x="556110" y="66107"/>
                </a:cubicBezTo>
                <a:cubicBezTo>
                  <a:pt x="553431" y="66950"/>
                  <a:pt x="557896" y="72854"/>
                  <a:pt x="553431" y="72854"/>
                </a:cubicBezTo>
                <a:cubicBezTo>
                  <a:pt x="550752" y="73697"/>
                  <a:pt x="548966" y="72010"/>
                  <a:pt x="548073" y="69480"/>
                </a:cubicBezTo>
                <a:cubicBezTo>
                  <a:pt x="547180" y="66950"/>
                  <a:pt x="548073" y="64420"/>
                  <a:pt x="549859" y="61890"/>
                </a:cubicBezTo>
                <a:cubicBezTo>
                  <a:pt x="551645" y="60204"/>
                  <a:pt x="553878" y="59993"/>
                  <a:pt x="556222" y="60204"/>
                </a:cubicBezTo>
                <a:close/>
                <a:moveTo>
                  <a:pt x="303201" y="57327"/>
                </a:moveTo>
                <a:cubicBezTo>
                  <a:pt x="307989" y="56850"/>
                  <a:pt x="312778" y="58517"/>
                  <a:pt x="315824" y="63280"/>
                </a:cubicBezTo>
                <a:cubicBezTo>
                  <a:pt x="316695" y="64232"/>
                  <a:pt x="316695" y="65184"/>
                  <a:pt x="316695" y="66137"/>
                </a:cubicBezTo>
                <a:cubicBezTo>
                  <a:pt x="313213" y="68042"/>
                  <a:pt x="311472" y="63280"/>
                  <a:pt x="308860" y="62327"/>
                </a:cubicBezTo>
                <a:cubicBezTo>
                  <a:pt x="302766" y="61375"/>
                  <a:pt x="297543" y="63280"/>
                  <a:pt x="292320" y="67089"/>
                </a:cubicBezTo>
                <a:cubicBezTo>
                  <a:pt x="291449" y="67089"/>
                  <a:pt x="289708" y="66137"/>
                  <a:pt x="290578" y="64232"/>
                </a:cubicBezTo>
                <a:cubicBezTo>
                  <a:pt x="293625" y="60422"/>
                  <a:pt x="298413" y="57803"/>
                  <a:pt x="303201" y="57327"/>
                </a:cubicBezTo>
                <a:close/>
                <a:moveTo>
                  <a:pt x="719414" y="55056"/>
                </a:moveTo>
                <a:cubicBezTo>
                  <a:pt x="726824" y="54167"/>
                  <a:pt x="734459" y="55278"/>
                  <a:pt x="740746" y="58390"/>
                </a:cubicBezTo>
                <a:cubicBezTo>
                  <a:pt x="748830" y="61946"/>
                  <a:pt x="755117" y="69058"/>
                  <a:pt x="759608" y="75281"/>
                </a:cubicBezTo>
                <a:cubicBezTo>
                  <a:pt x="759608" y="75281"/>
                  <a:pt x="759608" y="75281"/>
                  <a:pt x="758710" y="77059"/>
                </a:cubicBezTo>
                <a:cubicBezTo>
                  <a:pt x="754219" y="75281"/>
                  <a:pt x="749728" y="79726"/>
                  <a:pt x="747931" y="75281"/>
                </a:cubicBezTo>
                <a:cubicBezTo>
                  <a:pt x="739848" y="65502"/>
                  <a:pt x="725477" y="62835"/>
                  <a:pt x="713800" y="66391"/>
                </a:cubicBezTo>
                <a:cubicBezTo>
                  <a:pt x="710208" y="68169"/>
                  <a:pt x="708411" y="70836"/>
                  <a:pt x="705717" y="74392"/>
                </a:cubicBezTo>
                <a:cubicBezTo>
                  <a:pt x="704819" y="77059"/>
                  <a:pt x="704819" y="81504"/>
                  <a:pt x="706615" y="84171"/>
                </a:cubicBezTo>
                <a:cubicBezTo>
                  <a:pt x="711106" y="85949"/>
                  <a:pt x="717393" y="79726"/>
                  <a:pt x="720088" y="86838"/>
                </a:cubicBezTo>
                <a:cubicBezTo>
                  <a:pt x="720986" y="89505"/>
                  <a:pt x="720088" y="92172"/>
                  <a:pt x="718291" y="93061"/>
                </a:cubicBezTo>
                <a:cubicBezTo>
                  <a:pt x="716495" y="96617"/>
                  <a:pt x="712004" y="95728"/>
                  <a:pt x="709310" y="95728"/>
                </a:cubicBezTo>
                <a:cubicBezTo>
                  <a:pt x="703920" y="95728"/>
                  <a:pt x="698531" y="91283"/>
                  <a:pt x="694939" y="85949"/>
                </a:cubicBezTo>
                <a:cubicBezTo>
                  <a:pt x="691346" y="77948"/>
                  <a:pt x="694040" y="69947"/>
                  <a:pt x="699430" y="63724"/>
                </a:cubicBezTo>
                <a:cubicBezTo>
                  <a:pt x="704819" y="58834"/>
                  <a:pt x="712004" y="55945"/>
                  <a:pt x="719414" y="55056"/>
                </a:cubicBezTo>
                <a:close/>
                <a:moveTo>
                  <a:pt x="635778" y="54659"/>
                </a:moveTo>
                <a:cubicBezTo>
                  <a:pt x="636783" y="53667"/>
                  <a:pt x="637677" y="53667"/>
                  <a:pt x="637677" y="56753"/>
                </a:cubicBezTo>
                <a:cubicBezTo>
                  <a:pt x="634996" y="63809"/>
                  <a:pt x="632314" y="72628"/>
                  <a:pt x="637677" y="79684"/>
                </a:cubicBezTo>
                <a:cubicBezTo>
                  <a:pt x="640358" y="84094"/>
                  <a:pt x="644826" y="89385"/>
                  <a:pt x="650188" y="92031"/>
                </a:cubicBezTo>
                <a:cubicBezTo>
                  <a:pt x="650188" y="95559"/>
                  <a:pt x="649295" y="99087"/>
                  <a:pt x="650188" y="102614"/>
                </a:cubicBezTo>
                <a:cubicBezTo>
                  <a:pt x="652870" y="111434"/>
                  <a:pt x="659126" y="119371"/>
                  <a:pt x="667169" y="125545"/>
                </a:cubicBezTo>
                <a:cubicBezTo>
                  <a:pt x="677000" y="132600"/>
                  <a:pt x="692193" y="131718"/>
                  <a:pt x="702023" y="125545"/>
                </a:cubicBezTo>
                <a:cubicBezTo>
                  <a:pt x="702023" y="125545"/>
                  <a:pt x="702023" y="125545"/>
                  <a:pt x="714535" y="115843"/>
                </a:cubicBezTo>
                <a:cubicBezTo>
                  <a:pt x="722578" y="120253"/>
                  <a:pt x="732409" y="117607"/>
                  <a:pt x="738665" y="113198"/>
                </a:cubicBezTo>
                <a:cubicBezTo>
                  <a:pt x="741346" y="109670"/>
                  <a:pt x="744027" y="105260"/>
                  <a:pt x="748496" y="105260"/>
                </a:cubicBezTo>
                <a:cubicBezTo>
                  <a:pt x="745815" y="114080"/>
                  <a:pt x="736878" y="117607"/>
                  <a:pt x="728834" y="120253"/>
                </a:cubicBezTo>
                <a:cubicBezTo>
                  <a:pt x="724366" y="120253"/>
                  <a:pt x="720791" y="122017"/>
                  <a:pt x="716323" y="120253"/>
                </a:cubicBezTo>
                <a:cubicBezTo>
                  <a:pt x="706492" y="128191"/>
                  <a:pt x="695767" y="137892"/>
                  <a:pt x="682362" y="135246"/>
                </a:cubicBezTo>
                <a:cubicBezTo>
                  <a:pt x="667169" y="134364"/>
                  <a:pt x="653763" y="124663"/>
                  <a:pt x="647507" y="111434"/>
                </a:cubicBezTo>
                <a:cubicBezTo>
                  <a:pt x="645720" y="105260"/>
                  <a:pt x="644826" y="99968"/>
                  <a:pt x="644826" y="93795"/>
                </a:cubicBezTo>
                <a:cubicBezTo>
                  <a:pt x="642145" y="90267"/>
                  <a:pt x="637677" y="88503"/>
                  <a:pt x="635889" y="84094"/>
                </a:cubicBezTo>
                <a:cubicBezTo>
                  <a:pt x="631421" y="77038"/>
                  <a:pt x="627846" y="66455"/>
                  <a:pt x="633208" y="58517"/>
                </a:cubicBezTo>
                <a:cubicBezTo>
                  <a:pt x="633655" y="57635"/>
                  <a:pt x="634772" y="55651"/>
                  <a:pt x="635778" y="54659"/>
                </a:cubicBezTo>
                <a:close/>
                <a:moveTo>
                  <a:pt x="700190" y="53074"/>
                </a:moveTo>
                <a:cubicBezTo>
                  <a:pt x="702004" y="52167"/>
                  <a:pt x="704726" y="53074"/>
                  <a:pt x="705633" y="54888"/>
                </a:cubicBezTo>
                <a:cubicBezTo>
                  <a:pt x="704726" y="56703"/>
                  <a:pt x="702911" y="57610"/>
                  <a:pt x="701097" y="58517"/>
                </a:cubicBezTo>
                <a:cubicBezTo>
                  <a:pt x="700190" y="57610"/>
                  <a:pt x="699283" y="54888"/>
                  <a:pt x="700190" y="53074"/>
                </a:cubicBezTo>
                <a:close/>
                <a:moveTo>
                  <a:pt x="559116" y="46951"/>
                </a:moveTo>
                <a:cubicBezTo>
                  <a:pt x="560984" y="46044"/>
                  <a:pt x="565653" y="44230"/>
                  <a:pt x="567521" y="46951"/>
                </a:cubicBezTo>
                <a:cubicBezTo>
                  <a:pt x="565653" y="49673"/>
                  <a:pt x="564719" y="53301"/>
                  <a:pt x="562852" y="56023"/>
                </a:cubicBezTo>
                <a:lnTo>
                  <a:pt x="552580" y="56930"/>
                </a:lnTo>
                <a:cubicBezTo>
                  <a:pt x="551646" y="53301"/>
                  <a:pt x="555381" y="48766"/>
                  <a:pt x="559116" y="46951"/>
                </a:cubicBezTo>
                <a:close/>
                <a:moveTo>
                  <a:pt x="394659" y="46703"/>
                </a:moveTo>
                <a:cubicBezTo>
                  <a:pt x="395541" y="45817"/>
                  <a:pt x="396423" y="45817"/>
                  <a:pt x="396423" y="46703"/>
                </a:cubicBezTo>
                <a:cubicBezTo>
                  <a:pt x="400833" y="52902"/>
                  <a:pt x="399951" y="59987"/>
                  <a:pt x="399951" y="67073"/>
                </a:cubicBezTo>
                <a:cubicBezTo>
                  <a:pt x="398187" y="76815"/>
                  <a:pt x="390250" y="83014"/>
                  <a:pt x="382312" y="86557"/>
                </a:cubicBezTo>
                <a:cubicBezTo>
                  <a:pt x="381430" y="89214"/>
                  <a:pt x="382312" y="90985"/>
                  <a:pt x="382312" y="93642"/>
                </a:cubicBezTo>
                <a:cubicBezTo>
                  <a:pt x="379666" y="106041"/>
                  <a:pt x="371729" y="117555"/>
                  <a:pt x="360264" y="123754"/>
                </a:cubicBezTo>
                <a:cubicBezTo>
                  <a:pt x="346153" y="129954"/>
                  <a:pt x="331160" y="125526"/>
                  <a:pt x="319694" y="117555"/>
                </a:cubicBezTo>
                <a:cubicBezTo>
                  <a:pt x="319694" y="117555"/>
                  <a:pt x="319694" y="117555"/>
                  <a:pt x="310875" y="106927"/>
                </a:cubicBezTo>
                <a:lnTo>
                  <a:pt x="300857" y="105720"/>
                </a:lnTo>
                <a:lnTo>
                  <a:pt x="310875" y="105156"/>
                </a:lnTo>
                <a:cubicBezTo>
                  <a:pt x="311757" y="104270"/>
                  <a:pt x="314403" y="102499"/>
                  <a:pt x="315285" y="104270"/>
                </a:cubicBezTo>
                <a:cubicBezTo>
                  <a:pt x="319694" y="113126"/>
                  <a:pt x="328514" y="120212"/>
                  <a:pt x="338215" y="121983"/>
                </a:cubicBezTo>
                <a:cubicBezTo>
                  <a:pt x="353208" y="124640"/>
                  <a:pt x="365555" y="117555"/>
                  <a:pt x="373493" y="105156"/>
                </a:cubicBezTo>
                <a:cubicBezTo>
                  <a:pt x="374375" y="98956"/>
                  <a:pt x="377021" y="92756"/>
                  <a:pt x="377021" y="86557"/>
                </a:cubicBezTo>
                <a:cubicBezTo>
                  <a:pt x="378784" y="83900"/>
                  <a:pt x="382312" y="83014"/>
                  <a:pt x="385840" y="81243"/>
                </a:cubicBezTo>
                <a:cubicBezTo>
                  <a:pt x="390250" y="77700"/>
                  <a:pt x="393777" y="73272"/>
                  <a:pt x="395541" y="67958"/>
                </a:cubicBezTo>
                <a:cubicBezTo>
                  <a:pt x="395541" y="62644"/>
                  <a:pt x="399951" y="57330"/>
                  <a:pt x="395541" y="52016"/>
                </a:cubicBezTo>
                <a:cubicBezTo>
                  <a:pt x="394659" y="50245"/>
                  <a:pt x="393777" y="48474"/>
                  <a:pt x="394659" y="46703"/>
                </a:cubicBezTo>
                <a:close/>
                <a:moveTo>
                  <a:pt x="462137" y="45112"/>
                </a:moveTo>
                <a:cubicBezTo>
                  <a:pt x="466697" y="44230"/>
                  <a:pt x="470345" y="45112"/>
                  <a:pt x="473993" y="46876"/>
                </a:cubicBezTo>
                <a:cubicBezTo>
                  <a:pt x="473993" y="49521"/>
                  <a:pt x="476729" y="51285"/>
                  <a:pt x="474905" y="53049"/>
                </a:cubicBezTo>
                <a:cubicBezTo>
                  <a:pt x="473081" y="53049"/>
                  <a:pt x="469433" y="53049"/>
                  <a:pt x="468521" y="54813"/>
                </a:cubicBezTo>
                <a:cubicBezTo>
                  <a:pt x="470345" y="57459"/>
                  <a:pt x="474905" y="54813"/>
                  <a:pt x="477641" y="56577"/>
                </a:cubicBezTo>
                <a:cubicBezTo>
                  <a:pt x="479464" y="58341"/>
                  <a:pt x="481288" y="60105"/>
                  <a:pt x="482200" y="62750"/>
                </a:cubicBezTo>
                <a:cubicBezTo>
                  <a:pt x="481288" y="65396"/>
                  <a:pt x="479464" y="68924"/>
                  <a:pt x="476729" y="69806"/>
                </a:cubicBezTo>
                <a:cubicBezTo>
                  <a:pt x="474905" y="69806"/>
                  <a:pt x="473081" y="69806"/>
                  <a:pt x="471257" y="68924"/>
                </a:cubicBezTo>
                <a:cubicBezTo>
                  <a:pt x="469433" y="67160"/>
                  <a:pt x="473081" y="63632"/>
                  <a:pt x="470345" y="62750"/>
                </a:cubicBezTo>
                <a:cubicBezTo>
                  <a:pt x="468521" y="63632"/>
                  <a:pt x="467609" y="64514"/>
                  <a:pt x="467609" y="66278"/>
                </a:cubicBezTo>
                <a:cubicBezTo>
                  <a:pt x="466697" y="69806"/>
                  <a:pt x="469433" y="70688"/>
                  <a:pt x="471257" y="73334"/>
                </a:cubicBezTo>
                <a:cubicBezTo>
                  <a:pt x="475817" y="74216"/>
                  <a:pt x="480376" y="72452"/>
                  <a:pt x="483112" y="68924"/>
                </a:cubicBezTo>
                <a:cubicBezTo>
                  <a:pt x="484024" y="67160"/>
                  <a:pt x="484936" y="64514"/>
                  <a:pt x="486760" y="63632"/>
                </a:cubicBezTo>
                <a:cubicBezTo>
                  <a:pt x="488584" y="63632"/>
                  <a:pt x="490408" y="65396"/>
                  <a:pt x="491320" y="66278"/>
                </a:cubicBezTo>
                <a:cubicBezTo>
                  <a:pt x="486760" y="70688"/>
                  <a:pt x="478553" y="75098"/>
                  <a:pt x="477641" y="83035"/>
                </a:cubicBezTo>
                <a:cubicBezTo>
                  <a:pt x="475817" y="83917"/>
                  <a:pt x="473081" y="83035"/>
                  <a:pt x="471257" y="83035"/>
                </a:cubicBezTo>
                <a:cubicBezTo>
                  <a:pt x="463049" y="81271"/>
                  <a:pt x="457578" y="75098"/>
                  <a:pt x="449370" y="74216"/>
                </a:cubicBezTo>
                <a:cubicBezTo>
                  <a:pt x="448458" y="70688"/>
                  <a:pt x="450282" y="68042"/>
                  <a:pt x="452106" y="66278"/>
                </a:cubicBezTo>
                <a:cubicBezTo>
                  <a:pt x="456666" y="61869"/>
                  <a:pt x="463961" y="62750"/>
                  <a:pt x="466697" y="56577"/>
                </a:cubicBezTo>
                <a:cubicBezTo>
                  <a:pt x="463049" y="53931"/>
                  <a:pt x="460313" y="50403"/>
                  <a:pt x="460313" y="46876"/>
                </a:cubicBezTo>
                <a:cubicBezTo>
                  <a:pt x="460313" y="45994"/>
                  <a:pt x="461225" y="45112"/>
                  <a:pt x="462137" y="45112"/>
                </a:cubicBezTo>
                <a:close/>
                <a:moveTo>
                  <a:pt x="329509" y="43172"/>
                </a:moveTo>
                <a:cubicBezTo>
                  <a:pt x="330757" y="42907"/>
                  <a:pt x="331664" y="43701"/>
                  <a:pt x="330757" y="46347"/>
                </a:cubicBezTo>
                <a:cubicBezTo>
                  <a:pt x="330757" y="48463"/>
                  <a:pt x="330757" y="49522"/>
                  <a:pt x="330757" y="50580"/>
                </a:cubicBezTo>
                <a:cubicBezTo>
                  <a:pt x="328035" y="49522"/>
                  <a:pt x="327128" y="48463"/>
                  <a:pt x="326221" y="46347"/>
                </a:cubicBezTo>
                <a:cubicBezTo>
                  <a:pt x="326675" y="44759"/>
                  <a:pt x="328262" y="43436"/>
                  <a:pt x="329509" y="43172"/>
                </a:cubicBezTo>
                <a:close/>
                <a:moveTo>
                  <a:pt x="600899" y="41576"/>
                </a:moveTo>
                <a:cubicBezTo>
                  <a:pt x="602466" y="41021"/>
                  <a:pt x="604033" y="40799"/>
                  <a:pt x="605377" y="42131"/>
                </a:cubicBezTo>
                <a:cubicBezTo>
                  <a:pt x="608959" y="43906"/>
                  <a:pt x="610750" y="46570"/>
                  <a:pt x="611645" y="49234"/>
                </a:cubicBezTo>
                <a:cubicBezTo>
                  <a:pt x="613436" y="53674"/>
                  <a:pt x="610750" y="56337"/>
                  <a:pt x="607168" y="58113"/>
                </a:cubicBezTo>
                <a:cubicBezTo>
                  <a:pt x="603586" y="59889"/>
                  <a:pt x="600899" y="53674"/>
                  <a:pt x="598213" y="58113"/>
                </a:cubicBezTo>
                <a:cubicBezTo>
                  <a:pt x="597317" y="60777"/>
                  <a:pt x="598213" y="64329"/>
                  <a:pt x="599108" y="67880"/>
                </a:cubicBezTo>
                <a:cubicBezTo>
                  <a:pt x="603586" y="74096"/>
                  <a:pt x="608959" y="78535"/>
                  <a:pt x="616123" y="81199"/>
                </a:cubicBezTo>
                <a:cubicBezTo>
                  <a:pt x="618809" y="82975"/>
                  <a:pt x="619705" y="87414"/>
                  <a:pt x="621496" y="90078"/>
                </a:cubicBezTo>
                <a:cubicBezTo>
                  <a:pt x="617914" y="91854"/>
                  <a:pt x="613436" y="88302"/>
                  <a:pt x="609854" y="88302"/>
                </a:cubicBezTo>
                <a:cubicBezTo>
                  <a:pt x="598213" y="82087"/>
                  <a:pt x="588362" y="72320"/>
                  <a:pt x="586571" y="59001"/>
                </a:cubicBezTo>
                <a:cubicBezTo>
                  <a:pt x="586571" y="52786"/>
                  <a:pt x="590153" y="46570"/>
                  <a:pt x="596422" y="43019"/>
                </a:cubicBezTo>
                <a:cubicBezTo>
                  <a:pt x="597765" y="43019"/>
                  <a:pt x="599332" y="42131"/>
                  <a:pt x="600899" y="41576"/>
                </a:cubicBezTo>
                <a:close/>
                <a:moveTo>
                  <a:pt x="662121" y="41055"/>
                </a:moveTo>
                <a:cubicBezTo>
                  <a:pt x="669625" y="41055"/>
                  <a:pt x="677130" y="44683"/>
                  <a:pt x="679944" y="51941"/>
                </a:cubicBezTo>
                <a:cubicBezTo>
                  <a:pt x="680882" y="53755"/>
                  <a:pt x="681820" y="57383"/>
                  <a:pt x="679944" y="60105"/>
                </a:cubicBezTo>
                <a:cubicBezTo>
                  <a:pt x="679944" y="60105"/>
                  <a:pt x="679944" y="60105"/>
                  <a:pt x="679006" y="59198"/>
                </a:cubicBezTo>
                <a:cubicBezTo>
                  <a:pt x="677130" y="53755"/>
                  <a:pt x="674316" y="46498"/>
                  <a:pt x="667749" y="45591"/>
                </a:cubicBezTo>
                <a:cubicBezTo>
                  <a:pt x="664935" y="43776"/>
                  <a:pt x="661183" y="47405"/>
                  <a:pt x="661183" y="42869"/>
                </a:cubicBezTo>
                <a:cubicBezTo>
                  <a:pt x="661183" y="41962"/>
                  <a:pt x="661183" y="41962"/>
                  <a:pt x="662121" y="41055"/>
                </a:cubicBezTo>
                <a:close/>
                <a:moveTo>
                  <a:pt x="630154" y="41055"/>
                </a:moveTo>
                <a:cubicBezTo>
                  <a:pt x="632839" y="41055"/>
                  <a:pt x="632839" y="43731"/>
                  <a:pt x="633733" y="45516"/>
                </a:cubicBezTo>
                <a:cubicBezTo>
                  <a:pt x="635523" y="48192"/>
                  <a:pt x="632839" y="50869"/>
                  <a:pt x="631049" y="52653"/>
                </a:cubicBezTo>
                <a:cubicBezTo>
                  <a:pt x="630154" y="52653"/>
                  <a:pt x="627470" y="52653"/>
                  <a:pt x="627470" y="54437"/>
                </a:cubicBezTo>
                <a:cubicBezTo>
                  <a:pt x="629260" y="58898"/>
                  <a:pt x="626575" y="62466"/>
                  <a:pt x="626575" y="67819"/>
                </a:cubicBezTo>
                <a:cubicBezTo>
                  <a:pt x="626575" y="78525"/>
                  <a:pt x="632839" y="86554"/>
                  <a:pt x="640892" y="94584"/>
                </a:cubicBezTo>
                <a:cubicBezTo>
                  <a:pt x="640892" y="103505"/>
                  <a:pt x="642681" y="111535"/>
                  <a:pt x="648050" y="118672"/>
                </a:cubicBezTo>
                <a:cubicBezTo>
                  <a:pt x="648050" y="118672"/>
                  <a:pt x="648050" y="118672"/>
                  <a:pt x="657892" y="129378"/>
                </a:cubicBezTo>
                <a:cubicBezTo>
                  <a:pt x="669524" y="138299"/>
                  <a:pt x="686525" y="140976"/>
                  <a:pt x="699946" y="135623"/>
                </a:cubicBezTo>
                <a:cubicBezTo>
                  <a:pt x="707105" y="133838"/>
                  <a:pt x="710684" y="125809"/>
                  <a:pt x="717842" y="123133"/>
                </a:cubicBezTo>
                <a:cubicBezTo>
                  <a:pt x="730369" y="124917"/>
                  <a:pt x="743790" y="119564"/>
                  <a:pt x="750054" y="108858"/>
                </a:cubicBezTo>
                <a:cubicBezTo>
                  <a:pt x="752738" y="107074"/>
                  <a:pt x="751843" y="101721"/>
                  <a:pt x="755422" y="101721"/>
                </a:cubicBezTo>
                <a:cubicBezTo>
                  <a:pt x="759001" y="100829"/>
                  <a:pt x="761686" y="100829"/>
                  <a:pt x="764370" y="101721"/>
                </a:cubicBezTo>
                <a:cubicBezTo>
                  <a:pt x="763475" y="107966"/>
                  <a:pt x="760791" y="115103"/>
                  <a:pt x="755422" y="119564"/>
                </a:cubicBezTo>
                <a:cubicBezTo>
                  <a:pt x="751843" y="124917"/>
                  <a:pt x="745580" y="126701"/>
                  <a:pt x="740211" y="130270"/>
                </a:cubicBezTo>
                <a:cubicBezTo>
                  <a:pt x="733053" y="131162"/>
                  <a:pt x="726790" y="133838"/>
                  <a:pt x="719631" y="134730"/>
                </a:cubicBezTo>
                <a:cubicBezTo>
                  <a:pt x="707999" y="146328"/>
                  <a:pt x="691894" y="149005"/>
                  <a:pt x="675788" y="147221"/>
                </a:cubicBezTo>
                <a:cubicBezTo>
                  <a:pt x="669524" y="145436"/>
                  <a:pt x="663261" y="143652"/>
                  <a:pt x="657892" y="140083"/>
                </a:cubicBezTo>
                <a:cubicBezTo>
                  <a:pt x="642681" y="131162"/>
                  <a:pt x="633733" y="115103"/>
                  <a:pt x="631049" y="98152"/>
                </a:cubicBezTo>
                <a:cubicBezTo>
                  <a:pt x="622996" y="91015"/>
                  <a:pt x="618522" y="80309"/>
                  <a:pt x="617628" y="70496"/>
                </a:cubicBezTo>
                <a:cubicBezTo>
                  <a:pt x="616733" y="58898"/>
                  <a:pt x="622101" y="49084"/>
                  <a:pt x="630154" y="41055"/>
                </a:cubicBezTo>
                <a:close/>
                <a:moveTo>
                  <a:pt x="304264" y="40356"/>
                </a:moveTo>
                <a:cubicBezTo>
                  <a:pt x="313936" y="39467"/>
                  <a:pt x="322728" y="47468"/>
                  <a:pt x="328883" y="54580"/>
                </a:cubicBezTo>
                <a:cubicBezTo>
                  <a:pt x="331520" y="60803"/>
                  <a:pt x="334158" y="67915"/>
                  <a:pt x="330641" y="74138"/>
                </a:cubicBezTo>
                <a:cubicBezTo>
                  <a:pt x="328003" y="79472"/>
                  <a:pt x="323607" y="83917"/>
                  <a:pt x="317453" y="83028"/>
                </a:cubicBezTo>
                <a:cubicBezTo>
                  <a:pt x="314815" y="83028"/>
                  <a:pt x="312177" y="81250"/>
                  <a:pt x="310419" y="78583"/>
                </a:cubicBezTo>
                <a:cubicBezTo>
                  <a:pt x="309539" y="76805"/>
                  <a:pt x="309539" y="75027"/>
                  <a:pt x="310419" y="74138"/>
                </a:cubicBezTo>
                <a:cubicBezTo>
                  <a:pt x="312177" y="70582"/>
                  <a:pt x="316573" y="69693"/>
                  <a:pt x="320090" y="69693"/>
                </a:cubicBezTo>
                <a:cubicBezTo>
                  <a:pt x="321849" y="70582"/>
                  <a:pt x="322728" y="68804"/>
                  <a:pt x="322728" y="67915"/>
                </a:cubicBezTo>
                <a:cubicBezTo>
                  <a:pt x="322728" y="61692"/>
                  <a:pt x="318332" y="57247"/>
                  <a:pt x="313056" y="54580"/>
                </a:cubicBezTo>
                <a:cubicBezTo>
                  <a:pt x="313056" y="54580"/>
                  <a:pt x="313056" y="54580"/>
                  <a:pt x="305143" y="51913"/>
                </a:cubicBezTo>
                <a:cubicBezTo>
                  <a:pt x="296351" y="53691"/>
                  <a:pt x="290196" y="58136"/>
                  <a:pt x="284042" y="62581"/>
                </a:cubicBezTo>
                <a:cubicBezTo>
                  <a:pt x="281404" y="61692"/>
                  <a:pt x="277887" y="62581"/>
                  <a:pt x="277008" y="59914"/>
                </a:cubicBezTo>
                <a:cubicBezTo>
                  <a:pt x="281404" y="47468"/>
                  <a:pt x="292834" y="43912"/>
                  <a:pt x="304264" y="40356"/>
                </a:cubicBezTo>
                <a:close/>
                <a:moveTo>
                  <a:pt x="425071" y="38638"/>
                </a:moveTo>
                <a:cubicBezTo>
                  <a:pt x="427462" y="38096"/>
                  <a:pt x="430070" y="38313"/>
                  <a:pt x="432243" y="38746"/>
                </a:cubicBezTo>
                <a:cubicBezTo>
                  <a:pt x="436590" y="39612"/>
                  <a:pt x="439198" y="43941"/>
                  <a:pt x="441806" y="47405"/>
                </a:cubicBezTo>
                <a:cubicBezTo>
                  <a:pt x="445283" y="56930"/>
                  <a:pt x="441806" y="69053"/>
                  <a:pt x="434851" y="75114"/>
                </a:cubicBezTo>
                <a:cubicBezTo>
                  <a:pt x="427896" y="82041"/>
                  <a:pt x="419203" y="85505"/>
                  <a:pt x="409640" y="84639"/>
                </a:cubicBezTo>
                <a:cubicBezTo>
                  <a:pt x="408771" y="81175"/>
                  <a:pt x="413118" y="78578"/>
                  <a:pt x="413987" y="75114"/>
                </a:cubicBezTo>
                <a:cubicBezTo>
                  <a:pt x="419203" y="74248"/>
                  <a:pt x="425288" y="72516"/>
                  <a:pt x="428766" y="67321"/>
                </a:cubicBezTo>
                <a:cubicBezTo>
                  <a:pt x="431374" y="63857"/>
                  <a:pt x="433112" y="59528"/>
                  <a:pt x="433112" y="55198"/>
                </a:cubicBezTo>
                <a:cubicBezTo>
                  <a:pt x="430504" y="52600"/>
                  <a:pt x="423550" y="56930"/>
                  <a:pt x="420942" y="51734"/>
                </a:cubicBezTo>
                <a:cubicBezTo>
                  <a:pt x="419203" y="50003"/>
                  <a:pt x="417464" y="45673"/>
                  <a:pt x="419203" y="43075"/>
                </a:cubicBezTo>
                <a:cubicBezTo>
                  <a:pt x="420507" y="40478"/>
                  <a:pt x="422680" y="39179"/>
                  <a:pt x="425071" y="38638"/>
                </a:cubicBezTo>
                <a:close/>
                <a:moveTo>
                  <a:pt x="698330" y="37880"/>
                </a:moveTo>
                <a:cubicBezTo>
                  <a:pt x="707326" y="37880"/>
                  <a:pt x="715422" y="41452"/>
                  <a:pt x="719920" y="49488"/>
                </a:cubicBezTo>
                <a:cubicBezTo>
                  <a:pt x="718121" y="52167"/>
                  <a:pt x="714522" y="51274"/>
                  <a:pt x="710924" y="52167"/>
                </a:cubicBezTo>
                <a:cubicBezTo>
                  <a:pt x="707326" y="51274"/>
                  <a:pt x="703728" y="47702"/>
                  <a:pt x="698330" y="47702"/>
                </a:cubicBezTo>
                <a:cubicBezTo>
                  <a:pt x="699230" y="44130"/>
                  <a:pt x="692933" y="39666"/>
                  <a:pt x="698330" y="37880"/>
                </a:cubicBezTo>
                <a:close/>
                <a:moveTo>
                  <a:pt x="514153" y="34891"/>
                </a:moveTo>
                <a:cubicBezTo>
                  <a:pt x="515040" y="34004"/>
                  <a:pt x="517701" y="33117"/>
                  <a:pt x="518588" y="34891"/>
                </a:cubicBezTo>
                <a:cubicBezTo>
                  <a:pt x="523911" y="41101"/>
                  <a:pt x="531008" y="47311"/>
                  <a:pt x="528347" y="56182"/>
                </a:cubicBezTo>
                <a:cubicBezTo>
                  <a:pt x="527459" y="58843"/>
                  <a:pt x="525685" y="61505"/>
                  <a:pt x="523024" y="61505"/>
                </a:cubicBezTo>
                <a:cubicBezTo>
                  <a:pt x="523911" y="57956"/>
                  <a:pt x="525685" y="52633"/>
                  <a:pt x="521250" y="49085"/>
                </a:cubicBezTo>
                <a:cubicBezTo>
                  <a:pt x="518588" y="47311"/>
                  <a:pt x="515040" y="45537"/>
                  <a:pt x="512378" y="47311"/>
                </a:cubicBezTo>
                <a:cubicBezTo>
                  <a:pt x="510604" y="47311"/>
                  <a:pt x="508830" y="49972"/>
                  <a:pt x="507943" y="51746"/>
                </a:cubicBezTo>
                <a:cubicBezTo>
                  <a:pt x="507943" y="52633"/>
                  <a:pt x="508830" y="54408"/>
                  <a:pt x="510604" y="55295"/>
                </a:cubicBezTo>
                <a:cubicBezTo>
                  <a:pt x="514153" y="54408"/>
                  <a:pt x="510604" y="49972"/>
                  <a:pt x="514153" y="49972"/>
                </a:cubicBezTo>
                <a:cubicBezTo>
                  <a:pt x="516814" y="49085"/>
                  <a:pt x="518588" y="52633"/>
                  <a:pt x="520363" y="54408"/>
                </a:cubicBezTo>
                <a:cubicBezTo>
                  <a:pt x="521250" y="56182"/>
                  <a:pt x="519475" y="57956"/>
                  <a:pt x="518588" y="59730"/>
                </a:cubicBezTo>
                <a:cubicBezTo>
                  <a:pt x="515927" y="61505"/>
                  <a:pt x="513266" y="63279"/>
                  <a:pt x="510604" y="63279"/>
                </a:cubicBezTo>
                <a:cubicBezTo>
                  <a:pt x="507943" y="61505"/>
                  <a:pt x="503507" y="61505"/>
                  <a:pt x="502620" y="57956"/>
                </a:cubicBezTo>
                <a:cubicBezTo>
                  <a:pt x="500846" y="52633"/>
                  <a:pt x="501733" y="47311"/>
                  <a:pt x="504394" y="43762"/>
                </a:cubicBezTo>
                <a:cubicBezTo>
                  <a:pt x="507056" y="39327"/>
                  <a:pt x="511491" y="38440"/>
                  <a:pt x="514153" y="34891"/>
                </a:cubicBezTo>
                <a:close/>
                <a:moveTo>
                  <a:pt x="364208" y="34579"/>
                </a:moveTo>
                <a:cubicBezTo>
                  <a:pt x="366589" y="33641"/>
                  <a:pt x="368857" y="33406"/>
                  <a:pt x="370671" y="35282"/>
                </a:cubicBezTo>
                <a:cubicBezTo>
                  <a:pt x="369764" y="38096"/>
                  <a:pt x="366135" y="36220"/>
                  <a:pt x="363414" y="38096"/>
                </a:cubicBezTo>
                <a:lnTo>
                  <a:pt x="357064" y="43724"/>
                </a:lnTo>
                <a:cubicBezTo>
                  <a:pt x="356157" y="46539"/>
                  <a:pt x="356157" y="50291"/>
                  <a:pt x="354342" y="52167"/>
                </a:cubicBezTo>
                <a:cubicBezTo>
                  <a:pt x="352528" y="51229"/>
                  <a:pt x="351621" y="50291"/>
                  <a:pt x="351621" y="49353"/>
                </a:cubicBezTo>
                <a:cubicBezTo>
                  <a:pt x="351621" y="44663"/>
                  <a:pt x="354342" y="40910"/>
                  <a:pt x="357064" y="38096"/>
                </a:cubicBezTo>
                <a:cubicBezTo>
                  <a:pt x="359332" y="37158"/>
                  <a:pt x="361826" y="35517"/>
                  <a:pt x="364208" y="34579"/>
                </a:cubicBezTo>
                <a:close/>
                <a:moveTo>
                  <a:pt x="406143" y="34015"/>
                </a:moveTo>
                <a:cubicBezTo>
                  <a:pt x="406143" y="34015"/>
                  <a:pt x="406143" y="34015"/>
                  <a:pt x="411529" y="42993"/>
                </a:cubicBezTo>
                <a:cubicBezTo>
                  <a:pt x="414222" y="47482"/>
                  <a:pt x="414222" y="52869"/>
                  <a:pt x="415120" y="58257"/>
                </a:cubicBezTo>
                <a:cubicBezTo>
                  <a:pt x="413325" y="71724"/>
                  <a:pt x="407041" y="83396"/>
                  <a:pt x="396268" y="92375"/>
                </a:cubicBezTo>
                <a:cubicBezTo>
                  <a:pt x="394473" y="99557"/>
                  <a:pt x="392678" y="106740"/>
                  <a:pt x="389985" y="113923"/>
                </a:cubicBezTo>
                <a:cubicBezTo>
                  <a:pt x="387292" y="115719"/>
                  <a:pt x="385496" y="120208"/>
                  <a:pt x="383701" y="122901"/>
                </a:cubicBezTo>
                <a:cubicBezTo>
                  <a:pt x="370235" y="134573"/>
                  <a:pt x="352282" y="142654"/>
                  <a:pt x="333430" y="139062"/>
                </a:cubicBezTo>
                <a:cubicBezTo>
                  <a:pt x="329839" y="139062"/>
                  <a:pt x="328044" y="135471"/>
                  <a:pt x="323556" y="136369"/>
                </a:cubicBezTo>
                <a:cubicBezTo>
                  <a:pt x="316374" y="132778"/>
                  <a:pt x="310988" y="127391"/>
                  <a:pt x="305602" y="122003"/>
                </a:cubicBezTo>
                <a:cubicBezTo>
                  <a:pt x="302909" y="121106"/>
                  <a:pt x="302011" y="122003"/>
                  <a:pt x="299318" y="122003"/>
                </a:cubicBezTo>
                <a:cubicBezTo>
                  <a:pt x="293932" y="120208"/>
                  <a:pt x="287648" y="119310"/>
                  <a:pt x="283159" y="115719"/>
                </a:cubicBezTo>
                <a:cubicBezTo>
                  <a:pt x="277773" y="110331"/>
                  <a:pt x="273285" y="105842"/>
                  <a:pt x="268796" y="99557"/>
                </a:cubicBezTo>
                <a:cubicBezTo>
                  <a:pt x="268796" y="95068"/>
                  <a:pt x="264308" y="92375"/>
                  <a:pt x="266103" y="87885"/>
                </a:cubicBezTo>
                <a:cubicBezTo>
                  <a:pt x="268796" y="86090"/>
                  <a:pt x="271489" y="86988"/>
                  <a:pt x="274183" y="86988"/>
                </a:cubicBezTo>
                <a:cubicBezTo>
                  <a:pt x="276876" y="97762"/>
                  <a:pt x="283159" y="108536"/>
                  <a:pt x="293932" y="111229"/>
                </a:cubicBezTo>
                <a:cubicBezTo>
                  <a:pt x="299318" y="112127"/>
                  <a:pt x="303806" y="113025"/>
                  <a:pt x="308295" y="111229"/>
                </a:cubicBezTo>
                <a:cubicBezTo>
                  <a:pt x="312783" y="115719"/>
                  <a:pt x="316374" y="122003"/>
                  <a:pt x="322658" y="124697"/>
                </a:cubicBezTo>
                <a:cubicBezTo>
                  <a:pt x="331635" y="129186"/>
                  <a:pt x="343305" y="132778"/>
                  <a:pt x="354077" y="129186"/>
                </a:cubicBezTo>
                <a:cubicBezTo>
                  <a:pt x="368440" y="125595"/>
                  <a:pt x="380110" y="112127"/>
                  <a:pt x="384598" y="98660"/>
                </a:cubicBezTo>
                <a:cubicBezTo>
                  <a:pt x="385496" y="94170"/>
                  <a:pt x="383701" y="87885"/>
                  <a:pt x="389087" y="86090"/>
                </a:cubicBezTo>
                <a:cubicBezTo>
                  <a:pt x="396268" y="82498"/>
                  <a:pt x="400757" y="74418"/>
                  <a:pt x="403450" y="68133"/>
                </a:cubicBezTo>
                <a:cubicBezTo>
                  <a:pt x="404348" y="57359"/>
                  <a:pt x="404348" y="48380"/>
                  <a:pt x="398064" y="39402"/>
                </a:cubicBezTo>
                <a:cubicBezTo>
                  <a:pt x="400757" y="37606"/>
                  <a:pt x="402552" y="33117"/>
                  <a:pt x="406143" y="34015"/>
                </a:cubicBezTo>
                <a:close/>
                <a:moveTo>
                  <a:pt x="325745" y="31703"/>
                </a:moveTo>
                <a:cubicBezTo>
                  <a:pt x="328856" y="30587"/>
                  <a:pt x="332190" y="30587"/>
                  <a:pt x="335746" y="32820"/>
                </a:cubicBezTo>
                <a:cubicBezTo>
                  <a:pt x="335746" y="40856"/>
                  <a:pt x="326856" y="39070"/>
                  <a:pt x="322411" y="42642"/>
                </a:cubicBezTo>
                <a:cubicBezTo>
                  <a:pt x="320633" y="40856"/>
                  <a:pt x="313521" y="40856"/>
                  <a:pt x="317077" y="37284"/>
                </a:cubicBezTo>
                <a:cubicBezTo>
                  <a:pt x="319744" y="35052"/>
                  <a:pt x="322633" y="32820"/>
                  <a:pt x="325745" y="31703"/>
                </a:cubicBezTo>
                <a:close/>
                <a:moveTo>
                  <a:pt x="557996" y="27838"/>
                </a:moveTo>
                <a:cubicBezTo>
                  <a:pt x="557996" y="32268"/>
                  <a:pt x="554367" y="36698"/>
                  <a:pt x="553460" y="41129"/>
                </a:cubicBezTo>
                <a:cubicBezTo>
                  <a:pt x="551646" y="46445"/>
                  <a:pt x="551646" y="52647"/>
                  <a:pt x="547110" y="57078"/>
                </a:cubicBezTo>
                <a:cubicBezTo>
                  <a:pt x="542574" y="61508"/>
                  <a:pt x="536224" y="63280"/>
                  <a:pt x="529875" y="63280"/>
                </a:cubicBezTo>
                <a:cubicBezTo>
                  <a:pt x="529875" y="63280"/>
                  <a:pt x="529875" y="63280"/>
                  <a:pt x="528967" y="63280"/>
                </a:cubicBezTo>
                <a:cubicBezTo>
                  <a:pt x="528967" y="63280"/>
                  <a:pt x="528967" y="63280"/>
                  <a:pt x="533503" y="55305"/>
                </a:cubicBezTo>
                <a:cubicBezTo>
                  <a:pt x="538039" y="54419"/>
                  <a:pt x="541667" y="53533"/>
                  <a:pt x="544389" y="50875"/>
                </a:cubicBezTo>
                <a:cubicBezTo>
                  <a:pt x="545296" y="47331"/>
                  <a:pt x="544389" y="42901"/>
                  <a:pt x="541667" y="40243"/>
                </a:cubicBezTo>
                <a:cubicBezTo>
                  <a:pt x="540760" y="40243"/>
                  <a:pt x="540760" y="39357"/>
                  <a:pt x="539853" y="39357"/>
                </a:cubicBezTo>
                <a:cubicBezTo>
                  <a:pt x="539853" y="42015"/>
                  <a:pt x="541667" y="45559"/>
                  <a:pt x="540760" y="48217"/>
                </a:cubicBezTo>
                <a:cubicBezTo>
                  <a:pt x="538039" y="49103"/>
                  <a:pt x="536224" y="52647"/>
                  <a:pt x="533503" y="50875"/>
                </a:cubicBezTo>
                <a:cubicBezTo>
                  <a:pt x="531689" y="46445"/>
                  <a:pt x="528967" y="42015"/>
                  <a:pt x="526246" y="38471"/>
                </a:cubicBezTo>
                <a:cubicBezTo>
                  <a:pt x="527153" y="35812"/>
                  <a:pt x="529875" y="34040"/>
                  <a:pt x="531689" y="32268"/>
                </a:cubicBezTo>
                <a:cubicBezTo>
                  <a:pt x="536224" y="31382"/>
                  <a:pt x="540760" y="34926"/>
                  <a:pt x="543482" y="31382"/>
                </a:cubicBezTo>
                <a:cubicBezTo>
                  <a:pt x="547110" y="26952"/>
                  <a:pt x="552553" y="25180"/>
                  <a:pt x="557996" y="27838"/>
                </a:cubicBezTo>
                <a:close/>
                <a:moveTo>
                  <a:pt x="456899" y="27561"/>
                </a:moveTo>
                <a:cubicBezTo>
                  <a:pt x="460212" y="28582"/>
                  <a:pt x="463417" y="30623"/>
                  <a:pt x="466409" y="33344"/>
                </a:cubicBezTo>
                <a:cubicBezTo>
                  <a:pt x="468119" y="36066"/>
                  <a:pt x="470683" y="37880"/>
                  <a:pt x="470683" y="41508"/>
                </a:cubicBezTo>
                <a:cubicBezTo>
                  <a:pt x="466409" y="44230"/>
                  <a:pt x="464699" y="37880"/>
                  <a:pt x="460425" y="36973"/>
                </a:cubicBezTo>
                <a:cubicBezTo>
                  <a:pt x="457006" y="36973"/>
                  <a:pt x="454442" y="34251"/>
                  <a:pt x="451877" y="36973"/>
                </a:cubicBezTo>
                <a:cubicBezTo>
                  <a:pt x="450168" y="38787"/>
                  <a:pt x="450168" y="42416"/>
                  <a:pt x="447603" y="41508"/>
                </a:cubicBezTo>
                <a:cubicBezTo>
                  <a:pt x="444184" y="38787"/>
                  <a:pt x="437346" y="44230"/>
                  <a:pt x="439056" y="36973"/>
                </a:cubicBezTo>
                <a:cubicBezTo>
                  <a:pt x="442475" y="36066"/>
                  <a:pt x="441620" y="28808"/>
                  <a:pt x="446749" y="27901"/>
                </a:cubicBezTo>
                <a:cubicBezTo>
                  <a:pt x="450168" y="26541"/>
                  <a:pt x="453587" y="26541"/>
                  <a:pt x="456899" y="27561"/>
                </a:cubicBezTo>
                <a:close/>
                <a:moveTo>
                  <a:pt x="576592" y="26994"/>
                </a:moveTo>
                <a:cubicBezTo>
                  <a:pt x="581128" y="26994"/>
                  <a:pt x="583849" y="31530"/>
                  <a:pt x="585664" y="35158"/>
                </a:cubicBezTo>
                <a:cubicBezTo>
                  <a:pt x="585664" y="37880"/>
                  <a:pt x="586571" y="41508"/>
                  <a:pt x="583849" y="43323"/>
                </a:cubicBezTo>
                <a:cubicBezTo>
                  <a:pt x="582035" y="43323"/>
                  <a:pt x="578407" y="44230"/>
                  <a:pt x="577499" y="42416"/>
                </a:cubicBezTo>
                <a:cubicBezTo>
                  <a:pt x="573871" y="40601"/>
                  <a:pt x="577499" y="36066"/>
                  <a:pt x="574778" y="34251"/>
                </a:cubicBezTo>
                <a:cubicBezTo>
                  <a:pt x="568428" y="34251"/>
                  <a:pt x="563892" y="37880"/>
                  <a:pt x="560264" y="43323"/>
                </a:cubicBezTo>
                <a:cubicBezTo>
                  <a:pt x="559357" y="43323"/>
                  <a:pt x="557542" y="44230"/>
                  <a:pt x="557542" y="43323"/>
                </a:cubicBezTo>
                <a:cubicBezTo>
                  <a:pt x="554821" y="37880"/>
                  <a:pt x="561171" y="35158"/>
                  <a:pt x="561171" y="30623"/>
                </a:cubicBezTo>
                <a:cubicBezTo>
                  <a:pt x="564799" y="26087"/>
                  <a:pt x="571149" y="25180"/>
                  <a:pt x="576592" y="26994"/>
                </a:cubicBezTo>
                <a:close/>
                <a:moveTo>
                  <a:pt x="474335" y="26066"/>
                </a:moveTo>
                <a:cubicBezTo>
                  <a:pt x="480447" y="25180"/>
                  <a:pt x="484812" y="28724"/>
                  <a:pt x="489178" y="31382"/>
                </a:cubicBezTo>
                <a:cubicBezTo>
                  <a:pt x="492670" y="29610"/>
                  <a:pt x="497036" y="30496"/>
                  <a:pt x="499655" y="32268"/>
                </a:cubicBezTo>
                <a:cubicBezTo>
                  <a:pt x="501402" y="34926"/>
                  <a:pt x="504021" y="37585"/>
                  <a:pt x="501402" y="41129"/>
                </a:cubicBezTo>
                <a:cubicBezTo>
                  <a:pt x="499655" y="43787"/>
                  <a:pt x="498782" y="48217"/>
                  <a:pt x="494417" y="48217"/>
                </a:cubicBezTo>
                <a:cubicBezTo>
                  <a:pt x="491797" y="48217"/>
                  <a:pt x="490051" y="47331"/>
                  <a:pt x="489178" y="44673"/>
                </a:cubicBezTo>
                <a:cubicBezTo>
                  <a:pt x="488305" y="40243"/>
                  <a:pt x="495290" y="43787"/>
                  <a:pt x="492670" y="39357"/>
                </a:cubicBezTo>
                <a:cubicBezTo>
                  <a:pt x="491797" y="38471"/>
                  <a:pt x="489178" y="38471"/>
                  <a:pt x="487432" y="40243"/>
                </a:cubicBezTo>
                <a:cubicBezTo>
                  <a:pt x="484812" y="41129"/>
                  <a:pt x="485685" y="44673"/>
                  <a:pt x="486558" y="46445"/>
                </a:cubicBezTo>
                <a:cubicBezTo>
                  <a:pt x="488305" y="49103"/>
                  <a:pt x="490924" y="52647"/>
                  <a:pt x="496163" y="51761"/>
                </a:cubicBezTo>
                <a:cubicBezTo>
                  <a:pt x="497036" y="55305"/>
                  <a:pt x="498782" y="57964"/>
                  <a:pt x="499655" y="61508"/>
                </a:cubicBezTo>
                <a:cubicBezTo>
                  <a:pt x="492670" y="63280"/>
                  <a:pt x="486558" y="60622"/>
                  <a:pt x="483066" y="55305"/>
                </a:cubicBezTo>
                <a:cubicBezTo>
                  <a:pt x="476954" y="46445"/>
                  <a:pt x="476954" y="35812"/>
                  <a:pt x="469096" y="28724"/>
                </a:cubicBezTo>
                <a:cubicBezTo>
                  <a:pt x="469969" y="26066"/>
                  <a:pt x="472588" y="26952"/>
                  <a:pt x="474335" y="26066"/>
                </a:cubicBezTo>
                <a:close/>
                <a:moveTo>
                  <a:pt x="664783" y="25973"/>
                </a:moveTo>
                <a:cubicBezTo>
                  <a:pt x="667954" y="26540"/>
                  <a:pt x="671015" y="27674"/>
                  <a:pt x="674077" y="28128"/>
                </a:cubicBezTo>
                <a:cubicBezTo>
                  <a:pt x="681075" y="31756"/>
                  <a:pt x="688948" y="34478"/>
                  <a:pt x="691572" y="41735"/>
                </a:cubicBezTo>
                <a:cubicBezTo>
                  <a:pt x="695071" y="48992"/>
                  <a:pt x="697695" y="58063"/>
                  <a:pt x="693321" y="66228"/>
                </a:cubicBezTo>
                <a:cubicBezTo>
                  <a:pt x="690697" y="72578"/>
                  <a:pt x="687198" y="79835"/>
                  <a:pt x="678451" y="79835"/>
                </a:cubicBezTo>
                <a:cubicBezTo>
                  <a:pt x="674077" y="80742"/>
                  <a:pt x="669703" y="77113"/>
                  <a:pt x="666204" y="75299"/>
                </a:cubicBezTo>
                <a:cubicBezTo>
                  <a:pt x="663580" y="71670"/>
                  <a:pt x="663580" y="67135"/>
                  <a:pt x="665330" y="63506"/>
                </a:cubicBezTo>
                <a:cubicBezTo>
                  <a:pt x="665330" y="61692"/>
                  <a:pt x="668829" y="61692"/>
                  <a:pt x="670578" y="60785"/>
                </a:cubicBezTo>
                <a:cubicBezTo>
                  <a:pt x="675827" y="59878"/>
                  <a:pt x="674077" y="67135"/>
                  <a:pt x="678451" y="66228"/>
                </a:cubicBezTo>
                <a:cubicBezTo>
                  <a:pt x="682824" y="63506"/>
                  <a:pt x="683699" y="57156"/>
                  <a:pt x="682824" y="51713"/>
                </a:cubicBezTo>
                <a:cubicBezTo>
                  <a:pt x="681950" y="45363"/>
                  <a:pt x="677576" y="42642"/>
                  <a:pt x="672328" y="39013"/>
                </a:cubicBezTo>
                <a:cubicBezTo>
                  <a:pt x="667954" y="36292"/>
                  <a:pt x="660081" y="39920"/>
                  <a:pt x="658332" y="34478"/>
                </a:cubicBezTo>
                <a:cubicBezTo>
                  <a:pt x="658332" y="31756"/>
                  <a:pt x="654833" y="29942"/>
                  <a:pt x="654833" y="27220"/>
                </a:cubicBezTo>
                <a:cubicBezTo>
                  <a:pt x="658332" y="25406"/>
                  <a:pt x="661612" y="25406"/>
                  <a:pt x="664783" y="25973"/>
                </a:cubicBezTo>
                <a:close/>
                <a:moveTo>
                  <a:pt x="378608" y="21652"/>
                </a:moveTo>
                <a:cubicBezTo>
                  <a:pt x="378608" y="25179"/>
                  <a:pt x="375052" y="27825"/>
                  <a:pt x="373274" y="30471"/>
                </a:cubicBezTo>
                <a:cubicBezTo>
                  <a:pt x="365273" y="29589"/>
                  <a:pt x="357272" y="32235"/>
                  <a:pt x="351938" y="37526"/>
                </a:cubicBezTo>
                <a:cubicBezTo>
                  <a:pt x="349271" y="43700"/>
                  <a:pt x="343937" y="49874"/>
                  <a:pt x="347493" y="56047"/>
                </a:cubicBezTo>
                <a:cubicBezTo>
                  <a:pt x="351938" y="59575"/>
                  <a:pt x="354605" y="52519"/>
                  <a:pt x="358161" y="53401"/>
                </a:cubicBezTo>
                <a:cubicBezTo>
                  <a:pt x="361717" y="55165"/>
                  <a:pt x="365273" y="56929"/>
                  <a:pt x="365273" y="61339"/>
                </a:cubicBezTo>
                <a:cubicBezTo>
                  <a:pt x="365273" y="65748"/>
                  <a:pt x="360828" y="69276"/>
                  <a:pt x="356383" y="71040"/>
                </a:cubicBezTo>
                <a:cubicBezTo>
                  <a:pt x="350160" y="72804"/>
                  <a:pt x="343937" y="68394"/>
                  <a:pt x="339492" y="63985"/>
                </a:cubicBezTo>
                <a:cubicBezTo>
                  <a:pt x="335047" y="56929"/>
                  <a:pt x="334158" y="46346"/>
                  <a:pt x="336825" y="38408"/>
                </a:cubicBezTo>
                <a:cubicBezTo>
                  <a:pt x="345715" y="24297"/>
                  <a:pt x="362606" y="17242"/>
                  <a:pt x="378608" y="21652"/>
                </a:cubicBezTo>
                <a:close/>
                <a:moveTo>
                  <a:pt x="462591" y="658"/>
                </a:moveTo>
                <a:cubicBezTo>
                  <a:pt x="483964" y="-220"/>
                  <a:pt x="503556" y="-220"/>
                  <a:pt x="525820" y="658"/>
                </a:cubicBezTo>
                <a:cubicBezTo>
                  <a:pt x="530272" y="-220"/>
                  <a:pt x="536506" y="658"/>
                  <a:pt x="541849" y="658"/>
                </a:cubicBezTo>
                <a:cubicBezTo>
                  <a:pt x="548974" y="2414"/>
                  <a:pt x="557879" y="1536"/>
                  <a:pt x="566785" y="3293"/>
                </a:cubicBezTo>
                <a:cubicBezTo>
                  <a:pt x="587267" y="5927"/>
                  <a:pt x="605078" y="8562"/>
                  <a:pt x="624670" y="13831"/>
                </a:cubicBezTo>
                <a:cubicBezTo>
                  <a:pt x="639810" y="18222"/>
                  <a:pt x="654949" y="29638"/>
                  <a:pt x="658511" y="45446"/>
                </a:cubicBezTo>
                <a:cubicBezTo>
                  <a:pt x="661183" y="56862"/>
                  <a:pt x="658511" y="68279"/>
                  <a:pt x="651387" y="77061"/>
                </a:cubicBezTo>
                <a:cubicBezTo>
                  <a:pt x="648715" y="77939"/>
                  <a:pt x="646934" y="82330"/>
                  <a:pt x="644262" y="81452"/>
                </a:cubicBezTo>
                <a:cubicBezTo>
                  <a:pt x="642481" y="78817"/>
                  <a:pt x="638919" y="75304"/>
                  <a:pt x="641591" y="71792"/>
                </a:cubicBezTo>
                <a:cubicBezTo>
                  <a:pt x="649606" y="63010"/>
                  <a:pt x="650496" y="49837"/>
                  <a:pt x="645153" y="40177"/>
                </a:cubicBezTo>
                <a:cubicBezTo>
                  <a:pt x="632685" y="21735"/>
                  <a:pt x="609531" y="24369"/>
                  <a:pt x="590830" y="18222"/>
                </a:cubicBezTo>
                <a:cubicBezTo>
                  <a:pt x="574800" y="16466"/>
                  <a:pt x="557879" y="13831"/>
                  <a:pt x="542740" y="12953"/>
                </a:cubicBezTo>
                <a:cubicBezTo>
                  <a:pt x="521367" y="11196"/>
                  <a:pt x="499994" y="10318"/>
                  <a:pt x="478620" y="12075"/>
                </a:cubicBezTo>
                <a:cubicBezTo>
                  <a:pt x="478620" y="12075"/>
                  <a:pt x="478620" y="12075"/>
                  <a:pt x="468824" y="12075"/>
                </a:cubicBezTo>
                <a:cubicBezTo>
                  <a:pt x="467043" y="12075"/>
                  <a:pt x="467043" y="13831"/>
                  <a:pt x="467934" y="14709"/>
                </a:cubicBezTo>
                <a:cubicBezTo>
                  <a:pt x="488416" y="14709"/>
                  <a:pt x="509790" y="13831"/>
                  <a:pt x="531163" y="14709"/>
                </a:cubicBezTo>
                <a:cubicBezTo>
                  <a:pt x="546302" y="15587"/>
                  <a:pt x="562332" y="16466"/>
                  <a:pt x="577471" y="19100"/>
                </a:cubicBezTo>
                <a:cubicBezTo>
                  <a:pt x="592611" y="20856"/>
                  <a:pt x="605969" y="25247"/>
                  <a:pt x="620218" y="27882"/>
                </a:cubicBezTo>
                <a:cubicBezTo>
                  <a:pt x="624670" y="23491"/>
                  <a:pt x="627342" y="31395"/>
                  <a:pt x="631795" y="32273"/>
                </a:cubicBezTo>
                <a:cubicBezTo>
                  <a:pt x="639810" y="34029"/>
                  <a:pt x="643372" y="43689"/>
                  <a:pt x="645153" y="51593"/>
                </a:cubicBezTo>
                <a:cubicBezTo>
                  <a:pt x="644262" y="56862"/>
                  <a:pt x="644262" y="63888"/>
                  <a:pt x="639810" y="68279"/>
                </a:cubicBezTo>
                <a:cubicBezTo>
                  <a:pt x="638029" y="63010"/>
                  <a:pt x="642481" y="58619"/>
                  <a:pt x="641591" y="53350"/>
                </a:cubicBezTo>
                <a:cubicBezTo>
                  <a:pt x="641591" y="45446"/>
                  <a:pt x="635357" y="38420"/>
                  <a:pt x="629123" y="34029"/>
                </a:cubicBezTo>
                <a:cubicBezTo>
                  <a:pt x="626451" y="34029"/>
                  <a:pt x="622889" y="36664"/>
                  <a:pt x="620218" y="34029"/>
                </a:cubicBezTo>
                <a:cubicBezTo>
                  <a:pt x="620218" y="34029"/>
                  <a:pt x="620218" y="34029"/>
                  <a:pt x="618437" y="31395"/>
                </a:cubicBezTo>
                <a:cubicBezTo>
                  <a:pt x="596173" y="26126"/>
                  <a:pt x="572128" y="22613"/>
                  <a:pt x="549864" y="20856"/>
                </a:cubicBezTo>
                <a:cubicBezTo>
                  <a:pt x="545412" y="19978"/>
                  <a:pt x="540959" y="20856"/>
                  <a:pt x="536506" y="19100"/>
                </a:cubicBezTo>
                <a:cubicBezTo>
                  <a:pt x="519586" y="19100"/>
                  <a:pt x="503556" y="18222"/>
                  <a:pt x="488416" y="19100"/>
                </a:cubicBezTo>
                <a:cubicBezTo>
                  <a:pt x="473277" y="18222"/>
                  <a:pt x="458138" y="20856"/>
                  <a:pt x="442998" y="22613"/>
                </a:cubicBezTo>
                <a:cubicBezTo>
                  <a:pt x="438546" y="23491"/>
                  <a:pt x="433202" y="22613"/>
                  <a:pt x="428750" y="25247"/>
                </a:cubicBezTo>
                <a:cubicBezTo>
                  <a:pt x="423406" y="24369"/>
                  <a:pt x="418063" y="26126"/>
                  <a:pt x="413610" y="27004"/>
                </a:cubicBezTo>
                <a:cubicBezTo>
                  <a:pt x="405595" y="27882"/>
                  <a:pt x="396690" y="33151"/>
                  <a:pt x="393128" y="41055"/>
                </a:cubicBezTo>
                <a:cubicBezTo>
                  <a:pt x="389566" y="46324"/>
                  <a:pt x="390456" y="53350"/>
                  <a:pt x="393128" y="58619"/>
                </a:cubicBezTo>
                <a:cubicBezTo>
                  <a:pt x="393128" y="60375"/>
                  <a:pt x="393128" y="62131"/>
                  <a:pt x="392237" y="63888"/>
                </a:cubicBezTo>
                <a:cubicBezTo>
                  <a:pt x="387784" y="62131"/>
                  <a:pt x="386003" y="55984"/>
                  <a:pt x="386003" y="51593"/>
                </a:cubicBezTo>
                <a:cubicBezTo>
                  <a:pt x="386003" y="41933"/>
                  <a:pt x="393128" y="34029"/>
                  <a:pt x="400252" y="27882"/>
                </a:cubicBezTo>
                <a:cubicBezTo>
                  <a:pt x="416282" y="19978"/>
                  <a:pt x="434984" y="19100"/>
                  <a:pt x="452795" y="16466"/>
                </a:cubicBezTo>
                <a:cubicBezTo>
                  <a:pt x="452795" y="16466"/>
                  <a:pt x="452795" y="16466"/>
                  <a:pt x="465262" y="16466"/>
                </a:cubicBezTo>
                <a:cubicBezTo>
                  <a:pt x="465262" y="15587"/>
                  <a:pt x="465262" y="14709"/>
                  <a:pt x="465262" y="13831"/>
                </a:cubicBezTo>
                <a:cubicBezTo>
                  <a:pt x="461700" y="11196"/>
                  <a:pt x="458138" y="13831"/>
                  <a:pt x="453685" y="13831"/>
                </a:cubicBezTo>
                <a:cubicBezTo>
                  <a:pt x="435874" y="13831"/>
                  <a:pt x="418954" y="17344"/>
                  <a:pt x="402033" y="22613"/>
                </a:cubicBezTo>
                <a:cubicBezTo>
                  <a:pt x="390456" y="28760"/>
                  <a:pt x="379770" y="42811"/>
                  <a:pt x="382441" y="55984"/>
                </a:cubicBezTo>
                <a:cubicBezTo>
                  <a:pt x="383332" y="61253"/>
                  <a:pt x="386003" y="65644"/>
                  <a:pt x="390456" y="69157"/>
                </a:cubicBezTo>
                <a:cubicBezTo>
                  <a:pt x="391347" y="71792"/>
                  <a:pt x="388675" y="73548"/>
                  <a:pt x="386894" y="75304"/>
                </a:cubicBezTo>
                <a:cubicBezTo>
                  <a:pt x="380660" y="77061"/>
                  <a:pt x="377988" y="69157"/>
                  <a:pt x="373536" y="65644"/>
                </a:cubicBezTo>
                <a:cubicBezTo>
                  <a:pt x="373536" y="65644"/>
                  <a:pt x="373536" y="65644"/>
                  <a:pt x="374426" y="63010"/>
                </a:cubicBezTo>
                <a:cubicBezTo>
                  <a:pt x="370864" y="62131"/>
                  <a:pt x="371755" y="56862"/>
                  <a:pt x="369973" y="52471"/>
                </a:cubicBezTo>
                <a:cubicBezTo>
                  <a:pt x="369083" y="40177"/>
                  <a:pt x="377098" y="30517"/>
                  <a:pt x="385113" y="21735"/>
                </a:cubicBezTo>
                <a:cubicBezTo>
                  <a:pt x="391347" y="16466"/>
                  <a:pt x="397580" y="12075"/>
                  <a:pt x="404705" y="11196"/>
                </a:cubicBezTo>
                <a:cubicBezTo>
                  <a:pt x="422516" y="4171"/>
                  <a:pt x="442998" y="3293"/>
                  <a:pt x="462591" y="658"/>
                </a:cubicBezTo>
                <a:close/>
              </a:path>
            </a:pathLst>
          </a:custGeom>
          <a:solidFill>
            <a:srgbClr val="5B9BD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35000" tIns="135000" rIns="135000" bIns="135000" anchor="ctr" anchorCtr="0">
            <a:normAutofit/>
          </a:bodyPr>
          <a:lstStyle>
            <a:lvl1pPr>
              <a:defRPr>
                <a:solidFill>
                  <a:sysClr val="windowText" lastClr="000000"/>
                </a:solidFill>
                <a:latin typeface="Calibri" panose="020F0502020204030204" charset="0"/>
                <a:ea typeface="宋体" panose="02010600030101010101" pitchFamily="2" charset="-122"/>
              </a:defRPr>
            </a:lvl1pPr>
            <a:lvl2pPr marL="742950" indent="-285750">
              <a:defRPr>
                <a:solidFill>
                  <a:sysClr val="windowText" lastClr="000000"/>
                </a:solidFill>
                <a:latin typeface="Calibri" panose="020F0502020204030204" charset="0"/>
                <a:ea typeface="宋体" panose="02010600030101010101" pitchFamily="2" charset="-122"/>
              </a:defRPr>
            </a:lvl2pPr>
            <a:lvl3pPr marL="1143000" indent="-228600">
              <a:defRPr>
                <a:solidFill>
                  <a:sysClr val="windowText" lastClr="000000"/>
                </a:solidFill>
                <a:latin typeface="Calibri" panose="020F0502020204030204" charset="0"/>
                <a:ea typeface="宋体" panose="02010600030101010101" pitchFamily="2" charset="-122"/>
              </a:defRPr>
            </a:lvl3pPr>
            <a:lvl4pPr marL="1600200" indent="-228600">
              <a:defRPr>
                <a:solidFill>
                  <a:sysClr val="windowText" lastClr="000000"/>
                </a:solidFill>
                <a:latin typeface="Calibri" panose="020F0502020204030204" charset="0"/>
                <a:ea typeface="宋体" panose="02010600030101010101" pitchFamily="2" charset="-122"/>
              </a:defRPr>
            </a:lvl4pPr>
            <a:lvl5pPr marL="2057400" indent="-228600">
              <a:defRPr>
                <a:solidFill>
                  <a:sysClr val="windowText" lastClr="000000"/>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宋体" panose="02010600030101010101" pitchFamily="2" charset="-122"/>
              </a:defRPr>
            </a:lvl9pPr>
          </a:lstStyle>
          <a:p>
            <a:pPr algn="ctr"/>
            <a:r>
              <a:rPr lang="zh-CN" altLang="en-US" sz="1350" dirty="0">
                <a:solidFill>
                  <a:srgbClr val="5B9BD5"/>
                </a:solidFill>
                <a:latin typeface="华文新魏" panose="02010800040101010101" pitchFamily="2" charset="-122"/>
                <a:ea typeface="华文新魏" panose="02010800040101010101" pitchFamily="2" charset="-122"/>
              </a:rPr>
              <a:t>其他业务系统</a:t>
            </a:r>
            <a:r>
              <a:rPr lang="zh-CN" altLang="en-US" sz="1350" dirty="0">
                <a:solidFill>
                  <a:srgbClr val="5B9BD5"/>
                </a:solidFill>
                <a:latin typeface="华文新魏" panose="02010800040101010101" pitchFamily="2" charset="-122"/>
                <a:ea typeface="华文新魏" panose="02010800040101010101" pitchFamily="2" charset="-122"/>
              </a:rPr>
              <a:t>事项</a:t>
            </a:r>
            <a:endParaRPr lang="zh-CN" altLang="en-US" sz="1350" dirty="0">
              <a:solidFill>
                <a:srgbClr val="5B9BD5"/>
              </a:solidFill>
              <a:latin typeface="华文新魏" panose="02010800040101010101" pitchFamily="2" charset="-122"/>
              <a:ea typeface="华文新魏" panose="02010800040101010101" pitchFamily="2" charset="-122"/>
            </a:endParaRPr>
          </a:p>
        </p:txBody>
      </p:sp>
      <p:grpSp>
        <p:nvGrpSpPr>
          <p:cNvPr id="11" name="组合 10"/>
          <p:cNvGrpSpPr/>
          <p:nvPr>
            <p:custDataLst>
              <p:tags r:id="rId4"/>
            </p:custDataLst>
          </p:nvPr>
        </p:nvGrpSpPr>
        <p:grpSpPr>
          <a:xfrm>
            <a:off x="3898716" y="3189334"/>
            <a:ext cx="1290306" cy="840006"/>
            <a:chOff x="5700202" y="3105825"/>
            <a:chExt cx="1374361" cy="766389"/>
          </a:xfrm>
        </p:grpSpPr>
        <p:cxnSp>
          <p:nvCxnSpPr>
            <p:cNvPr id="9" name="直接箭头连接符 8"/>
            <p:cNvCxnSpPr/>
            <p:nvPr>
              <p:custDataLst>
                <p:tags r:id="rId5"/>
              </p:custDataLst>
            </p:nvPr>
          </p:nvCxnSpPr>
          <p:spPr>
            <a:xfrm rot="19800000" flipH="1">
              <a:off x="7074562" y="3105826"/>
              <a:ext cx="1" cy="766388"/>
            </a:xfrm>
            <a:prstGeom prst="straightConnector1">
              <a:avLst/>
            </a:prstGeom>
            <a:noFill/>
            <a:ln w="38100" cap="flat" cmpd="sng" algn="ctr">
              <a:solidFill>
                <a:srgbClr val="5B9BD5"/>
              </a:solidFill>
              <a:prstDash val="solid"/>
              <a:miter lim="800000"/>
              <a:headEnd w="lg" len="lg"/>
              <a:tailEnd type="triangle"/>
            </a:ln>
            <a:effectLst/>
          </p:spPr>
        </p:cxnSp>
        <p:cxnSp>
          <p:nvCxnSpPr>
            <p:cNvPr id="10" name="直接箭头连接符 9"/>
            <p:cNvCxnSpPr/>
            <p:nvPr>
              <p:custDataLst>
                <p:tags r:id="rId6"/>
              </p:custDataLst>
            </p:nvPr>
          </p:nvCxnSpPr>
          <p:spPr>
            <a:xfrm rot="1800000" flipH="1">
              <a:off x="5700202" y="3105825"/>
              <a:ext cx="1" cy="766388"/>
            </a:xfrm>
            <a:prstGeom prst="straightConnector1">
              <a:avLst/>
            </a:prstGeom>
            <a:noFill/>
            <a:ln w="38100" cap="flat" cmpd="sng" algn="ctr">
              <a:solidFill>
                <a:srgbClr val="5B9BD5"/>
              </a:solidFill>
              <a:prstDash val="solid"/>
              <a:miter lim="800000"/>
              <a:headEnd w="lg" len="lg"/>
              <a:tailEnd type="triangle"/>
            </a:ln>
            <a:effectLst/>
          </p:spPr>
        </p:cxnSp>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对号入座的</a:t>
            </a:r>
            <a:r>
              <a:rPr lang="zh-CN" altLang="en-US" dirty="0"/>
              <a:t>概念</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t>所谓“对号入座”，是指机关、单位在定密时，</a:t>
            </a:r>
            <a:r>
              <a:rPr lang="zh-CN" altLang="en-US" dirty="0">
                <a:solidFill>
                  <a:srgbClr val="FF0000"/>
                </a:solidFill>
              </a:rPr>
              <a:t>直接对照</a:t>
            </a:r>
            <a:r>
              <a:rPr lang="zh-CN" altLang="en-US" dirty="0"/>
              <a:t>相关国家秘密事项范围规定的条款，判定某事项是否属于国家秘密，并对照其规定确定该事项的密级、保密期限、知悉范围。</a:t>
            </a:r>
            <a:endParaRPr lang="en-US" altLang="zh-CN" dirty="0"/>
          </a:p>
          <a:p>
            <a:r>
              <a:rPr lang="zh-CN" altLang="en-US" dirty="0"/>
              <a:t>目前，国家保密行政管理部门和中央有关机关相继制定的近百个国家秘密事项范围的规定，基本满足了各行业领域定密工作的需要，同时国家保密行政管理部门就范围规定的科学性、适用性问题进行了长期的探索，形式和内容不断完善。</a:t>
            </a:r>
            <a:endParaRPr lang="zh-CN" altLang="en-US" dirty="0"/>
          </a:p>
          <a:p>
            <a:endParaRPr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dirty="0"/>
              <a:t>采取“对号入座”定密，</a:t>
            </a:r>
            <a:endParaRPr lang="en-US" altLang="zh-CN" dirty="0"/>
          </a:p>
          <a:p>
            <a:r>
              <a:rPr lang="zh-CN" altLang="en-US" dirty="0"/>
              <a:t>一是根据需要定密事项的性质，确定所适用的国家秘密事项范围的规定。</a:t>
            </a:r>
            <a:r>
              <a:rPr lang="zh-CN" altLang="en-US" dirty="0">
                <a:solidFill>
                  <a:srgbClr val="FF0000"/>
                </a:solidFill>
              </a:rPr>
              <a:t>例如</a:t>
            </a:r>
            <a:r>
              <a:rPr lang="zh-CN" altLang="en-US" dirty="0"/>
              <a:t>，属于财政工作方面的定密，即对照“财政工作国家秘密范围的规定”进行定密，属于测绘工作面的，就对照“测绘工作国家秘密范围的规定”进行定密。</a:t>
            </a:r>
            <a:endParaRPr lang="en-US" altLang="zh-CN" dirty="0"/>
          </a:p>
          <a:p>
            <a:endParaRPr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77500" lnSpcReduction="20000"/>
          </a:bodyPr>
          <a:lstStyle/>
          <a:p>
            <a:r>
              <a:rPr lang="zh-CN" altLang="en-US" dirty="0"/>
              <a:t>二是对照所选用国家秘密事项范围规定的相关条款，确定该事项的密级、保密期限和知悉范围。</a:t>
            </a:r>
            <a:endParaRPr lang="en-US" altLang="zh-CN" dirty="0"/>
          </a:p>
          <a:p>
            <a:r>
              <a:rPr lang="zh-CN" altLang="en-US" dirty="0">
                <a:solidFill>
                  <a:srgbClr val="FF0000"/>
                </a:solidFill>
              </a:rPr>
              <a:t>如</a:t>
            </a:r>
            <a:r>
              <a:rPr lang="zh-CN" altLang="en-US" dirty="0"/>
              <a:t>某地震预报监测机构在地震监测中形成一组“地磁绝对观测原始测量数据”，要确认该数据是否属于国家秘密和属于何种密级，就对照“防震减灾工作国家秘密范围的规定”中的相关条款，对该数据的密级、保密期限、知悉范围予以确认。</a:t>
            </a:r>
            <a:endParaRPr lang="en-US" altLang="zh-CN" dirty="0"/>
          </a:p>
          <a:p>
            <a:r>
              <a:rPr lang="zh-CN" altLang="en-US" dirty="0"/>
              <a:t>也就是说，机关单位的定密承办人或定密责任人，在对本机关、本单位产生的某一具体事项是否应当定密时予以比对，对得上的，就依据规定予以定密；对不上且确实具备国家秘密基本要素的，则按不明确事项的处理程序，先行采取保护措施，并按照管理权限报请有权确定的机关单位确定。</a:t>
            </a:r>
            <a:endParaRPr lang="zh-CN" altLang="en-US" dirty="0"/>
          </a:p>
          <a:p>
            <a:endParaRPr lang="zh-CN"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定密承办人和定密责任人，一定要紧密结合本地区、本部门的实际，认真学习、研究国家秘密事项范围的规定，努力提高自身分析问题和判断事物的能力。</a:t>
            </a:r>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2.</a:t>
            </a:r>
            <a:r>
              <a:rPr lang="zh-CN" altLang="en-US" b="1" dirty="0"/>
              <a:t>使用</a:t>
            </a:r>
            <a:r>
              <a:rPr lang="en-US" altLang="zh-CN" b="1" dirty="0"/>
              <a:t>《</a:t>
            </a:r>
            <a:r>
              <a:rPr lang="zh-CN" altLang="en-US" b="1" dirty="0"/>
              <a:t>保密事项范围</a:t>
            </a:r>
            <a:r>
              <a:rPr lang="en-US" altLang="zh-CN" b="1" dirty="0"/>
              <a:t>》</a:t>
            </a:r>
            <a:r>
              <a:rPr lang="zh-CN" altLang="en-US" b="1" dirty="0"/>
              <a:t>时应注意的问题及处理原则</a:t>
            </a:r>
            <a:r>
              <a:rPr lang="zh-CN" altLang="en-US" b="1" dirty="0" smtClean="0"/>
              <a:t>：</a:t>
            </a:r>
            <a:endParaRPr lang="zh-CN" altLang="en-US" dirty="0"/>
          </a:p>
        </p:txBody>
      </p:sp>
      <p:sp>
        <p:nvSpPr>
          <p:cNvPr id="3" name="内容占位符 2"/>
          <p:cNvSpPr>
            <a:spLocks noGrp="1"/>
          </p:cNvSpPr>
          <p:nvPr>
            <p:ph idx="1"/>
          </p:nvPr>
        </p:nvSpPr>
        <p:spPr/>
        <p:txBody>
          <a:bodyPr>
            <a:normAutofit/>
          </a:bodyPr>
          <a:lstStyle/>
          <a:p>
            <a:r>
              <a:rPr lang="zh-CN" altLang="en-US" b="1" dirty="0"/>
              <a:t>    </a:t>
            </a:r>
            <a:r>
              <a:rPr lang="zh-CN" altLang="en-US" b="1" dirty="0" smtClean="0"/>
              <a:t>（</a:t>
            </a:r>
            <a:r>
              <a:rPr lang="en-US" altLang="zh-CN" b="1" dirty="0" smtClean="0"/>
              <a:t>1</a:t>
            </a:r>
            <a:r>
              <a:rPr lang="zh-CN" altLang="en-US" b="1" dirty="0" smtClean="0"/>
              <a:t>）注意</a:t>
            </a:r>
            <a:r>
              <a:rPr lang="zh-CN" altLang="en-US" b="1" dirty="0"/>
              <a:t>条款结构</a:t>
            </a:r>
            <a:r>
              <a:rPr lang="zh-CN" altLang="en-US" b="1" dirty="0" smtClean="0"/>
              <a:t>。</a:t>
            </a:r>
            <a:endParaRPr lang="zh-CN" altLang="en-US" b="1" dirty="0" smtClean="0"/>
          </a:p>
          <a:p>
            <a:r>
              <a:rPr lang="zh-CN" altLang="en-US" dirty="0" smtClean="0"/>
              <a:t>基本</a:t>
            </a:r>
            <a:r>
              <a:rPr lang="zh-CN" altLang="en-US" dirty="0"/>
              <a:t>结构：事项加上若干限制条件。不能少用或多用限制条件，否则会出现错定、漏定国家秘密的现象。去年以来个别新调整的</a:t>
            </a:r>
            <a:r>
              <a:rPr lang="en-US" altLang="zh-CN" dirty="0"/>
              <a:t>《</a:t>
            </a:r>
            <a:r>
              <a:rPr lang="zh-CN" altLang="en-US" dirty="0"/>
              <a:t>保密事项范围</a:t>
            </a:r>
            <a:r>
              <a:rPr lang="en-US" altLang="zh-CN" dirty="0"/>
              <a:t>》</a:t>
            </a:r>
            <a:r>
              <a:rPr lang="zh-CN" altLang="en-US" dirty="0"/>
              <a:t>出现了以公开或泄露后的后果作保密条款的新的形式，如国土资源管理工作。</a:t>
            </a:r>
            <a:endParaRPr lang="zh-CN" altLang="en-US" dirty="0"/>
          </a:p>
          <a:p>
            <a:r>
              <a:rPr lang="zh-CN" altLang="en-US" b="1" dirty="0"/>
              <a:t>   </a:t>
            </a:r>
            <a:endParaRPr lang="zh-CN" alt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a:lnSpc>
                <a:spcPct val="150000"/>
              </a:lnSpc>
            </a:pPr>
            <a:r>
              <a:rPr lang="zh-CN" altLang="en-US" dirty="0"/>
              <a:t>一是以区域或行政级别作为限制条件</a:t>
            </a:r>
            <a:endParaRPr lang="en-US" altLang="zh-CN" dirty="0"/>
          </a:p>
          <a:p>
            <a:pPr>
              <a:lnSpc>
                <a:spcPct val="150000"/>
              </a:lnSpc>
            </a:pPr>
            <a:r>
              <a:rPr lang="zh-CN" altLang="en-US" dirty="0"/>
              <a:t>二是以程度和规模作为限制条件</a:t>
            </a:r>
            <a:endParaRPr lang="en-US" altLang="zh-CN" dirty="0"/>
          </a:p>
          <a:p>
            <a:pPr>
              <a:lnSpc>
                <a:spcPct val="150000"/>
              </a:lnSpc>
            </a:pPr>
            <a:r>
              <a:rPr lang="zh-CN" altLang="en-US" dirty="0"/>
              <a:t>三是以事项的性质作为限制性条件</a:t>
            </a:r>
            <a:endParaRPr lang="en-US" altLang="zh-CN" dirty="0"/>
          </a:p>
          <a:p>
            <a:pPr>
              <a:lnSpc>
                <a:spcPct val="150000"/>
              </a:lnSpc>
            </a:pPr>
            <a:r>
              <a:rPr lang="en-US" dirty="0">
                <a:hlinkClick r:id="rId1"/>
              </a:rPr>
              <a:t>http://www.baomi.org/bmyw_info.php?optionid=30&amp;auto_id=828</a:t>
            </a:r>
            <a:endParaRPr lang="zh-CN" alt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600200"/>
            <a:ext cx="8229600" cy="4900634"/>
          </a:xfrm>
        </p:spPr>
        <p:txBody>
          <a:bodyPr>
            <a:normAutofit/>
          </a:bodyPr>
          <a:lstStyle/>
          <a:p>
            <a:r>
              <a:rPr lang="zh-CN" altLang="en-US" b="1" dirty="0" smtClean="0"/>
              <a:t>（</a:t>
            </a:r>
            <a:r>
              <a:rPr lang="en-US" altLang="zh-CN" b="1" dirty="0" smtClean="0"/>
              <a:t>2</a:t>
            </a:r>
            <a:r>
              <a:rPr lang="zh-CN" altLang="en-US" b="1" dirty="0" smtClean="0"/>
              <a:t>）注意</a:t>
            </a:r>
            <a:r>
              <a:rPr lang="zh-CN" altLang="en-US" b="1" dirty="0"/>
              <a:t>条款所确指的事项涉及的级别层次。</a:t>
            </a:r>
            <a:endParaRPr lang="en-US" altLang="zh-CN" b="1" dirty="0"/>
          </a:p>
          <a:p>
            <a:r>
              <a:rPr lang="zh-CN" altLang="en-US" b="1" dirty="0"/>
              <a:t>一是</a:t>
            </a:r>
            <a:r>
              <a:rPr lang="zh-CN" altLang="en-US" dirty="0"/>
              <a:t>凡</a:t>
            </a:r>
            <a:r>
              <a:rPr lang="en-US" altLang="zh-CN" dirty="0"/>
              <a:t>《</a:t>
            </a:r>
            <a:r>
              <a:rPr lang="zh-CN" altLang="en-US" dirty="0"/>
              <a:t>保密事项范围</a:t>
            </a:r>
            <a:r>
              <a:rPr lang="en-US" altLang="zh-CN" dirty="0"/>
              <a:t>》</a:t>
            </a:r>
            <a:r>
              <a:rPr lang="zh-CN" altLang="en-US" dirty="0"/>
              <a:t>条款中规定了级别或层次的（如国家、中央、省、地市级、设区的市、不设区的市、县、县级市、市辖区等），应严格执行。</a:t>
            </a:r>
            <a:endParaRPr lang="zh-CN" alt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b="1" dirty="0"/>
              <a:t>二是</a:t>
            </a:r>
            <a:r>
              <a:rPr lang="zh-CN" altLang="en-US" dirty="0"/>
              <a:t>只带有全国性限制词的条文，仅限于全国性的项目。</a:t>
            </a:r>
            <a:endParaRPr lang="en-US" altLang="zh-CN" dirty="0"/>
          </a:p>
          <a:p>
            <a:r>
              <a:rPr lang="zh-CN" altLang="en-US" b="1" dirty="0"/>
              <a:t>三是</a:t>
            </a:r>
            <a:r>
              <a:rPr lang="zh-CN" altLang="en-US" dirty="0"/>
              <a:t>如没有明确规定级别或层次的（除以性质为限制条件的外），应当限定在中央或全国这个层次上，不得扩大到地方各级。如人事工作中“尚未出台的工资调整方案”，是指全国的方案。</a:t>
            </a:r>
            <a:endParaRPr lang="zh-CN" alt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b="1" dirty="0"/>
              <a:t>四是</a:t>
            </a:r>
            <a:r>
              <a:rPr lang="zh-CN" altLang="en-US" dirty="0"/>
              <a:t>如以事项的性质等作为限制条件的，应根据其性质认定，无须考虑该事项所涉及的级别层次。如民族工作保密范围中的绝密级事项“对民族分裂活动采取的对策和措施”等即属此种情况。</a:t>
            </a:r>
            <a:endParaRPr lang="en-US" altLang="zh-CN"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lnSpcReduction="20000"/>
          </a:bodyPr>
          <a:lstStyle/>
          <a:p>
            <a:r>
              <a:rPr lang="zh-CN" altLang="en-US" b="1" dirty="0"/>
              <a:t>五是</a:t>
            </a:r>
            <a:r>
              <a:rPr lang="zh-CN" altLang="en-US" dirty="0"/>
              <a:t>关于“</a:t>
            </a:r>
            <a:r>
              <a:rPr lang="zh-CN" altLang="en-US" b="1" dirty="0"/>
              <a:t>依次降档</a:t>
            </a:r>
            <a:r>
              <a:rPr lang="zh-CN" altLang="en-US" dirty="0"/>
              <a:t>”的问题：</a:t>
            </a:r>
            <a:r>
              <a:rPr lang="en-US" altLang="zh-CN" dirty="0"/>
              <a:t>1998</a:t>
            </a:r>
            <a:r>
              <a:rPr lang="zh-CN" altLang="en-US" dirty="0"/>
              <a:t>年由国家保密局主管的金城出版社出版的</a:t>
            </a:r>
            <a:r>
              <a:rPr lang="en-US" altLang="zh-CN" dirty="0"/>
              <a:t>《</a:t>
            </a:r>
            <a:r>
              <a:rPr lang="zh-CN" altLang="en-US" dirty="0"/>
              <a:t>保密工作管理概论</a:t>
            </a:r>
            <a:r>
              <a:rPr lang="en-US" altLang="zh-CN" dirty="0"/>
              <a:t>》</a:t>
            </a:r>
            <a:r>
              <a:rPr lang="zh-CN" altLang="en-US" dirty="0"/>
              <a:t>（王守信主编）第</a:t>
            </a:r>
            <a:r>
              <a:rPr lang="en-US" altLang="zh-CN" dirty="0"/>
              <a:t>42</a:t>
            </a:r>
            <a:r>
              <a:rPr lang="zh-CN" altLang="en-US" dirty="0"/>
              <a:t>页和</a:t>
            </a:r>
            <a:r>
              <a:rPr lang="en-US" altLang="zh-CN" dirty="0"/>
              <a:t>1999</a:t>
            </a:r>
            <a:r>
              <a:rPr lang="zh-CN" altLang="en-US" dirty="0"/>
              <a:t>年制定的</a:t>
            </a:r>
            <a:r>
              <a:rPr lang="en-US" altLang="zh-CN" dirty="0"/>
              <a:t>《</a:t>
            </a:r>
            <a:r>
              <a:rPr lang="zh-CN" altLang="en-US" dirty="0"/>
              <a:t>韶关市规范定密工作实施办法</a:t>
            </a:r>
            <a:r>
              <a:rPr lang="en-US" altLang="zh-CN" dirty="0"/>
              <a:t>》</a:t>
            </a:r>
            <a:r>
              <a:rPr lang="zh-CN" altLang="en-US" dirty="0"/>
              <a:t>第三点提到的“依次降档”定密方法，</a:t>
            </a:r>
            <a:r>
              <a:rPr lang="en-US" altLang="zh-CN" dirty="0"/>
              <a:t>2000</a:t>
            </a:r>
            <a:r>
              <a:rPr lang="zh-CN" altLang="en-US" dirty="0"/>
              <a:t>年国家保密局发函（详见省保密局</a:t>
            </a:r>
            <a:r>
              <a:rPr lang="en-US" altLang="zh-CN" dirty="0"/>
              <a:t>《</a:t>
            </a:r>
            <a:r>
              <a:rPr lang="zh-CN" altLang="en-US" dirty="0"/>
              <a:t>保密工作文件选编（七）</a:t>
            </a:r>
            <a:r>
              <a:rPr lang="en-US" altLang="zh-CN" dirty="0"/>
              <a:t>》</a:t>
            </a:r>
            <a:r>
              <a:rPr lang="zh-CN" altLang="en-US" dirty="0"/>
              <a:t>第</a:t>
            </a:r>
            <a:r>
              <a:rPr lang="en-US" altLang="zh-CN" dirty="0"/>
              <a:t>272</a:t>
            </a:r>
            <a:r>
              <a:rPr lang="zh-CN" altLang="en-US" dirty="0"/>
              <a:t>页）规定</a:t>
            </a:r>
            <a:r>
              <a:rPr lang="zh-CN" altLang="en-US" dirty="0">
                <a:solidFill>
                  <a:srgbClr val="FF0000"/>
                </a:solidFill>
              </a:rPr>
              <a:t>不能</a:t>
            </a:r>
            <a:r>
              <a:rPr lang="zh-CN" altLang="en-US" dirty="0"/>
              <a:t>“依次降档”定密。即在</a:t>
            </a:r>
            <a:r>
              <a:rPr lang="en-US" altLang="zh-CN" dirty="0"/>
              <a:t>《</a:t>
            </a:r>
            <a:r>
              <a:rPr lang="zh-CN" altLang="en-US" dirty="0"/>
              <a:t>保密范围</a:t>
            </a:r>
            <a:r>
              <a:rPr lang="en-US" altLang="zh-CN" dirty="0"/>
              <a:t>》</a:t>
            </a:r>
            <a:r>
              <a:rPr lang="zh-CN" altLang="en-US" dirty="0"/>
              <a:t>中，如果有“全国”字样的条文定为绝密级的，而只提“全国”，未提到“省”或只提到“省”而未提到“地</a:t>
            </a:r>
            <a:r>
              <a:rPr lang="en-US" altLang="zh-CN" dirty="0"/>
              <a:t>(</a:t>
            </a:r>
            <a:r>
              <a:rPr lang="zh-CN" altLang="en-US" dirty="0"/>
              <a:t>市</a:t>
            </a:r>
            <a:r>
              <a:rPr lang="en-US" altLang="zh-CN" dirty="0"/>
              <a:t>)</a:t>
            </a:r>
            <a:r>
              <a:rPr lang="zh-CN" altLang="en-US" dirty="0"/>
              <a:t>、县”的，不能依次降低一个档次的密级来定密。</a:t>
            </a:r>
            <a:endParaRPr lang="zh-CN" altLang="en-US" dirty="0"/>
          </a:p>
          <a:p>
            <a:endParaRPr lang="zh-CN" alt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b="1" dirty="0"/>
              <a:t> </a:t>
            </a:r>
            <a:r>
              <a:rPr lang="zh-CN" altLang="en-US" b="1" dirty="0" smtClean="0"/>
              <a:t>（</a:t>
            </a:r>
            <a:r>
              <a:rPr lang="en-US" altLang="zh-CN" b="1" dirty="0" smtClean="0"/>
              <a:t>3</a:t>
            </a:r>
            <a:r>
              <a:rPr lang="zh-CN" altLang="en-US" b="1" dirty="0" smtClean="0"/>
              <a:t>）注意</a:t>
            </a:r>
            <a:r>
              <a:rPr lang="zh-CN" altLang="en-US" b="1" dirty="0"/>
              <a:t>把握条款规定中程度副词的含义。</a:t>
            </a:r>
            <a:r>
              <a:rPr lang="en-US" altLang="zh-CN" dirty="0"/>
              <a:t>《</a:t>
            </a:r>
            <a:r>
              <a:rPr lang="zh-CN" altLang="en-US" dirty="0" smtClean="0"/>
              <a:t>保密事项范围</a:t>
            </a:r>
            <a:r>
              <a:rPr lang="en-US" altLang="zh-CN" dirty="0"/>
              <a:t>》</a:t>
            </a:r>
            <a:r>
              <a:rPr lang="zh-CN" altLang="en-US" dirty="0"/>
              <a:t>中有“重大”、“严重”、“一般”、“重要”、“特别重要”、“大型”、“特大型”等限制条件的表述方式。</a:t>
            </a:r>
            <a:endParaRPr lang="zh-CN" altLang="en-US" dirty="0"/>
          </a:p>
          <a:p>
            <a:r>
              <a:rPr lang="zh-CN" altLang="en-US" b="1" dirty="0"/>
              <a:t>   </a:t>
            </a:r>
            <a:endParaRPr lang="zh-CN" alt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dirty="0"/>
              <a:t>处理这类情况的办法：</a:t>
            </a:r>
            <a:endParaRPr lang="en-US" altLang="zh-CN" dirty="0"/>
          </a:p>
          <a:p>
            <a:r>
              <a:rPr lang="zh-CN" altLang="en-US" b="1" dirty="0"/>
              <a:t>一是</a:t>
            </a:r>
            <a:r>
              <a:rPr lang="en-US" altLang="zh-CN" dirty="0"/>
              <a:t>《</a:t>
            </a:r>
            <a:r>
              <a:rPr lang="zh-CN" altLang="en-US" dirty="0"/>
              <a:t>保密事项范围</a:t>
            </a:r>
            <a:r>
              <a:rPr lang="en-US" altLang="zh-CN" dirty="0"/>
              <a:t>》</a:t>
            </a:r>
            <a:r>
              <a:rPr lang="zh-CN" altLang="en-US" dirty="0"/>
              <a:t>中属机密级或绝密级“重大”、“特别重要”的事项，一般都是事关全局的，一旦泄露会给国家或一省、数省造成损害的事项。因此，大都只发生在中央和国家机关，有时也发生在省，地级</a:t>
            </a:r>
            <a:r>
              <a:rPr lang="en-US" altLang="zh-CN" dirty="0"/>
              <a:t>(</a:t>
            </a:r>
            <a:r>
              <a:rPr lang="zh-CN" altLang="en-US" dirty="0"/>
              <a:t>市</a:t>
            </a:r>
            <a:r>
              <a:rPr lang="en-US" altLang="zh-CN" dirty="0"/>
              <a:t>)</a:t>
            </a:r>
            <a:r>
              <a:rPr lang="zh-CN" altLang="en-US" dirty="0"/>
              <a:t>以下一般不产生此类事项。但本业务系统对</a:t>
            </a:r>
            <a:r>
              <a:rPr lang="en-US" altLang="zh-CN" dirty="0"/>
              <a:t>《</a:t>
            </a:r>
            <a:r>
              <a:rPr lang="zh-CN" altLang="en-US" dirty="0"/>
              <a:t>保密事项范围</a:t>
            </a:r>
            <a:r>
              <a:rPr lang="en-US" altLang="zh-CN" dirty="0"/>
              <a:t>》</a:t>
            </a:r>
            <a:r>
              <a:rPr lang="zh-CN" altLang="en-US" dirty="0"/>
              <a:t>另有说明的除外。</a:t>
            </a:r>
            <a:endParaRPr lang="zh-CN" alt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b="1" dirty="0"/>
              <a:t>二是</a:t>
            </a:r>
            <a:r>
              <a:rPr lang="zh-CN" altLang="en-US" dirty="0"/>
              <a:t>注意有关</a:t>
            </a:r>
            <a:r>
              <a:rPr lang="en-US" altLang="zh-CN" dirty="0"/>
              <a:t>《</a:t>
            </a:r>
            <a:r>
              <a:rPr lang="zh-CN" altLang="en-US" dirty="0"/>
              <a:t>保密事项范围</a:t>
            </a:r>
            <a:r>
              <a:rPr lang="en-US" altLang="zh-CN" dirty="0"/>
              <a:t>》</a:t>
            </a:r>
            <a:r>
              <a:rPr lang="zh-CN" altLang="en-US" dirty="0"/>
              <a:t>的补充规定、说明、解释等。如中纪委对</a:t>
            </a:r>
            <a:r>
              <a:rPr lang="en-US" altLang="zh-CN" dirty="0"/>
              <a:t>《</a:t>
            </a:r>
            <a:r>
              <a:rPr lang="zh-CN" altLang="en-US" dirty="0"/>
              <a:t>保密事项范围</a:t>
            </a:r>
            <a:r>
              <a:rPr lang="en-US" altLang="zh-CN" dirty="0"/>
              <a:t>》</a:t>
            </a:r>
            <a:r>
              <a:rPr lang="zh-CN" altLang="en-US" dirty="0"/>
              <a:t>中“重大”、“重要”事项作了解释和说明。</a:t>
            </a:r>
            <a:endParaRPr lang="en-US" altLang="zh-CN" dirty="0"/>
          </a:p>
          <a:p>
            <a:endParaRPr lang="en-US" altLang="zh-CN" dirty="0"/>
          </a:p>
          <a:p>
            <a:r>
              <a:rPr lang="en-US" dirty="0">
                <a:hlinkClick r:id="rId1"/>
              </a:rPr>
              <a:t>http://baike.baidu.com/view/87867.htm?fromTaglist</a:t>
            </a:r>
            <a:endParaRPr lang="zh-CN" alt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600200"/>
            <a:ext cx="8229600" cy="5043510"/>
          </a:xfrm>
        </p:spPr>
        <p:txBody>
          <a:bodyPr>
            <a:normAutofit fontScale="77500" lnSpcReduction="20000"/>
          </a:bodyPr>
          <a:lstStyle/>
          <a:p>
            <a:r>
              <a:rPr lang="zh-CN" altLang="en-US" dirty="0"/>
              <a:t>对审计工作中所产生的国家秘密事项，应按</a:t>
            </a:r>
            <a:r>
              <a:rPr lang="en-US" altLang="zh-CN" dirty="0"/>
              <a:t>《</a:t>
            </a:r>
            <a:r>
              <a:rPr lang="zh-CN" altLang="en-US" dirty="0"/>
              <a:t>审计保密事项范围</a:t>
            </a:r>
            <a:r>
              <a:rPr lang="en-US" altLang="zh-CN" dirty="0"/>
              <a:t>》</a:t>
            </a:r>
            <a:r>
              <a:rPr lang="zh-CN" altLang="en-US" dirty="0"/>
              <a:t>第三条的规定及时确定密级。</a:t>
            </a:r>
            <a:br>
              <a:rPr lang="zh-CN" altLang="en-US" dirty="0"/>
            </a:br>
            <a:r>
              <a:rPr lang="zh-CN" altLang="en-US" dirty="0"/>
              <a:t>　　凡依据第三条中带相对性因素（如“重大影响”。“重大问题”。“重大违法、违纪案件”等）的条款定密时，都要严格按照每一条款的限定条件，对拟定事项的性质、数量（金额）、情节、影响和泄露后对国家安全和利益的危害程度，以及当地的政治、经济、社会背景等因素进行综合分析，以确定该事项是否属于国家秘密和属于何种密级。定密中，既要防止将不属于国家秘密和事项定为国家秘密或将密级较低的事项定为较高密级，也要注意防止该定的不定或低定。对是否属于国家秘密和属于何种密级不明确或有争议的事项，要认真按照</a:t>
            </a:r>
            <a:r>
              <a:rPr lang="en-US" altLang="zh-CN" dirty="0"/>
              <a:t>《</a:t>
            </a:r>
            <a:r>
              <a:rPr lang="zh-CN" altLang="en-US" dirty="0"/>
              <a:t>中华人民共和国保守国家秘密法</a:t>
            </a:r>
            <a:r>
              <a:rPr lang="en-US" altLang="zh-CN" dirty="0"/>
              <a:t>》</a:t>
            </a:r>
            <a:r>
              <a:rPr lang="zh-CN" altLang="en-US" dirty="0"/>
              <a:t>及其实施办法的有关规定执行。</a:t>
            </a:r>
            <a:br>
              <a:rPr lang="zh-CN" altLang="en-US" dirty="0"/>
            </a:br>
            <a:r>
              <a:rPr lang="zh-CN" altLang="en-US" dirty="0"/>
              <a:t>　　</a:t>
            </a:r>
            <a:endParaRPr lang="zh-CN" alt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b="1" dirty="0"/>
              <a:t>三是</a:t>
            </a:r>
            <a:r>
              <a:rPr lang="zh-CN" altLang="en-US" dirty="0"/>
              <a:t>注意借鉴约定俗成的相关解释。如政法部门对何为重大、特大案件等，有严格的界定。</a:t>
            </a:r>
            <a:endParaRPr lang="en-US" altLang="zh-CN" dirty="0"/>
          </a:p>
          <a:p>
            <a:r>
              <a:rPr lang="en-US" altLang="zh-CN" dirty="0"/>
              <a:t>P176</a:t>
            </a:r>
            <a:endParaRPr lang="en-US" altLang="zh-CN" dirty="0"/>
          </a:p>
          <a:p>
            <a:r>
              <a:rPr lang="en-US" dirty="0">
                <a:hlinkClick r:id="rId1"/>
              </a:rPr>
              <a:t>http://www.12309.gov.cn/information/law/Niclawfile207.html</a:t>
            </a:r>
            <a:endParaRPr lang="zh-CN" alt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b="1" dirty="0"/>
              <a:t>四是</a:t>
            </a:r>
            <a:r>
              <a:rPr lang="zh-CN" altLang="en-US" dirty="0"/>
              <a:t>确实无法准确界定的，可向上级或有关保密工作部门咨询。</a:t>
            </a:r>
            <a:endParaRPr lang="zh-CN" alt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b="1" dirty="0" smtClean="0"/>
              <a:t>（</a:t>
            </a:r>
            <a:r>
              <a:rPr lang="en-US" altLang="zh-CN" b="1" dirty="0" smtClean="0"/>
              <a:t>4</a:t>
            </a:r>
            <a:r>
              <a:rPr lang="zh-CN" altLang="en-US" b="1" dirty="0" smtClean="0"/>
              <a:t>）其他</a:t>
            </a:r>
            <a:r>
              <a:rPr lang="zh-CN" altLang="en-US" dirty="0" smtClean="0"/>
              <a:t>：</a:t>
            </a:r>
            <a:endParaRPr lang="zh-CN" altLang="en-US" dirty="0" smtClean="0"/>
          </a:p>
          <a:p>
            <a:r>
              <a:rPr lang="zh-CN" altLang="en-US" b="1" dirty="0" smtClean="0"/>
              <a:t>一</a:t>
            </a:r>
            <a:r>
              <a:rPr lang="zh-CN" altLang="en-US" b="1" dirty="0"/>
              <a:t>是</a:t>
            </a:r>
            <a:r>
              <a:rPr lang="zh-CN" altLang="en-US" dirty="0"/>
              <a:t>对</a:t>
            </a:r>
            <a:r>
              <a:rPr lang="en-US" altLang="zh-CN" dirty="0"/>
              <a:t>《</a:t>
            </a:r>
            <a:r>
              <a:rPr lang="zh-CN" altLang="en-US" dirty="0"/>
              <a:t>保密事项范围</a:t>
            </a:r>
            <a:r>
              <a:rPr lang="en-US" altLang="zh-CN" dirty="0"/>
              <a:t>》</a:t>
            </a:r>
            <a:r>
              <a:rPr lang="zh-CN" altLang="en-US" dirty="0"/>
              <a:t>中同类或类似事项规定的密级不一致的，可按照本业务系统的</a:t>
            </a:r>
            <a:r>
              <a:rPr lang="en-US" altLang="zh-CN" dirty="0"/>
              <a:t>《</a:t>
            </a:r>
            <a:r>
              <a:rPr lang="zh-CN" altLang="en-US" dirty="0"/>
              <a:t>保密事项范围</a:t>
            </a:r>
            <a:r>
              <a:rPr lang="en-US" altLang="zh-CN" dirty="0"/>
              <a:t>》</a:t>
            </a:r>
            <a:r>
              <a:rPr lang="zh-CN" altLang="en-US" dirty="0"/>
              <a:t>执行；对相互交叉而又一时分不清楚的，可按较高密级</a:t>
            </a:r>
            <a:r>
              <a:rPr lang="zh-CN" altLang="en-US" dirty="0" smtClean="0"/>
              <a:t>执行</a:t>
            </a:r>
            <a:endParaRPr lang="zh-CN" alt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b="1" dirty="0"/>
              <a:t>二是</a:t>
            </a:r>
            <a:r>
              <a:rPr lang="zh-CN" altLang="en-US" dirty="0"/>
              <a:t>在</a:t>
            </a:r>
            <a:r>
              <a:rPr lang="en-US" altLang="zh-CN" dirty="0"/>
              <a:t>《</a:t>
            </a:r>
            <a:r>
              <a:rPr lang="zh-CN" altLang="en-US" dirty="0"/>
              <a:t>保密事项范围</a:t>
            </a:r>
            <a:r>
              <a:rPr lang="en-US" altLang="zh-CN" dirty="0"/>
              <a:t>》</a:t>
            </a:r>
            <a:r>
              <a:rPr lang="zh-CN" altLang="en-US" dirty="0"/>
              <a:t>中，没有包含进去而又存在的秘密事项的处理： </a:t>
            </a:r>
            <a:br>
              <a:rPr lang="zh-CN" altLang="en-US" dirty="0"/>
            </a:br>
            <a:endParaRPr lang="en-US" altLang="zh-CN" dirty="0"/>
          </a:p>
          <a:p>
            <a:r>
              <a:rPr lang="zh-CN" altLang="en-US" dirty="0"/>
              <a:t>正文与目录的关系</a:t>
            </a:r>
            <a:endParaRPr lang="en-US" altLang="zh-CN" dirty="0"/>
          </a:p>
          <a:p>
            <a:r>
              <a:rPr lang="zh-CN" altLang="en-US" dirty="0"/>
              <a:t>不明确事项的处理</a:t>
            </a:r>
            <a:endParaRPr lang="zh-CN" alt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b="1" dirty="0"/>
              <a:t>三是</a:t>
            </a:r>
            <a:r>
              <a:rPr lang="en-US" altLang="zh-CN" dirty="0"/>
              <a:t>《</a:t>
            </a:r>
            <a:r>
              <a:rPr lang="zh-CN" altLang="en-US" dirty="0"/>
              <a:t>保密事项范围</a:t>
            </a:r>
            <a:r>
              <a:rPr lang="en-US" altLang="zh-CN" dirty="0"/>
              <a:t>》</a:t>
            </a:r>
            <a:r>
              <a:rPr lang="zh-CN" altLang="en-US" dirty="0"/>
              <a:t>中出现的某些“特殊经费”，一般只产生在中央或国家机关的特定部门，地方或其他部门不产生此类事项。</a:t>
            </a:r>
            <a:endParaRPr lang="en-US" altLang="zh-CN" dirty="0"/>
          </a:p>
          <a:p>
            <a:endParaRPr lang="en-US" altLang="zh-CN"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b="1" dirty="0"/>
              <a:t>四是</a:t>
            </a:r>
            <a:r>
              <a:rPr lang="en-US" altLang="zh-CN" dirty="0"/>
              <a:t>《</a:t>
            </a:r>
            <a:r>
              <a:rPr lang="zh-CN" altLang="en-US" dirty="0"/>
              <a:t>保密事项范围</a:t>
            </a:r>
            <a:r>
              <a:rPr lang="en-US" altLang="zh-CN" dirty="0"/>
              <a:t>》</a:t>
            </a:r>
            <a:r>
              <a:rPr lang="zh-CN" altLang="en-US" dirty="0"/>
              <a:t>中出现的“╳╳以上”、“╳╳以下”，一般含╳╳本级。</a:t>
            </a:r>
            <a:endParaRPr lang="en-US" altLang="zh-CN" dirty="0"/>
          </a:p>
          <a:p>
            <a:endParaRPr lang="en-US" altLang="zh-CN" b="1" dirty="0"/>
          </a:p>
          <a:p>
            <a:r>
              <a:rPr lang="zh-CN" altLang="en-US" b="1" dirty="0"/>
              <a:t>五是</a:t>
            </a:r>
            <a:r>
              <a:rPr lang="zh-CN" altLang="en-US" dirty="0"/>
              <a:t>使用</a:t>
            </a:r>
            <a:r>
              <a:rPr lang="en-US" altLang="zh-CN" dirty="0"/>
              <a:t>《</a:t>
            </a:r>
            <a:r>
              <a:rPr lang="zh-CN" altLang="en-US" dirty="0"/>
              <a:t>保密事项范围</a:t>
            </a:r>
            <a:r>
              <a:rPr lang="en-US" altLang="zh-CN" dirty="0"/>
              <a:t>》</a:t>
            </a:r>
            <a:r>
              <a:rPr lang="zh-CN" altLang="en-US" dirty="0"/>
              <a:t>，应坚持“</a:t>
            </a:r>
            <a:r>
              <a:rPr lang="zh-CN" altLang="en-US" b="1" dirty="0"/>
              <a:t>从新不从旧</a:t>
            </a:r>
            <a:r>
              <a:rPr lang="zh-CN" altLang="en-US" dirty="0"/>
              <a:t>”的原则。</a:t>
            </a:r>
            <a:endParaRPr lang="zh-CN" alt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（五）对号入座的实施基础</a:t>
            </a:r>
            <a:endParaRPr kumimoji="1" lang="zh-CN" altLang="en-US" dirty="0"/>
          </a:p>
        </p:txBody>
      </p:sp>
      <p:graphicFrame>
        <p:nvGraphicFramePr>
          <p:cNvPr id="4" name="内容占位符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（六）对号入座方式的简化</a:t>
            </a:r>
            <a:endParaRPr kumimoji="1" lang="zh-CN" altLang="en-US" dirty="0"/>
          </a:p>
        </p:txBody>
      </p:sp>
      <p:sp>
        <p:nvSpPr>
          <p:cNvPr id="3" name="内容占位符 2"/>
          <p:cNvSpPr>
            <a:spLocks noGrp="1"/>
          </p:cNvSpPr>
          <p:nvPr>
            <p:ph idx="1"/>
          </p:nvPr>
        </p:nvSpPr>
        <p:spPr/>
        <p:txBody>
          <a:bodyPr/>
          <a:lstStyle/>
          <a:p>
            <a:r>
              <a:rPr kumimoji="1" lang="zh-CN" altLang="en-US" dirty="0" smtClean="0"/>
              <a:t>根据保密事项范围编制只适用于本机关、单位定密所用的定密事项一览表</a:t>
            </a:r>
            <a:endParaRPr kumimoji="1" lang="zh-CN" altLang="en-US" dirty="0" smtClean="0"/>
          </a:p>
          <a:p>
            <a:r>
              <a:rPr kumimoji="1" lang="zh-CN" altLang="en-US" dirty="0" smtClean="0"/>
              <a:t>明确清晰、简便实用、方便对号入座</a:t>
            </a:r>
            <a:endParaRPr kumimoji="1" lang="zh-CN" alt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（七）综合部门的对号入座</a:t>
            </a:r>
            <a:endParaRPr kumimoji="1" lang="zh-CN" altLang="en-US" dirty="0"/>
          </a:p>
        </p:txBody>
      </p:sp>
      <p:sp>
        <p:nvSpPr>
          <p:cNvPr id="3" name="内容占位符 2"/>
          <p:cNvSpPr>
            <a:spLocks noGrp="1"/>
          </p:cNvSpPr>
          <p:nvPr>
            <p:ph idx="1"/>
          </p:nvPr>
        </p:nvSpPr>
        <p:spPr/>
        <p:txBody>
          <a:bodyPr/>
          <a:lstStyle/>
          <a:p>
            <a:r>
              <a:rPr kumimoji="1" lang="zh-CN" altLang="en-US" dirty="0" smtClean="0"/>
              <a:t>就事论事、实事求是</a:t>
            </a:r>
            <a:endParaRPr kumimoji="1" lang="zh-CN" altLang="en-US" dirty="0" smtClean="0"/>
          </a:p>
          <a:p>
            <a:r>
              <a:rPr kumimoji="1" lang="zh-CN" altLang="en-US" dirty="0" smtClean="0"/>
              <a:t>更多了解和熟悉各个行业的保密事项范围</a:t>
            </a:r>
            <a:endParaRPr kumimoji="1" lang="zh-CN" altLang="en-US" dirty="0" smtClean="0"/>
          </a:p>
          <a:p>
            <a:r>
              <a:rPr kumimoji="1" lang="zh-CN" altLang="en-US" dirty="0" smtClean="0"/>
              <a:t>涉及哪项业务工作，就依据哪项工作保密事项范围“对号入座”，确定密级。</a:t>
            </a:r>
            <a:endParaRPr kumimoji="1" lang="zh-CN" altLang="en-US" dirty="0" smtClean="0"/>
          </a:p>
          <a:p>
            <a:r>
              <a:rPr kumimoji="1" lang="zh-CN" altLang="en-US" dirty="0" smtClean="0"/>
              <a:t>涉及多个，按最高密级，最长期限</a:t>
            </a:r>
            <a:endParaRPr kumimoji="1" lang="zh-CN" altLang="en-US" dirty="0" smtClean="0"/>
          </a:p>
          <a:p>
            <a:r>
              <a:rPr kumimoji="1" lang="zh-CN" altLang="en-US" dirty="0" smtClean="0"/>
              <a:t>编制“国家秘密事项一览表”</a:t>
            </a:r>
            <a:endParaRPr kumimoji="1" lang="zh-CN" alt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a:t>
            </a:r>
            <a:r>
              <a:rPr lang="zh-CN" altLang="en-US" b="1" dirty="0"/>
              <a:t>国家秘密保密期限的确定</a:t>
            </a:r>
            <a:endParaRPr lang="zh-CN" altLang="en-US" dirty="0"/>
          </a:p>
        </p:txBody>
      </p:sp>
      <p:sp>
        <p:nvSpPr>
          <p:cNvPr id="3" name="内容占位符 2"/>
          <p:cNvSpPr>
            <a:spLocks noGrp="1"/>
          </p:cNvSpPr>
          <p:nvPr>
            <p:ph idx="1"/>
          </p:nvPr>
        </p:nvSpPr>
        <p:spPr>
          <a:xfrm>
            <a:off x="457200" y="1600200"/>
            <a:ext cx="8229600" cy="4853136"/>
          </a:xfrm>
        </p:spPr>
        <p:txBody>
          <a:bodyPr>
            <a:normAutofit fontScale="62500" lnSpcReduction="20000"/>
          </a:bodyPr>
          <a:lstStyle/>
          <a:p>
            <a:pPr>
              <a:buNone/>
            </a:pPr>
            <a:r>
              <a:rPr lang="zh-CN" altLang="en-US" sz="4200" dirty="0">
                <a:solidFill>
                  <a:schemeClr val="tx2"/>
                </a:solidFill>
                <a:latin typeface="+mj-lt"/>
                <a:ea typeface="+mj-ea"/>
                <a:cs typeface="+mj-cs"/>
              </a:rPr>
              <a:t>（一）国家秘密保密期限</a:t>
            </a:r>
            <a:endParaRPr lang="zh-CN" altLang="en-US" sz="4200" dirty="0">
              <a:solidFill>
                <a:schemeClr val="tx2"/>
              </a:solidFill>
              <a:latin typeface="+mj-lt"/>
              <a:ea typeface="+mj-ea"/>
              <a:cs typeface="+mj-cs"/>
            </a:endParaRPr>
          </a:p>
          <a:p>
            <a:pPr>
              <a:lnSpc>
                <a:spcPct val="170000"/>
              </a:lnSpc>
            </a:pPr>
            <a:r>
              <a:rPr lang="zh-CN" altLang="en-US" dirty="0"/>
              <a:t>保密期限，是指根据国家秘密事项的性质和特点，按照维护国家安全和利益的需要，对国家秘密事项作出的保密时间限度的规定。保密期限通常有三种具体表现方式，分别为具体的保密时间段、解密时间、解密条件。具体的</a:t>
            </a:r>
            <a:r>
              <a:rPr lang="zh-CN" altLang="en-US" dirty="0">
                <a:solidFill>
                  <a:srgbClr val="FF0000"/>
                </a:solidFill>
              </a:rPr>
              <a:t>保密时间段</a:t>
            </a:r>
            <a:r>
              <a:rPr lang="zh-CN" altLang="en-US" dirty="0"/>
              <a:t>，也可以是</a:t>
            </a:r>
            <a:r>
              <a:rPr lang="zh-CN" altLang="en-US" dirty="0">
                <a:solidFill>
                  <a:srgbClr val="FF0000"/>
                </a:solidFill>
              </a:rPr>
              <a:t>解密的时间</a:t>
            </a:r>
            <a:r>
              <a:rPr lang="zh-CN" altLang="en-US" dirty="0"/>
              <a:t>；不能明确具体期限的，应当将能够明确判断的某种情形的出现或者事件的发生设定为</a:t>
            </a:r>
            <a:r>
              <a:rPr lang="zh-CN" altLang="en-US" dirty="0">
                <a:solidFill>
                  <a:srgbClr val="FF0000"/>
                </a:solidFill>
              </a:rPr>
              <a:t>解密条件</a:t>
            </a:r>
            <a:r>
              <a:rPr lang="zh-CN" altLang="en-US" dirty="0"/>
              <a:t>，某一国家秘密事项一旦满足了设定的条件，其保密期限即告终止。解密时间为定密后的未来的某个具体日期；解密条件可能有多种情况，如规定某一事项执行完毕，或授权新闻单位对外公布等等。</a:t>
            </a:r>
            <a:endParaRPr lang="zh-CN" alt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4282" y="274638"/>
            <a:ext cx="8472518" cy="1143000"/>
          </a:xfrm>
        </p:spPr>
        <p:txBody>
          <a:bodyPr>
            <a:normAutofit/>
          </a:bodyPr>
          <a:lstStyle/>
          <a:p>
            <a:r>
              <a:rPr lang="zh-CN" altLang="en-US" sz="3600" dirty="0"/>
              <a:t>（二）确定国家秘密保密期限的意义</a:t>
            </a:r>
            <a:endParaRPr lang="zh-CN" altLang="en-US" sz="3600" dirty="0"/>
          </a:p>
        </p:txBody>
      </p:sp>
      <p:sp>
        <p:nvSpPr>
          <p:cNvPr id="3" name="内容占位符 2"/>
          <p:cNvSpPr>
            <a:spLocks noGrp="1"/>
          </p:cNvSpPr>
          <p:nvPr>
            <p:ph idx="1"/>
          </p:nvPr>
        </p:nvSpPr>
        <p:spPr/>
        <p:txBody>
          <a:bodyPr>
            <a:normAutofit fontScale="77500" lnSpcReduction="20000"/>
          </a:bodyPr>
          <a:lstStyle/>
          <a:p>
            <a:pPr>
              <a:lnSpc>
                <a:spcPct val="160000"/>
              </a:lnSpc>
            </a:pPr>
            <a:r>
              <a:rPr lang="zh-CN" altLang="en-US" dirty="0"/>
              <a:t>国家秘密事项同世间万事万物一样，总是在不断发展变化的，任何国家秘密事项，都</a:t>
            </a:r>
            <a:r>
              <a:rPr lang="zh-CN" altLang="en-US" dirty="0">
                <a:solidFill>
                  <a:srgbClr val="FF0000"/>
                </a:solidFill>
              </a:rPr>
              <a:t>不可能永久性</a:t>
            </a:r>
            <a:r>
              <a:rPr lang="zh-CN" altLang="en-US" dirty="0"/>
              <a:t>地处于秘密状态。对需要采取保密措施的具体事项而言，保密总是在一定时间内的。规定国家秘密的保密期限，符合事物发展变化的基本规律，有利于信息资源的</a:t>
            </a:r>
            <a:r>
              <a:rPr lang="zh-CN" altLang="en-US" dirty="0">
                <a:solidFill>
                  <a:srgbClr val="FF0000"/>
                </a:solidFill>
              </a:rPr>
              <a:t>充分利用</a:t>
            </a:r>
            <a:r>
              <a:rPr lang="zh-CN" altLang="en-US" dirty="0"/>
              <a:t>，也有利于</a:t>
            </a:r>
            <a:r>
              <a:rPr lang="zh-CN" altLang="en-US" dirty="0">
                <a:solidFill>
                  <a:srgbClr val="FF0000"/>
                </a:solidFill>
              </a:rPr>
              <a:t>降低保密成本</a:t>
            </a:r>
            <a:r>
              <a:rPr lang="zh-CN" altLang="en-US" dirty="0"/>
              <a:t>。在一般情况下，国家秘密事项除极少数需要长期保密外，其他国家秘密事项都应当确定具体的保密期限。</a:t>
            </a:r>
            <a:endParaRPr lang="zh-CN" altLang="en-US" dirty="0"/>
          </a:p>
          <a:p>
            <a:endParaRPr lang="zh-CN" alt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（三）保密期限的类型</a:t>
            </a:r>
            <a:endParaRPr kumimoji="1" lang="zh-CN" altLang="en-US" dirty="0"/>
          </a:p>
        </p:txBody>
      </p:sp>
      <p:graphicFrame>
        <p:nvGraphicFramePr>
          <p:cNvPr id="4" name="内容占位符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smtClean="0"/>
              <a:t>（四）</a:t>
            </a:r>
            <a:r>
              <a:rPr lang="zh-CN" altLang="en-US" sz="3600" b="1" dirty="0"/>
              <a:t>国家秘密保密期限的确定</a:t>
            </a:r>
            <a:endParaRPr lang="zh-CN" altLang="en-US" sz="3600" b="1" dirty="0"/>
          </a:p>
        </p:txBody>
      </p:sp>
      <p:sp>
        <p:nvSpPr>
          <p:cNvPr id="3" name="内容占位符 2"/>
          <p:cNvSpPr>
            <a:spLocks noGrp="1"/>
          </p:cNvSpPr>
          <p:nvPr>
            <p:ph idx="1"/>
          </p:nvPr>
        </p:nvSpPr>
        <p:spPr/>
        <p:txBody>
          <a:bodyPr>
            <a:normAutofit fontScale="85000" lnSpcReduction="20000"/>
          </a:bodyPr>
          <a:lstStyle/>
          <a:p>
            <a:pPr>
              <a:lnSpc>
                <a:spcPct val="150000"/>
              </a:lnSpc>
            </a:pPr>
            <a:r>
              <a:rPr lang="zh-CN" altLang="en-US" dirty="0"/>
              <a:t>国家秘密的保密期限，应当按照国家秘密事项范围的规定确定，国家秘密事项范围没有规定具体保密期限的，机关、单位可以根据工作需要，在</a:t>
            </a:r>
            <a:r>
              <a:rPr lang="zh-CN" altLang="en-US" dirty="0">
                <a:solidFill>
                  <a:srgbClr val="FF0000"/>
                </a:solidFill>
              </a:rPr>
              <a:t>法定期限内确定</a:t>
            </a:r>
            <a:r>
              <a:rPr lang="zh-CN" altLang="en-US" dirty="0"/>
              <a:t>。这里所指的“在法定期限内确定”，是指绝密级事项的保密期限只能限定在“三十年”以内，不得超过三十年；机密级的只能限定在“二十年”以内，不得超过二十年；秘密级的只能限定在“十年”以内，不得超过十年。</a:t>
            </a:r>
            <a:endParaRPr lang="zh-CN" altLang="en-US" dirty="0"/>
          </a:p>
          <a:p>
            <a:pPr>
              <a:lnSpc>
                <a:spcPct val="150000"/>
              </a:lnSpc>
            </a:pPr>
            <a:endParaRPr lang="zh-CN" alt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885"/>
            <a:ext cx="8229600" cy="5257800"/>
          </a:xfrm>
        </p:spPr>
        <p:txBody>
          <a:bodyPr>
            <a:normAutofit fontScale="60000"/>
          </a:bodyPr>
          <a:lstStyle/>
          <a:p>
            <a:pPr>
              <a:lnSpc>
                <a:spcPct val="170000"/>
              </a:lnSpc>
            </a:pPr>
            <a:r>
              <a:rPr lang="zh-CN" altLang="en-US" dirty="0"/>
              <a:t>国家秘密事项的保密期限可以准确预见的，例如，物价调整已规定某月某日执行，严格按照规定执行的时间，确定保密期限。保密期限无法准确预见的，按绝密级事项</a:t>
            </a:r>
            <a:r>
              <a:rPr lang="en-US" dirty="0"/>
              <a:t>30</a:t>
            </a:r>
            <a:r>
              <a:rPr lang="zh-CN" altLang="en-US" dirty="0"/>
              <a:t>年，机密级</a:t>
            </a:r>
            <a:r>
              <a:rPr lang="en-US" dirty="0"/>
              <a:t>20</a:t>
            </a:r>
            <a:r>
              <a:rPr lang="zh-CN" altLang="en-US" dirty="0"/>
              <a:t>年，秘密级</a:t>
            </a:r>
            <a:r>
              <a:rPr lang="en-US" dirty="0"/>
              <a:t>10</a:t>
            </a:r>
            <a:r>
              <a:rPr lang="zh-CN" altLang="en-US" dirty="0"/>
              <a:t>年的规定确定保密期限。但这一处理方法，仅限于确实无法确定保密期限的情形。</a:t>
            </a:r>
            <a:endParaRPr lang="en-US" altLang="zh-CN" dirty="0"/>
          </a:p>
          <a:p>
            <a:pPr>
              <a:lnSpc>
                <a:spcPct val="170000"/>
              </a:lnSpc>
            </a:pPr>
            <a:r>
              <a:rPr lang="zh-CN" altLang="en-US" dirty="0"/>
              <a:t>各机关、单位绝不能为图省事，简单地按此方法确定国家秘密事项的保密期限。国家秘密事项范围的规定中已明定某类国家秘密事项保密期限为</a:t>
            </a:r>
            <a:r>
              <a:rPr lang="zh-CN" altLang="en-US" dirty="0">
                <a:solidFill>
                  <a:srgbClr val="FF0000"/>
                </a:solidFill>
              </a:rPr>
              <a:t>“长期”</a:t>
            </a:r>
            <a:r>
              <a:rPr lang="zh-CN" altLang="en-US" dirty="0"/>
              <a:t>的，机关、单位定密时应当按照规定办理，不得擅自作出改变其保密期限的决定。有足够理由认为保密期限不能确定为“长期”的，应当提请制定国家秘密事项范围规定的中央国家机关或者国家保密行政管理部门决定。</a:t>
            </a:r>
            <a:endParaRPr lang="zh-CN" altLang="en-US" dirty="0"/>
          </a:p>
          <a:p>
            <a:endParaRPr lang="zh-CN" alt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smtClean="0"/>
              <a:t>（五）</a:t>
            </a:r>
            <a:r>
              <a:rPr lang="zh-CN" altLang="en-US" sz="3600" dirty="0"/>
              <a:t>国家秘密保密期限的计算</a:t>
            </a:r>
            <a:endParaRPr lang="zh-CN" altLang="en-US" sz="3600" dirty="0"/>
          </a:p>
        </p:txBody>
      </p:sp>
      <p:sp>
        <p:nvSpPr>
          <p:cNvPr id="3" name="内容占位符 2"/>
          <p:cNvSpPr>
            <a:spLocks noGrp="1"/>
          </p:cNvSpPr>
          <p:nvPr>
            <p:ph idx="1"/>
          </p:nvPr>
        </p:nvSpPr>
        <p:spPr/>
        <p:txBody>
          <a:bodyPr>
            <a:normAutofit fontScale="92500" lnSpcReduction="10000"/>
          </a:bodyPr>
          <a:lstStyle/>
          <a:p>
            <a:r>
              <a:rPr lang="zh-CN" altLang="en-US" dirty="0"/>
              <a:t>国家秘密的保密期限，自国家秘密载体标明的</a:t>
            </a:r>
            <a:r>
              <a:rPr lang="zh-CN" altLang="en-US" dirty="0">
                <a:solidFill>
                  <a:srgbClr val="FF0000"/>
                </a:solidFill>
              </a:rPr>
              <a:t>制发之日</a:t>
            </a:r>
            <a:r>
              <a:rPr lang="zh-CN" altLang="en-US" dirty="0"/>
              <a:t>起计算；不能标明制发日的，产生该国家秘密事项的机关、单位应当书面告知知悉范围内的机关、单位或者人员，保密期限自</a:t>
            </a:r>
            <a:r>
              <a:rPr lang="zh-CN" altLang="en-US" dirty="0">
                <a:solidFill>
                  <a:srgbClr val="FF0000"/>
                </a:solidFill>
              </a:rPr>
              <a:t>通知之日起</a:t>
            </a:r>
            <a:r>
              <a:rPr lang="zh-CN" altLang="en-US" dirty="0"/>
              <a:t>计算。在一般情况下，保密期限在一年及一年以上的，以年计；保密期限在一年以内的，以月计；保密期限在一月以内的，可以规定保密期限为一个月或具体规定为多少日。</a:t>
            </a:r>
            <a:endParaRPr lang="en-US" altLang="zh-CN" dirty="0"/>
          </a:p>
          <a:p>
            <a:r>
              <a:rPr lang="en-US" dirty="0">
                <a:hlinkClick r:id="rId1"/>
              </a:rPr>
              <a:t>http://people.cntv.cn/special/kaozheng/08/index.shtml</a:t>
            </a:r>
            <a:endParaRPr lang="zh-CN" altLang="en-US" dirty="0"/>
          </a:p>
          <a:p>
            <a:endParaRPr lang="zh-CN" alt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（六）</a:t>
            </a:r>
            <a:r>
              <a:rPr kumimoji="1" lang="zh-CN" altLang="en-US" dirty="0"/>
              <a:t>保密期限确定的原则</a:t>
            </a:r>
            <a:endParaRPr kumimoji="1" lang="zh-CN" altLang="en-US" dirty="0"/>
          </a:p>
        </p:txBody>
      </p:sp>
      <p:sp>
        <p:nvSpPr>
          <p:cNvPr id="3" name="内容占位符 2"/>
          <p:cNvSpPr>
            <a:spLocks noGrp="1"/>
          </p:cNvSpPr>
          <p:nvPr>
            <p:ph idx="1"/>
          </p:nvPr>
        </p:nvSpPr>
        <p:spPr>
          <a:xfrm>
            <a:off x="457200" y="1600200"/>
            <a:ext cx="8229600" cy="4853136"/>
          </a:xfrm>
        </p:spPr>
        <p:txBody>
          <a:bodyPr>
            <a:normAutofit fontScale="92500" lnSpcReduction="20000"/>
          </a:bodyPr>
          <a:lstStyle/>
          <a:p>
            <a:r>
              <a:rPr kumimoji="1" lang="zh-CN" altLang="en-US" dirty="0"/>
              <a:t>及时性</a:t>
            </a:r>
            <a:r>
              <a:rPr kumimoji="1" lang="zh-CN" altLang="en-US" dirty="0" smtClean="0"/>
              <a:t>原则</a:t>
            </a:r>
            <a:endParaRPr kumimoji="1" lang="zh-CN" altLang="en-US" dirty="0" smtClean="0"/>
          </a:p>
          <a:p>
            <a:pPr marL="0" indent="0">
              <a:buNone/>
            </a:pPr>
            <a:r>
              <a:rPr kumimoji="1" lang="zh-CN" altLang="en-US" sz="2600" dirty="0" smtClean="0"/>
              <a:t>与密级确定同步进行，同步完成</a:t>
            </a:r>
            <a:endParaRPr kumimoji="1" lang="zh-CN" altLang="en-US" sz="2600" dirty="0"/>
          </a:p>
          <a:p>
            <a:r>
              <a:rPr kumimoji="1" lang="zh-CN" altLang="en-US" dirty="0"/>
              <a:t>确定性</a:t>
            </a:r>
            <a:r>
              <a:rPr kumimoji="1" lang="zh-CN" altLang="en-US" dirty="0" smtClean="0"/>
              <a:t>原则</a:t>
            </a:r>
            <a:endParaRPr kumimoji="1" lang="zh-CN" altLang="en-US" dirty="0" smtClean="0"/>
          </a:p>
          <a:p>
            <a:pPr marL="0" indent="0">
              <a:buNone/>
            </a:pPr>
            <a:r>
              <a:rPr kumimoji="1" lang="zh-CN" altLang="en-US" sz="2600" dirty="0" smtClean="0"/>
              <a:t>既符合保密实际需要，又能在失去保密价值时及时解密</a:t>
            </a:r>
            <a:endParaRPr kumimoji="1" lang="zh-CN" altLang="en-US" sz="2600" dirty="0"/>
          </a:p>
          <a:p>
            <a:r>
              <a:rPr kumimoji="1" lang="zh-CN" altLang="en-US" dirty="0"/>
              <a:t>准确性</a:t>
            </a:r>
            <a:r>
              <a:rPr kumimoji="1" lang="zh-CN" altLang="en-US" dirty="0" smtClean="0"/>
              <a:t>原则</a:t>
            </a:r>
            <a:endParaRPr kumimoji="1" lang="zh-CN" altLang="en-US" dirty="0" smtClean="0"/>
          </a:p>
          <a:p>
            <a:pPr marL="0" indent="0">
              <a:buNone/>
            </a:pPr>
            <a:r>
              <a:rPr kumimoji="1" lang="zh-CN" altLang="en-US" sz="2400" dirty="0" smtClean="0"/>
              <a:t>一年以上、一年以内一月以上、一月以内</a:t>
            </a:r>
            <a:endParaRPr kumimoji="1" lang="zh-CN" altLang="en-US" sz="2400" dirty="0"/>
          </a:p>
          <a:p>
            <a:r>
              <a:rPr kumimoji="1" lang="zh-CN" altLang="en-US" dirty="0"/>
              <a:t>合理性</a:t>
            </a:r>
            <a:r>
              <a:rPr kumimoji="1" lang="zh-CN" altLang="en-US" dirty="0" smtClean="0"/>
              <a:t>原则</a:t>
            </a:r>
            <a:endParaRPr kumimoji="1" lang="zh-CN" altLang="en-US" dirty="0" smtClean="0"/>
          </a:p>
          <a:p>
            <a:pPr marL="0" indent="0">
              <a:buNone/>
            </a:pPr>
            <a:r>
              <a:rPr kumimoji="1" lang="zh-CN" altLang="en-US" sz="2400" dirty="0" smtClean="0"/>
              <a:t>取决于国家秘密事项实际需要的保密时间</a:t>
            </a:r>
            <a:endParaRPr kumimoji="1" lang="zh-CN" altLang="en-US" sz="2400" dirty="0"/>
          </a:p>
          <a:p>
            <a:r>
              <a:rPr kumimoji="1" lang="zh-CN" altLang="en-US" dirty="0"/>
              <a:t>限制性</a:t>
            </a:r>
            <a:r>
              <a:rPr kumimoji="1" lang="zh-CN" altLang="en-US" dirty="0" smtClean="0"/>
              <a:t>原则</a:t>
            </a:r>
            <a:endParaRPr kumimoji="1" lang="zh-CN" altLang="en-US" dirty="0" smtClean="0"/>
          </a:p>
          <a:p>
            <a:pPr marL="0" indent="0">
              <a:buNone/>
            </a:pPr>
            <a:r>
              <a:rPr kumimoji="1" lang="zh-CN" altLang="en-US" sz="2400" dirty="0" smtClean="0"/>
              <a:t>受基本期限和最长期限的限制</a:t>
            </a:r>
            <a:endParaRPr kumimoji="1" lang="zh-CN" altLang="en-US" sz="2400" dirty="0"/>
          </a:p>
          <a:p>
            <a:r>
              <a:rPr kumimoji="1" lang="zh-CN" altLang="en-US" dirty="0"/>
              <a:t>特殊性原则</a:t>
            </a:r>
            <a:endParaRPr kumimoji="1" lang="zh-CN" altLang="en-US" dirty="0"/>
          </a:p>
          <a:p>
            <a:pPr marL="0" indent="0">
              <a:buNone/>
            </a:pPr>
            <a:r>
              <a:rPr kumimoji="1" lang="zh-CN" altLang="en-US" sz="2400" dirty="0" smtClean="0"/>
              <a:t>注意“上限”、“下限”、“长期”</a:t>
            </a:r>
            <a:endParaRPr kumimoji="1" lang="zh-CN" altLang="en-US" sz="24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sz="3600" dirty="0" smtClean="0"/>
              <a:t>（七）</a:t>
            </a:r>
            <a:r>
              <a:rPr kumimoji="1" lang="zh-CN" altLang="en-US" sz="3600" dirty="0"/>
              <a:t>保密期限的确定方法（推理判断）</a:t>
            </a:r>
            <a:endParaRPr kumimoji="1" lang="zh-CN" altLang="en-US" sz="3600" dirty="0"/>
          </a:p>
        </p:txBody>
      </p:sp>
      <p:sp>
        <p:nvSpPr>
          <p:cNvPr id="3" name="内容占位符 2"/>
          <p:cNvSpPr>
            <a:spLocks noGrp="1"/>
          </p:cNvSpPr>
          <p:nvPr>
            <p:ph idx="1"/>
          </p:nvPr>
        </p:nvSpPr>
        <p:spPr/>
        <p:txBody>
          <a:bodyPr>
            <a:normAutofit lnSpcReduction="10000"/>
          </a:bodyPr>
          <a:lstStyle/>
          <a:p>
            <a:pPr marL="0" indent="0">
              <a:buNone/>
            </a:pPr>
            <a:r>
              <a:rPr kumimoji="1" lang="en-US" altLang="zh-CN" dirty="0"/>
              <a:t>1.</a:t>
            </a:r>
            <a:r>
              <a:rPr kumimoji="1" lang="zh-CN" altLang="en-US" dirty="0"/>
              <a:t>国家秘密事项的性质因素</a:t>
            </a:r>
            <a:endParaRPr kumimoji="1" lang="zh-CN" altLang="en-US" dirty="0"/>
          </a:p>
          <a:p>
            <a:r>
              <a:rPr kumimoji="1" lang="zh-CN" altLang="en-US" dirty="0" smtClean="0"/>
              <a:t>重要性</a:t>
            </a:r>
            <a:endParaRPr kumimoji="1" lang="zh-CN" altLang="en-US" dirty="0" smtClean="0"/>
          </a:p>
          <a:p>
            <a:pPr marL="0" indent="0">
              <a:buNone/>
            </a:pPr>
            <a:r>
              <a:rPr kumimoji="1" lang="zh-CN" altLang="en-US" sz="2600" dirty="0" smtClean="0"/>
              <a:t>通常越重要、期限越长、密级越高</a:t>
            </a:r>
            <a:endParaRPr kumimoji="1" lang="zh-CN" altLang="en-US" sz="2600" dirty="0"/>
          </a:p>
          <a:p>
            <a:r>
              <a:rPr kumimoji="1" lang="zh-CN" altLang="en-US" dirty="0" smtClean="0"/>
              <a:t>敏感性</a:t>
            </a:r>
            <a:endParaRPr kumimoji="1" lang="zh-CN" altLang="en-US" dirty="0" smtClean="0"/>
          </a:p>
          <a:p>
            <a:pPr marL="0" indent="0">
              <a:buNone/>
            </a:pPr>
            <a:r>
              <a:rPr kumimoji="1" lang="zh-CN" altLang="en-US" sz="2600" dirty="0"/>
              <a:t>通常越敏感、保密期限越长</a:t>
            </a:r>
            <a:endParaRPr kumimoji="1" lang="zh-CN" altLang="en-US" sz="2600" dirty="0"/>
          </a:p>
          <a:p>
            <a:r>
              <a:rPr kumimoji="1" lang="zh-CN" altLang="en-US" dirty="0" smtClean="0"/>
              <a:t>时效性</a:t>
            </a:r>
            <a:endParaRPr kumimoji="1" lang="zh-CN" altLang="en-US" dirty="0" smtClean="0"/>
          </a:p>
          <a:p>
            <a:pPr marL="0" indent="0">
              <a:buNone/>
            </a:pPr>
            <a:r>
              <a:rPr kumimoji="1" lang="zh-CN" altLang="en-US" sz="2600" dirty="0"/>
              <a:t>对解密公开的时间节点要求越强，保密期限越短</a:t>
            </a:r>
            <a:endParaRPr kumimoji="1" lang="zh-CN" altLang="en-US" sz="2600" dirty="0"/>
          </a:p>
          <a:p>
            <a:r>
              <a:rPr kumimoji="1" lang="zh-CN" altLang="en-US" dirty="0" smtClean="0"/>
              <a:t>稳定性</a:t>
            </a:r>
            <a:endParaRPr kumimoji="1" lang="zh-CN" altLang="en-US" dirty="0" smtClean="0"/>
          </a:p>
          <a:p>
            <a:pPr marL="0" indent="0">
              <a:buNone/>
            </a:pPr>
            <a:r>
              <a:rPr kumimoji="1" lang="zh-CN" altLang="en-US" sz="2600" dirty="0"/>
              <a:t>受环境影响变化的频率小，保密期限长</a:t>
            </a:r>
            <a:endParaRPr kumimoji="1" lang="zh-CN" altLang="en-US" sz="2600" dirty="0"/>
          </a:p>
          <a:p>
            <a:pPr marL="0" indent="0">
              <a:buNone/>
            </a:pPr>
            <a:endParaRPr kumimoji="1" lang="zh-CN" alt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2.</a:t>
            </a:r>
            <a:r>
              <a:rPr kumimoji="1" lang="zh-CN" altLang="en-US" dirty="0" smtClean="0"/>
              <a:t>国家秘密事项的特点因素</a:t>
            </a:r>
            <a:endParaRPr kumimoji="1" lang="zh-CN" altLang="en-US" dirty="0"/>
          </a:p>
        </p:txBody>
      </p:sp>
      <p:graphicFrame>
        <p:nvGraphicFramePr>
          <p:cNvPr id="4" name="内容占位符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graphicFrame>
        <p:nvGraphicFramePr>
          <p:cNvPr id="4" name="内容占位符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pPr marL="0" indent="0">
              <a:buNone/>
            </a:pPr>
            <a:r>
              <a:rPr kumimoji="1" lang="en-US" altLang="zh-CN" dirty="0"/>
              <a:t>3.</a:t>
            </a:r>
            <a:r>
              <a:rPr kumimoji="1" lang="zh-CN" altLang="en-US" dirty="0"/>
              <a:t>实际工作需要因素</a:t>
            </a:r>
            <a:endParaRPr kumimoji="1" lang="zh-CN" altLang="en-US" dirty="0"/>
          </a:p>
          <a:p>
            <a:r>
              <a:rPr kumimoji="1" lang="zh-CN" altLang="en-US" dirty="0"/>
              <a:t>保密行政准则</a:t>
            </a:r>
            <a:endParaRPr kumimoji="1" lang="zh-CN" altLang="en-US" dirty="0"/>
          </a:p>
          <a:p>
            <a:r>
              <a:rPr kumimoji="1" lang="zh-CN" altLang="en-US" dirty="0"/>
              <a:t>信息公开准则</a:t>
            </a:r>
            <a:endParaRPr kumimoji="1" lang="zh-CN" altLang="en-US" dirty="0"/>
          </a:p>
          <a:p>
            <a:r>
              <a:rPr kumimoji="1" lang="zh-CN" altLang="en-US" dirty="0"/>
              <a:t>行政效率准则</a:t>
            </a:r>
            <a:endParaRPr kumimoji="1" lang="zh-CN" alt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三、国家秘密知悉范围的确定</a:t>
            </a:r>
            <a:endParaRPr lang="zh-CN" altLang="en-US" dirty="0"/>
          </a:p>
        </p:txBody>
      </p:sp>
      <p:sp>
        <p:nvSpPr>
          <p:cNvPr id="3" name="内容占位符 2"/>
          <p:cNvSpPr>
            <a:spLocks noGrp="1"/>
          </p:cNvSpPr>
          <p:nvPr>
            <p:ph idx="1"/>
          </p:nvPr>
        </p:nvSpPr>
        <p:spPr/>
        <p:txBody>
          <a:bodyPr>
            <a:normAutofit fontScale="85000" lnSpcReduction="10000"/>
          </a:bodyPr>
          <a:lstStyle/>
          <a:p>
            <a:r>
              <a:rPr lang="zh-CN" altLang="en-US" sz="4200" dirty="0">
                <a:solidFill>
                  <a:schemeClr val="tx2"/>
                </a:solidFill>
                <a:latin typeface="+mj-lt"/>
                <a:ea typeface="+mj-ea"/>
                <a:cs typeface="+mj-cs"/>
              </a:rPr>
              <a:t>（一）国家秘密知悉范围</a:t>
            </a:r>
            <a:endParaRPr lang="zh-CN" altLang="en-US" sz="4200" dirty="0">
              <a:solidFill>
                <a:schemeClr val="tx2"/>
              </a:solidFill>
              <a:latin typeface="+mj-lt"/>
              <a:ea typeface="+mj-ea"/>
              <a:cs typeface="+mj-cs"/>
            </a:endParaRPr>
          </a:p>
          <a:p>
            <a:r>
              <a:rPr lang="zh-CN" altLang="en-US" dirty="0"/>
              <a:t>国家秘密知悉范围，是指可以</a:t>
            </a:r>
            <a:r>
              <a:rPr lang="zh-CN" altLang="en-US" dirty="0">
                <a:solidFill>
                  <a:srgbClr val="FF0000"/>
                </a:solidFill>
              </a:rPr>
              <a:t>合法知悉国家秘密内容的机关、单位或者人员的范围</a:t>
            </a:r>
            <a:r>
              <a:rPr lang="zh-CN" altLang="en-US" dirty="0"/>
              <a:t>。确定知悉范围是确保国家秘密处于安全可控范围，并采取相应保密防护措施的重要手段。</a:t>
            </a:r>
            <a:r>
              <a:rPr lang="en-US" altLang="zh-CN" dirty="0"/>
              <a:t>《</a:t>
            </a:r>
            <a:r>
              <a:rPr lang="zh-CN" altLang="en-US" dirty="0"/>
              <a:t>保密法</a:t>
            </a:r>
            <a:r>
              <a:rPr lang="en-US" altLang="zh-CN" dirty="0"/>
              <a:t>》</a:t>
            </a:r>
            <a:r>
              <a:rPr lang="zh-CN" altLang="en-US" dirty="0"/>
              <a:t>第十六条规定：“国家秘密的知悉范围，应当根据工作需要限定在最小范围。国家秘密的知悉范围能够限定到具体人员的，限定到具体人员；不能限定到具体人员的，限定到机关、单位，由机关、单位限定到具体人员。国家秘密的知悉范围以外的人员，因工作需要知悉国家秘密的，应当经</a:t>
            </a:r>
            <a:r>
              <a:rPr lang="en-US" dirty="0"/>
              <a:t>­</a:t>
            </a:r>
            <a:r>
              <a:rPr lang="zh-CN" altLang="en-US" dirty="0"/>
              <a:t>过机关、单位负责人批准。”</a:t>
            </a:r>
            <a:endParaRPr lang="zh-CN" altLang="en-US" dirty="0"/>
          </a:p>
          <a:p>
            <a:endParaRPr lang="zh-CN" alt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41784"/>
            <a:ext cx="8229600" cy="1143000"/>
          </a:xfrm>
        </p:spPr>
        <p:txBody>
          <a:bodyPr/>
          <a:lstStyle/>
          <a:p>
            <a:r>
              <a:rPr lang="zh-CN" altLang="en-US" dirty="0">
                <a:solidFill>
                  <a:schemeClr val="tx1"/>
                </a:solidFill>
              </a:rPr>
              <a:t>“接触范围”和“知悉范围”</a:t>
            </a:r>
            <a:endParaRPr lang="zh-CN" altLang="en-US" dirty="0">
              <a:solidFill>
                <a:schemeClr val="tx1"/>
              </a:solidFill>
            </a:endParaRPr>
          </a:p>
        </p:txBody>
      </p:sp>
      <p:sp>
        <p:nvSpPr>
          <p:cNvPr id="3" name="内容占位符 2"/>
          <p:cNvSpPr>
            <a:spLocks noGrp="1"/>
          </p:cNvSpPr>
          <p:nvPr>
            <p:ph idx="1"/>
          </p:nvPr>
        </p:nvSpPr>
        <p:spPr>
          <a:xfrm>
            <a:off x="457200" y="1600200"/>
            <a:ext cx="8229600" cy="4997152"/>
          </a:xfrm>
        </p:spPr>
        <p:txBody>
          <a:bodyPr>
            <a:normAutofit fontScale="77500" lnSpcReduction="20000"/>
          </a:bodyPr>
          <a:lstStyle/>
          <a:p>
            <a:r>
              <a:rPr lang="zh-CN" altLang="en-US" dirty="0"/>
              <a:t>理解知悉范围的含义，还必须明确</a:t>
            </a:r>
            <a:r>
              <a:rPr lang="zh-CN" altLang="en-US" dirty="0">
                <a:solidFill>
                  <a:srgbClr val="FF0000"/>
                </a:solidFill>
              </a:rPr>
              <a:t>“接触范围”和“知悉范围”</a:t>
            </a:r>
            <a:r>
              <a:rPr lang="zh-CN" altLang="en-US" dirty="0"/>
              <a:t>的不同含义。</a:t>
            </a:r>
            <a:endParaRPr lang="zh-CN" altLang="en-US" dirty="0"/>
          </a:p>
          <a:p>
            <a:r>
              <a:rPr lang="zh-CN" altLang="en-US" dirty="0">
                <a:solidFill>
                  <a:srgbClr val="FF0000"/>
                </a:solidFill>
              </a:rPr>
              <a:t>接触范围</a:t>
            </a:r>
            <a:r>
              <a:rPr lang="zh-CN" altLang="en-US" dirty="0"/>
              <a:t>，是指由于工作性质的原因，可以触及国家秘密载体的人员范围，这类人员不一定知悉国家秘密事项的具体内容，如承担国家秘密载体传递、运输的人员（机要交通员），担负涉密会议或活动服务保障工作的人员，负责涉密场所保卫和涉密设施设备、涉密载体维护维修的人员等。按照工作职责分工，只限于接触国家秘密的人员，未经批准也不得详尽知悉国家秘密。</a:t>
            </a:r>
            <a:endParaRPr lang="zh-CN" altLang="en-US" dirty="0"/>
          </a:p>
          <a:p>
            <a:r>
              <a:rPr lang="zh-CN" altLang="en-US" dirty="0">
                <a:solidFill>
                  <a:srgbClr val="FF0000"/>
                </a:solidFill>
              </a:rPr>
              <a:t>知悉范围</a:t>
            </a:r>
            <a:r>
              <a:rPr lang="zh-CN" altLang="en-US" dirty="0"/>
              <a:t>，则是指能够接触国家秘密事项且可以详尽了解国家秘密事项的内容的人员，如制作国家秘密载体的人员，起草或阅读属于国家秘密的文件、资料的人员，负责保存管理（未经包装）国家秘密载体经管人员，具体负责涉及国家秘密信息存储、处理、传输的人员，等等。</a:t>
            </a:r>
            <a:endParaRPr lang="zh-CN" altLang="en-US" dirty="0"/>
          </a:p>
          <a:p>
            <a:endParaRPr lang="zh-CN" alt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t>（二）确定知悉范围的意义</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t>限定国家秘密知悉范围是一项重要保密措施，其目的是为了确保国家秘密始终处在可控的安全保密环境之内，不被知悉范围以外的人员知悉。从一定意义上讲，</a:t>
            </a:r>
            <a:r>
              <a:rPr lang="zh-CN" altLang="en-US" dirty="0">
                <a:solidFill>
                  <a:srgbClr val="FF0000"/>
                </a:solidFill>
              </a:rPr>
              <a:t>知悉范围的确定和控制，是保密工作最核心的方面</a:t>
            </a:r>
            <a:r>
              <a:rPr lang="zh-CN" altLang="en-US" dirty="0"/>
              <a:t>。国家秘密一旦超出限定的知悉范围，被不应知悉者知悉，就是泄露国家秘密。任何国家秘密事项，多一个无关人员知悉，就增加了一个可能造成泄密的因素或隐患，少一个人知悉，就可能增加一份安全保障。</a:t>
            </a:r>
            <a:endParaRPr lang="zh-CN" altLang="en-US" dirty="0"/>
          </a:p>
          <a:p>
            <a:endParaRPr lang="zh-CN" altLang="en-US"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r>
              <a:rPr kumimoji="1" lang="zh-CN" altLang="en-US" dirty="0" smtClean="0"/>
              <a:t>知悉范围的确定是定密工作的重要组成部分</a:t>
            </a:r>
            <a:endParaRPr kumimoji="1" lang="zh-CN" altLang="en-US" dirty="0" smtClean="0"/>
          </a:p>
          <a:p>
            <a:r>
              <a:rPr kumimoji="1" lang="zh-CN" altLang="en-US" dirty="0" smtClean="0"/>
              <a:t>知悉范围的确定与控制是定密工作的保障</a:t>
            </a:r>
            <a:endParaRPr kumimoji="1" lang="zh-CN" altLang="en-US" dirty="0" smtClean="0"/>
          </a:p>
          <a:p>
            <a:r>
              <a:rPr kumimoji="1" lang="zh-CN" altLang="en-US" dirty="0" smtClean="0"/>
              <a:t>知悉范围的确定和控制是保密工作的关键环节</a:t>
            </a:r>
            <a:endParaRPr kumimoji="1" lang="zh-CN" altLang="en-US" dirty="0" smtClean="0"/>
          </a:p>
          <a:p>
            <a:r>
              <a:rPr kumimoji="1" lang="zh-CN" altLang="en-US" dirty="0" smtClean="0"/>
              <a:t>知悉范围的确定和控制是保密工作方针实现的前提和基础</a:t>
            </a:r>
            <a:endParaRPr kumimoji="1" lang="zh-CN" alt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t>（三）确定知悉范围的原则</a:t>
            </a:r>
            <a:endParaRPr lang="zh-CN" altLang="en-US" dirty="0"/>
          </a:p>
        </p:txBody>
      </p:sp>
      <p:sp>
        <p:nvSpPr>
          <p:cNvPr id="3" name="内容占位符 2"/>
          <p:cNvSpPr>
            <a:spLocks noGrp="1"/>
          </p:cNvSpPr>
          <p:nvPr>
            <p:ph idx="1"/>
          </p:nvPr>
        </p:nvSpPr>
        <p:spPr/>
        <p:txBody>
          <a:bodyPr>
            <a:normAutofit/>
          </a:bodyPr>
          <a:lstStyle/>
          <a:p>
            <a:r>
              <a:rPr lang="zh-CN" altLang="en-US" dirty="0"/>
              <a:t>确定国家秘密事项的知悉范围，必须坚持“工作需要”和“范围最小”的原则。</a:t>
            </a:r>
            <a:endParaRPr lang="en-US" altLang="zh-CN" dirty="0"/>
          </a:p>
          <a:p>
            <a:r>
              <a:rPr lang="zh-CN" altLang="en-US" dirty="0"/>
              <a:t>所谓“</a:t>
            </a:r>
            <a:r>
              <a:rPr lang="zh-CN" altLang="en-US" dirty="0">
                <a:solidFill>
                  <a:srgbClr val="FF0000"/>
                </a:solidFill>
              </a:rPr>
              <a:t>工作需要</a:t>
            </a:r>
            <a:r>
              <a:rPr lang="zh-CN" altLang="en-US" dirty="0"/>
              <a:t>”，是指涉及国家秘密的事项与特定机关、单位及人员的工作职责和性质直接相关，如果不接触、不知悉该项国家秘密事项，会导致与事项相关的工作无法办理，任务无法完成，目标无法实现的情形。</a:t>
            </a:r>
            <a:endParaRPr lang="en-US" altLang="zh-CN"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85000" lnSpcReduction="10000"/>
          </a:bodyPr>
          <a:lstStyle/>
          <a:p>
            <a:r>
              <a:rPr lang="zh-CN" altLang="en-US" dirty="0"/>
              <a:t>所谓“</a:t>
            </a:r>
            <a:r>
              <a:rPr lang="zh-CN" altLang="en-US" dirty="0">
                <a:solidFill>
                  <a:srgbClr val="FF0000"/>
                </a:solidFill>
              </a:rPr>
              <a:t>范围最小</a:t>
            </a:r>
            <a:r>
              <a:rPr lang="zh-CN" altLang="en-US" dirty="0"/>
              <a:t>”，是指根据确保国家秘密安全的基本要求，把知悉范围严格控制在“必须知道”的最小范围内。凡是与国家秘密事项无关的人员，均不得接触、知悉。</a:t>
            </a:r>
            <a:endParaRPr lang="en-US" altLang="zh-CN" dirty="0"/>
          </a:p>
          <a:p>
            <a:r>
              <a:rPr lang="zh-CN" altLang="en-US" dirty="0"/>
              <a:t>贯彻这一原则，必须纠正长期以来一些机关、单位工作中实际存在的一种对保守国家秘密极端不利的“惯性”做法，即“把阅读国家秘密文件作为一种待遇”，无论“文件”是否涉密，无论是离职、退休人员还是现职人员，无论是否确因工作需要，只要是一定职务级别的，就可以阅读相应级别人员可以阅读的文件，使国家秘密超出限定的知悉范围。</a:t>
            </a:r>
            <a:endParaRPr lang="zh-CN" altLang="en-US" dirty="0"/>
          </a:p>
          <a:p>
            <a:endParaRPr lang="zh-CN" alt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pPr>
              <a:lnSpc>
                <a:spcPct val="150000"/>
              </a:lnSpc>
            </a:pPr>
            <a:r>
              <a:rPr kumimoji="1" lang="zh-CN" altLang="en-US" dirty="0"/>
              <a:t>确定到人原则</a:t>
            </a:r>
            <a:endParaRPr kumimoji="1" lang="zh-CN" altLang="en-US" dirty="0"/>
          </a:p>
          <a:p>
            <a:pPr>
              <a:lnSpc>
                <a:spcPct val="150000"/>
              </a:lnSpc>
            </a:pPr>
            <a:r>
              <a:rPr kumimoji="1" lang="zh-CN" altLang="en-US" dirty="0"/>
              <a:t>合理性原则</a:t>
            </a:r>
            <a:endParaRPr kumimoji="1" lang="zh-CN" altLang="en-US" dirty="0"/>
          </a:p>
          <a:p>
            <a:pPr>
              <a:lnSpc>
                <a:spcPct val="150000"/>
              </a:lnSpc>
            </a:pPr>
            <a:r>
              <a:rPr kumimoji="1" lang="zh-CN" altLang="en-US" dirty="0"/>
              <a:t>分割性原则</a:t>
            </a:r>
            <a:endParaRPr kumimoji="1" lang="zh-CN" altLang="en-US" dirty="0"/>
          </a:p>
          <a:p>
            <a:pPr>
              <a:lnSpc>
                <a:spcPct val="150000"/>
              </a:lnSpc>
            </a:pPr>
            <a:r>
              <a:rPr kumimoji="1" lang="zh-CN" altLang="en-US" dirty="0"/>
              <a:t>控制性原则</a:t>
            </a:r>
            <a:endParaRPr kumimoji="1" lang="zh-CN" altLang="en-US" dirty="0"/>
          </a:p>
          <a:p>
            <a:pPr marL="0" indent="0">
              <a:buNone/>
            </a:pPr>
            <a:endParaRPr kumimoji="1" lang="zh-CN" altLang="en-US"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（四）确定知悉范围需要注意的事项</a:t>
            </a:r>
            <a:endParaRPr lang="zh-CN" altLang="en-US" sz="3600" dirty="0"/>
          </a:p>
        </p:txBody>
      </p:sp>
      <p:sp>
        <p:nvSpPr>
          <p:cNvPr id="3" name="内容占位符 2"/>
          <p:cNvSpPr>
            <a:spLocks noGrp="1"/>
          </p:cNvSpPr>
          <p:nvPr>
            <p:ph idx="1"/>
          </p:nvPr>
        </p:nvSpPr>
        <p:spPr/>
        <p:txBody>
          <a:bodyPr>
            <a:normAutofit fontScale="85000" lnSpcReduction="20000"/>
          </a:bodyPr>
          <a:lstStyle/>
          <a:p>
            <a:r>
              <a:rPr lang="en-US" dirty="0"/>
              <a:t>1</a:t>
            </a:r>
            <a:r>
              <a:rPr lang="zh-CN" altLang="en-US" dirty="0"/>
              <a:t>、国家秘密知悉范围以外的人员，因工作需要知悉国家秘密的，应当经过知悉范围内机关、单位的负责人批准。机关、单位负责人的批准权限，只限于对本机关、本单位人员。同时，对批准知悉国家秘密的人员，应当做出文字记载，</a:t>
            </a:r>
            <a:endParaRPr lang="zh-CN" altLang="en-US" dirty="0"/>
          </a:p>
          <a:p>
            <a:r>
              <a:rPr lang="en-US" dirty="0"/>
              <a:t>2</a:t>
            </a:r>
            <a:r>
              <a:rPr lang="zh-CN" altLang="en-US" dirty="0"/>
              <a:t>、对于原定密机关、单位明确要求不得扩大知悉范围的，有关机关、单位不得擅自扩大知悉范围，确因工作需要扩大知悉范围时，应当征得原定密机关、单位同意。</a:t>
            </a:r>
            <a:endParaRPr lang="zh-CN" altLang="en-US" dirty="0"/>
          </a:p>
          <a:p>
            <a:r>
              <a:rPr lang="en-US" dirty="0"/>
              <a:t>3</a:t>
            </a:r>
            <a:r>
              <a:rPr lang="zh-CN" altLang="en-US" dirty="0"/>
              <a:t>、知悉范围内的机关、单位对知悉国家秘密的人员，特别是接触、知悉绝密级国家秘密事项的人员，必须作出文字记载。</a:t>
            </a:r>
            <a:endParaRPr lang="zh-CN" altLang="en-US" dirty="0"/>
          </a:p>
          <a:p>
            <a:endParaRPr lang="zh-CN" altLang="en-US"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（五）知悉范围的确定方法</a:t>
            </a:r>
            <a:endParaRPr kumimoji="1" lang="zh-CN" altLang="en-US" dirty="0"/>
          </a:p>
        </p:txBody>
      </p:sp>
      <p:sp>
        <p:nvSpPr>
          <p:cNvPr id="3" name="内容占位符 2"/>
          <p:cNvSpPr>
            <a:spLocks noGrp="1"/>
          </p:cNvSpPr>
          <p:nvPr>
            <p:ph idx="1"/>
          </p:nvPr>
        </p:nvSpPr>
        <p:spPr/>
        <p:txBody>
          <a:bodyPr/>
          <a:lstStyle/>
          <a:p>
            <a:r>
              <a:rPr kumimoji="1" lang="zh-CN" altLang="en-US" dirty="0"/>
              <a:t>按事项不同类别的不同需要确定</a:t>
            </a:r>
            <a:endParaRPr kumimoji="1" lang="zh-CN" altLang="en-US" dirty="0"/>
          </a:p>
          <a:p>
            <a:r>
              <a:rPr kumimoji="1" lang="zh-CN" altLang="en-US" dirty="0"/>
              <a:t>按事项不同性质确定</a:t>
            </a:r>
            <a:endParaRPr kumimoji="1" lang="zh-CN" altLang="en-US" dirty="0"/>
          </a:p>
          <a:p>
            <a:r>
              <a:rPr kumimoji="1" lang="zh-CN" altLang="en-US" dirty="0"/>
              <a:t>按上报和下发的不同要求确定</a:t>
            </a:r>
            <a:endParaRPr kumimoji="1" lang="zh-CN" altLang="en-US" dirty="0"/>
          </a:p>
          <a:p>
            <a:r>
              <a:rPr kumimoji="1" lang="zh-CN" altLang="en-US" dirty="0"/>
              <a:t>按事项密级确定</a:t>
            </a:r>
            <a:endParaRPr kumimoji="1" lang="zh-CN" altLang="en-US" dirty="0"/>
          </a:p>
          <a:p>
            <a:endParaRPr kumimoji="1" lang="zh-CN" altLang="en-US"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zh-CN" dirty="0" smtClean="0"/>
              <a:t>1.</a:t>
            </a:r>
            <a:r>
              <a:rPr kumimoji="1" lang="zh-CN" altLang="en-US" dirty="0"/>
              <a:t>按事项不同类别的不同需要</a:t>
            </a:r>
            <a:r>
              <a:rPr kumimoji="1" lang="zh-CN" altLang="en-US" dirty="0" smtClean="0"/>
              <a:t>确定</a:t>
            </a:r>
            <a:endParaRPr kumimoji="1" lang="zh-CN" altLang="en-US" dirty="0"/>
          </a:p>
        </p:txBody>
      </p:sp>
      <p:graphicFrame>
        <p:nvGraphicFramePr>
          <p:cNvPr id="4" name="内容占位符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2.</a:t>
            </a:r>
            <a:r>
              <a:rPr kumimoji="1" lang="zh-CN" altLang="en-US" dirty="0" smtClean="0"/>
              <a:t>按事项不同形状确定</a:t>
            </a:r>
            <a:endParaRPr kumimoji="1" lang="zh-CN" altLang="en-US" dirty="0"/>
          </a:p>
        </p:txBody>
      </p:sp>
      <p:graphicFrame>
        <p:nvGraphicFramePr>
          <p:cNvPr id="4" name="内容占位符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3.</a:t>
            </a:r>
            <a:r>
              <a:rPr kumimoji="1" lang="zh-CN" altLang="en-US" dirty="0" smtClean="0"/>
              <a:t>按上报和下发的不同要求确定</a:t>
            </a:r>
            <a:endParaRPr kumimoji="1" lang="zh-CN" altLang="en-US" dirty="0"/>
          </a:p>
        </p:txBody>
      </p:sp>
      <p:graphicFrame>
        <p:nvGraphicFramePr>
          <p:cNvPr id="4" name="内容占位符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4.</a:t>
            </a:r>
            <a:r>
              <a:rPr kumimoji="1" lang="zh-CN" altLang="en-US" dirty="0" smtClean="0"/>
              <a:t>按事项密级确定</a:t>
            </a:r>
            <a:endParaRPr kumimoji="1" lang="zh-CN" altLang="en-US" dirty="0"/>
          </a:p>
        </p:txBody>
      </p:sp>
      <p:graphicFrame>
        <p:nvGraphicFramePr>
          <p:cNvPr id="4" name="内容占位符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（六）知悉范围的确定规范</a:t>
            </a:r>
            <a:endParaRPr kumimoji="1" lang="zh-CN" altLang="en-US" dirty="0"/>
          </a:p>
        </p:txBody>
      </p:sp>
      <p:graphicFrame>
        <p:nvGraphicFramePr>
          <p:cNvPr id="4" name="内容占位符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t>（七）知悉范围的告知方法</a:t>
            </a:r>
            <a:endParaRPr lang="zh-CN" altLang="en-US" dirty="0"/>
          </a:p>
        </p:txBody>
      </p:sp>
      <p:sp>
        <p:nvSpPr>
          <p:cNvPr id="3" name="内容占位符 2"/>
          <p:cNvSpPr>
            <a:spLocks noGrp="1"/>
          </p:cNvSpPr>
          <p:nvPr>
            <p:ph idx="1"/>
          </p:nvPr>
        </p:nvSpPr>
        <p:spPr/>
        <p:txBody>
          <a:bodyPr>
            <a:normAutofit fontScale="77500" lnSpcReduction="20000"/>
          </a:bodyPr>
          <a:lstStyle/>
          <a:p>
            <a:r>
              <a:rPr lang="zh-CN" altLang="en-US" dirty="0"/>
              <a:t>知悉范围的告知，主要采取如下方法：</a:t>
            </a:r>
            <a:endParaRPr lang="zh-CN" altLang="en-US" dirty="0"/>
          </a:p>
          <a:p>
            <a:r>
              <a:rPr lang="zh-CN" altLang="en-US" dirty="0"/>
              <a:t>一是以</a:t>
            </a:r>
            <a:r>
              <a:rPr lang="zh-CN" altLang="en-US" dirty="0">
                <a:solidFill>
                  <a:srgbClr val="FF0000"/>
                </a:solidFill>
              </a:rPr>
              <a:t>主送和抄送</a:t>
            </a:r>
            <a:r>
              <a:rPr lang="zh-CN" altLang="en-US" dirty="0"/>
              <a:t>的方式告知。主送和抄送单位或人员，实际上就是限定知悉范围。这种方式主要以国家秘密文件、资料类型的国家秘密载体为主；</a:t>
            </a:r>
            <a:endParaRPr lang="zh-CN" altLang="en-US" dirty="0"/>
          </a:p>
          <a:p>
            <a:r>
              <a:rPr lang="zh-CN" altLang="en-US" dirty="0"/>
              <a:t>二是在载体上</a:t>
            </a:r>
            <a:r>
              <a:rPr lang="zh-CN" altLang="en-US" dirty="0">
                <a:solidFill>
                  <a:srgbClr val="FF0000"/>
                </a:solidFill>
              </a:rPr>
              <a:t>直接标注</a:t>
            </a:r>
            <a:r>
              <a:rPr lang="zh-CN" altLang="en-US" dirty="0"/>
              <a:t>。例如在下发的国家秘密文件的适当地方，注明文件的传达范围，如，此件传达至省、军级或地、师级；</a:t>
            </a:r>
            <a:endParaRPr lang="zh-CN" altLang="en-US" dirty="0"/>
          </a:p>
          <a:p>
            <a:r>
              <a:rPr lang="zh-CN" altLang="en-US" dirty="0"/>
              <a:t>三是</a:t>
            </a:r>
            <a:r>
              <a:rPr lang="zh-CN" altLang="en-US" dirty="0">
                <a:solidFill>
                  <a:srgbClr val="FF0000"/>
                </a:solidFill>
              </a:rPr>
              <a:t>以文字的方式通知</a:t>
            </a:r>
            <a:r>
              <a:rPr lang="zh-CN" altLang="en-US" dirty="0"/>
              <a:t>，并在通知中直接限定知悉的人员范围。对知悉范围作出变更调整的，要以直接通知的方法告知知悉范围机关、单位或人员。在机关、单位内部，知悉范围的告知方法可以采取文字告知和口头通知的方式，以口头方式通知的，应当作出文字记载。</a:t>
            </a:r>
            <a:endParaRPr lang="zh-CN" altLang="en-US" dirty="0"/>
          </a:p>
          <a:p>
            <a:endParaRPr lang="zh-CN" altLang="en-US"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1"/>
          <p:cNvSpPr>
            <a:spLocks noGrp="1"/>
          </p:cNvSpPr>
          <p:nvPr>
            <p:ph type="title"/>
          </p:nvPr>
        </p:nvSpPr>
        <p:spPr/>
        <p:txBody>
          <a:bodyPr/>
          <a:lstStyle/>
          <a:p>
            <a:r>
              <a:rPr kumimoji="1" lang="zh-CN" altLang="en-US" dirty="0" smtClean="0"/>
              <a:t>第五节 </a:t>
            </a:r>
            <a:r>
              <a:rPr kumimoji="1" lang="zh-CN" altLang="en-US" dirty="0"/>
              <a:t>密点标注</a:t>
            </a:r>
            <a:endParaRPr kumimoji="1" lang="zh-CN" altLang="en-US" dirty="0"/>
          </a:p>
        </p:txBody>
      </p:sp>
      <p:sp>
        <p:nvSpPr>
          <p:cNvPr id="33794" name="内容占位符 2"/>
          <p:cNvSpPr>
            <a:spLocks noGrp="1"/>
          </p:cNvSpPr>
          <p:nvPr>
            <p:ph idx="1"/>
          </p:nvPr>
        </p:nvSpPr>
        <p:spPr/>
        <p:txBody>
          <a:bodyPr/>
          <a:lstStyle/>
          <a:p>
            <a:pPr>
              <a:lnSpc>
                <a:spcPct val="150000"/>
              </a:lnSpc>
            </a:pPr>
            <a:r>
              <a:rPr kumimoji="1" lang="zh-CN" altLang="en-US" dirty="0"/>
              <a:t>什么是密点</a:t>
            </a:r>
            <a:endParaRPr kumimoji="1" lang="zh-CN" altLang="en-US" dirty="0"/>
          </a:p>
          <a:p>
            <a:pPr>
              <a:lnSpc>
                <a:spcPct val="150000"/>
              </a:lnSpc>
            </a:pPr>
            <a:r>
              <a:rPr kumimoji="1" lang="zh-CN" altLang="en-US" dirty="0"/>
              <a:t>什么是密点标注</a:t>
            </a:r>
            <a:endParaRPr kumimoji="1" lang="zh-CN" altLang="en-US" dirty="0"/>
          </a:p>
          <a:p>
            <a:pPr>
              <a:lnSpc>
                <a:spcPct val="150000"/>
              </a:lnSpc>
            </a:pPr>
            <a:r>
              <a:rPr kumimoji="1" lang="zh-CN" altLang="en-US" dirty="0"/>
              <a:t>如何进行密点标注</a:t>
            </a:r>
            <a:endParaRPr kumimoji="1" lang="zh-CN" altLang="en-US" dirty="0"/>
          </a:p>
        </p:txBody>
      </p:sp>
      <p:sp>
        <p:nvSpPr>
          <p:cNvPr id="33795" name="幻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E96C3D39-43E0-2442-A240-1B9437F89CB3}" type="slidenum">
              <a:rPr lang="zh-CN" altLang="en-US" sz="900">
                <a:solidFill>
                  <a:srgbClr val="898989"/>
                </a:solidFill>
              </a:rPr>
            </a:fld>
            <a:endParaRPr lang="zh-CN" altLang="en-US" sz="900">
              <a:solidFill>
                <a:srgbClr val="898989"/>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1.</a:t>
            </a:r>
            <a:r>
              <a:rPr kumimoji="1" lang="zh-CN" altLang="en-US" dirty="0"/>
              <a:t>密点</a:t>
            </a:r>
            <a:endParaRPr kumimoji="1" lang="zh-CN" altLang="en-US" dirty="0"/>
          </a:p>
        </p:txBody>
      </p:sp>
      <p:sp>
        <p:nvSpPr>
          <p:cNvPr id="3" name="内容占位符 2"/>
          <p:cNvSpPr>
            <a:spLocks noGrp="1"/>
          </p:cNvSpPr>
          <p:nvPr>
            <p:ph idx="1"/>
          </p:nvPr>
        </p:nvSpPr>
        <p:spPr/>
        <p:txBody>
          <a:bodyPr/>
          <a:lstStyle/>
          <a:p>
            <a:r>
              <a:rPr kumimoji="1" lang="zh-CN" altLang="en-US" dirty="0"/>
              <a:t>密点是决定一个事项具备国家秘密本质属性的关键内容，与非国家秘密内容可以进行区分，一般表现为文字、数据、图表等。</a:t>
            </a:r>
            <a:endParaRPr kumimoji="1" lang="zh-CN" altLang="en-US" dirty="0"/>
          </a:p>
          <a:p>
            <a:endParaRPr kumimoji="1" lang="zh-CN" altLang="en-US"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endParaRPr lang="zh-CN" altLang="en-US" dirty="0"/>
          </a:p>
        </p:txBody>
      </p:sp>
      <p:sp>
        <p:nvSpPr>
          <p:cNvPr id="3" name="内容占位符 2"/>
          <p:cNvSpPr>
            <a:spLocks noGrp="1"/>
          </p:cNvSpPr>
          <p:nvPr>
            <p:ph idx="1"/>
          </p:nvPr>
        </p:nvSpPr>
        <p:spPr/>
        <p:txBody>
          <a:bodyPr>
            <a:normAutofit/>
          </a:bodyPr>
          <a:lstStyle/>
          <a:p>
            <a:r>
              <a:rPr lang="zh-CN" altLang="en-US" dirty="0"/>
              <a:t> 找准秘密点，提高定密的准确性和科学性。</a:t>
            </a:r>
            <a:endParaRPr lang="en-US" altLang="zh-CN" dirty="0"/>
          </a:p>
          <a:p>
            <a:r>
              <a:rPr lang="zh-CN" altLang="en-US" dirty="0"/>
              <a:t>所谓秘密点，就是在需要定密的事项中，某项信息或若干信息的组合，公开或泄露后会使国家安全和利益遭受损害的那部分信息。</a:t>
            </a:r>
            <a:endParaRPr lang="en-US" altLang="zh-CN"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dirty="0"/>
              <a:t>如发送某军事科研会议的会议通知时，有的工作人员简单地把会议名称涂掉，以非密件的形式用非加密军线发送传真，这是错误的。因为从秘密点的角度来看，一份会议通知，包含了会议内容、时间、地点、参加人员等信息，这些信息组合起来就构成了一个“秘密点”，一旦公开或泄露，就会导致会议的保密措施失效，因此，应将其确定为军事秘密。</a:t>
            </a:r>
            <a:endParaRPr lang="en-US" altLang="zh-CN" dirty="0"/>
          </a:p>
          <a:p>
            <a:endParaRPr lang="zh-CN" altLang="en-US"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又如某部门将下发的计算机检查表格定为机密，表格中内容是该计算机是否按照保密措施进行了管理，是否定期杀毒，很显然没有秘密点，不应定密。</a:t>
            </a:r>
            <a:endParaRPr lang="zh-CN" altLang="en-US" dirty="0"/>
          </a:p>
          <a:p>
            <a:endParaRPr lang="zh-CN" altLang="en-US"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1"/>
          <p:cNvSpPr>
            <a:spLocks noGrp="1"/>
          </p:cNvSpPr>
          <p:nvPr>
            <p:ph type="title"/>
          </p:nvPr>
        </p:nvSpPr>
        <p:spPr/>
        <p:txBody>
          <a:bodyPr/>
          <a:lstStyle/>
          <a:p>
            <a:endParaRPr kumimoji="1" lang="zh-CN" altLang="en-US"/>
          </a:p>
        </p:txBody>
      </p:sp>
      <p:sp>
        <p:nvSpPr>
          <p:cNvPr id="34818" name="内容占位符 2"/>
          <p:cNvSpPr>
            <a:spLocks noGrp="1"/>
          </p:cNvSpPr>
          <p:nvPr>
            <p:ph idx="1"/>
          </p:nvPr>
        </p:nvSpPr>
        <p:spPr/>
        <p:txBody>
          <a:bodyPr/>
          <a:lstStyle/>
          <a:p>
            <a:pPr>
              <a:lnSpc>
                <a:spcPct val="150000"/>
              </a:lnSpc>
            </a:pPr>
            <a:r>
              <a:rPr kumimoji="1" lang="zh-CN" altLang="en-US"/>
              <a:t>涉密性</a:t>
            </a:r>
            <a:endParaRPr kumimoji="1" lang="zh-CN" altLang="en-US"/>
          </a:p>
          <a:p>
            <a:pPr>
              <a:lnSpc>
                <a:spcPct val="150000"/>
              </a:lnSpc>
            </a:pPr>
            <a:r>
              <a:rPr kumimoji="1" lang="zh-CN" altLang="en-US"/>
              <a:t>决定性</a:t>
            </a:r>
            <a:endParaRPr kumimoji="1" lang="zh-CN" altLang="en-US"/>
          </a:p>
          <a:p>
            <a:pPr>
              <a:lnSpc>
                <a:spcPct val="150000"/>
              </a:lnSpc>
            </a:pPr>
            <a:r>
              <a:rPr kumimoji="1" lang="zh-CN" altLang="en-US"/>
              <a:t>区分性</a:t>
            </a:r>
            <a:endParaRPr kumimoji="1" lang="zh-CN" altLang="en-US"/>
          </a:p>
          <a:p>
            <a:pPr>
              <a:lnSpc>
                <a:spcPct val="150000"/>
              </a:lnSpc>
            </a:pPr>
            <a:r>
              <a:rPr kumimoji="1" lang="zh-CN" altLang="en-US"/>
              <a:t>表现性</a:t>
            </a:r>
            <a:endParaRPr kumimoji="1" lang="zh-CN" altLang="en-US"/>
          </a:p>
          <a:p>
            <a:endParaRPr kumimoji="1" lang="zh-CN" altLang="en-US"/>
          </a:p>
        </p:txBody>
      </p:sp>
      <p:sp>
        <p:nvSpPr>
          <p:cNvPr id="34819" name="幻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681CDDA0-6299-C74A-9023-12C42F083AC9}" type="slidenum">
              <a:rPr lang="zh-CN" altLang="en-US" sz="900">
                <a:solidFill>
                  <a:srgbClr val="898989"/>
                </a:solidFill>
              </a:rPr>
            </a:fld>
            <a:endParaRPr lang="zh-CN" altLang="en-US" sz="900">
              <a:solidFill>
                <a:srgbClr val="898989"/>
              </a:solidFill>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p:cNvSpPr>
            <a:spLocks noGrp="1"/>
          </p:cNvSpPr>
          <p:nvPr>
            <p:ph type="title"/>
          </p:nvPr>
        </p:nvSpPr>
        <p:spPr/>
        <p:txBody>
          <a:bodyPr/>
          <a:lstStyle/>
          <a:p>
            <a:endParaRPr kumimoji="1" lang="zh-CN" altLang="en-US"/>
          </a:p>
        </p:txBody>
      </p:sp>
      <p:sp>
        <p:nvSpPr>
          <p:cNvPr id="35842" name="内容占位符 2"/>
          <p:cNvSpPr>
            <a:spLocks noGrp="1"/>
          </p:cNvSpPr>
          <p:nvPr>
            <p:ph idx="1"/>
          </p:nvPr>
        </p:nvSpPr>
        <p:spPr/>
        <p:txBody>
          <a:bodyPr/>
          <a:lstStyle/>
          <a:p>
            <a:pPr>
              <a:lnSpc>
                <a:spcPct val="200000"/>
              </a:lnSpc>
            </a:pPr>
            <a:r>
              <a:rPr kumimoji="1" lang="en-US" altLang="zh-CN"/>
              <a:t>Q:</a:t>
            </a:r>
            <a:r>
              <a:rPr kumimoji="1" lang="zh-CN" altLang="en-US"/>
              <a:t>是否所有的国家秘密都能区分密点？</a:t>
            </a:r>
            <a:endParaRPr kumimoji="1" lang="zh-CN" altLang="en-US"/>
          </a:p>
          <a:p>
            <a:pPr>
              <a:lnSpc>
                <a:spcPct val="200000"/>
              </a:lnSpc>
            </a:pPr>
            <a:r>
              <a:rPr kumimoji="1" lang="en-US" altLang="zh-CN"/>
              <a:t>A:</a:t>
            </a:r>
            <a:r>
              <a:rPr kumimoji="1" lang="zh-CN" altLang="en-US"/>
              <a:t>不一定，但对可以标注密点的文件，都需要标注</a:t>
            </a:r>
            <a:endParaRPr kumimoji="1" lang="zh-CN" altLang="en-US"/>
          </a:p>
        </p:txBody>
      </p:sp>
      <p:sp>
        <p:nvSpPr>
          <p:cNvPr id="35843" name="幻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C0BF82FD-2758-4842-99C0-7AC576D63645}" type="slidenum">
              <a:rPr lang="zh-CN" altLang="en-US" sz="900">
                <a:solidFill>
                  <a:srgbClr val="898989"/>
                </a:solidFill>
              </a:rPr>
            </a:fld>
            <a:endParaRPr lang="zh-CN" altLang="en-US" sz="900">
              <a:solidFill>
                <a:srgbClr val="898989"/>
              </a:solidFill>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标题 1"/>
          <p:cNvSpPr>
            <a:spLocks noGrp="1"/>
          </p:cNvSpPr>
          <p:nvPr>
            <p:ph type="title"/>
          </p:nvPr>
        </p:nvSpPr>
        <p:spPr/>
        <p:txBody>
          <a:bodyPr/>
          <a:lstStyle/>
          <a:p>
            <a:r>
              <a:rPr lang="en-US" altLang="zh-CN" dirty="0">
                <a:solidFill>
                  <a:srgbClr val="00B0F0"/>
                </a:solidFill>
                <a:latin typeface="方正大黑_GBK" charset="0"/>
                <a:ea typeface="方正大黑_GBK" charset="0"/>
                <a:sym typeface="方正大黑_GBK" charset="0"/>
              </a:rPr>
              <a:t>2.</a:t>
            </a:r>
            <a:r>
              <a:rPr lang="zh-CN" altLang="en-US" dirty="0">
                <a:solidFill>
                  <a:srgbClr val="00B0F0"/>
                </a:solidFill>
                <a:latin typeface="方正大黑_GBK" charset="0"/>
                <a:ea typeface="方正大黑_GBK" charset="0"/>
                <a:sym typeface="方正大黑_GBK" charset="0"/>
              </a:rPr>
              <a:t>密点标注</a:t>
            </a:r>
            <a:endParaRPr lang="zh-CN" altLang="en-US" dirty="0">
              <a:solidFill>
                <a:srgbClr val="00B0F0"/>
              </a:solidFill>
              <a:latin typeface="方正大黑_GBK" charset="0"/>
              <a:ea typeface="方正大黑_GBK" charset="0"/>
              <a:sym typeface="方正大黑_GBK" charset="0"/>
            </a:endParaRPr>
          </a:p>
        </p:txBody>
      </p:sp>
      <p:sp>
        <p:nvSpPr>
          <p:cNvPr id="83970" name="内容占位符 2"/>
          <p:cNvSpPr>
            <a:spLocks noGrp="1"/>
          </p:cNvSpPr>
          <p:nvPr>
            <p:ph idx="1"/>
          </p:nvPr>
        </p:nvSpPr>
        <p:spPr>
          <a:xfrm>
            <a:off x="628650" y="2239566"/>
            <a:ext cx="7886700" cy="3263503"/>
          </a:xfrm>
        </p:spPr>
        <p:txBody>
          <a:bodyPr>
            <a:normAutofit fontScale="85000" lnSpcReduction="20000"/>
          </a:bodyPr>
          <a:lstStyle/>
          <a:p>
            <a:r>
              <a:rPr lang="zh-CN" altLang="en-US" dirty="0">
                <a:solidFill>
                  <a:srgbClr val="FF0000"/>
                </a:solidFill>
              </a:rPr>
              <a:t> </a:t>
            </a:r>
            <a:r>
              <a:rPr lang="en-US" altLang="zh-CN" dirty="0">
                <a:solidFill>
                  <a:srgbClr val="FF0000"/>
                </a:solidFill>
              </a:rPr>
              <a:t>《</a:t>
            </a:r>
            <a:r>
              <a:rPr lang="zh-CN" altLang="en-US" dirty="0">
                <a:solidFill>
                  <a:srgbClr val="FF0000"/>
                </a:solidFill>
              </a:rPr>
              <a:t>国家秘密密点标注实施办法（试点稿）</a:t>
            </a:r>
            <a:r>
              <a:rPr lang="en-US" altLang="zh-CN" dirty="0">
                <a:solidFill>
                  <a:srgbClr val="FF0000"/>
                </a:solidFill>
              </a:rPr>
              <a:t>》</a:t>
            </a:r>
            <a:endParaRPr lang="zh-CN" altLang="en-US" dirty="0">
              <a:solidFill>
                <a:srgbClr val="FF0000"/>
              </a:solidFill>
            </a:endParaRPr>
          </a:p>
          <a:p>
            <a:r>
              <a:rPr lang="zh-CN" altLang="en-US" dirty="0"/>
              <a:t>密点标注，是指将文件、资料中涉及国家秘密的段落、字句、数字等分别做出密级标注，即以各密级的缩写为标注方式，如</a:t>
            </a:r>
            <a:r>
              <a:rPr lang="en-US" altLang="zh-CN" dirty="0"/>
              <a:t>〔</a:t>
            </a:r>
            <a:r>
              <a:rPr lang="zh-CN" altLang="en-US" dirty="0"/>
              <a:t>绝</a:t>
            </a:r>
            <a:r>
              <a:rPr lang="en-US" altLang="zh-CN" dirty="0"/>
              <a:t>〕</a:t>
            </a:r>
            <a:r>
              <a:rPr lang="zh-CN" altLang="en-US" dirty="0"/>
              <a:t>、</a:t>
            </a:r>
            <a:r>
              <a:rPr lang="en-US" altLang="zh-CN" dirty="0"/>
              <a:t>〔</a:t>
            </a:r>
            <a:r>
              <a:rPr lang="zh-CN" altLang="en-US" dirty="0"/>
              <a:t>机</a:t>
            </a:r>
            <a:r>
              <a:rPr lang="en-US" altLang="zh-CN" dirty="0"/>
              <a:t>〕</a:t>
            </a:r>
            <a:r>
              <a:rPr lang="zh-CN" altLang="en-US" dirty="0"/>
              <a:t>、</a:t>
            </a:r>
            <a:r>
              <a:rPr lang="en-US" altLang="zh-CN" dirty="0"/>
              <a:t>〔</a:t>
            </a:r>
            <a:r>
              <a:rPr lang="zh-CN" altLang="en-US" dirty="0"/>
              <a:t>秘</a:t>
            </a:r>
            <a:r>
              <a:rPr lang="en-US" altLang="zh-CN" dirty="0"/>
              <a:t>〕</a:t>
            </a:r>
            <a:r>
              <a:rPr lang="zh-CN" altLang="en-US" dirty="0"/>
              <a:t>。</a:t>
            </a:r>
            <a:endParaRPr lang="en-US" altLang="zh-CN" dirty="0"/>
          </a:p>
          <a:p>
            <a:r>
              <a:rPr lang="zh-CN" altLang="en-US" dirty="0"/>
              <a:t>密点标注一般以自然段落为单位，置于段落的开始位置。如事项名称涉密，应当将密点标注置于文件标题之前，也可以在文件、资料正文的后面附注密点说明，汇总列出文件、资料中的密点。</a:t>
            </a:r>
            <a:endParaRPr lang="en-US" altLang="zh-CN" dirty="0"/>
          </a:p>
          <a:p>
            <a:endParaRPr lang="zh-CN" altLang="en-US" dirty="0"/>
          </a:p>
        </p:txBody>
      </p:sp>
      <p:sp>
        <p:nvSpPr>
          <p:cNvPr id="8397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5E4AE76F-E506-2441-9DCE-38E2F1CC2E8F}" type="slidenum">
              <a:rPr lang="zh-CN" altLang="en-US" sz="900">
                <a:solidFill>
                  <a:srgbClr val="898989"/>
                </a:solidFill>
              </a:rPr>
            </a:fld>
            <a:endParaRPr lang="en-US" altLang="zh-CN" sz="900">
              <a:solidFill>
                <a:srgbClr val="898989"/>
              </a:solidFill>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标题 1"/>
          <p:cNvSpPr>
            <a:spLocks noGrp="1"/>
          </p:cNvSpPr>
          <p:nvPr>
            <p:ph type="title"/>
          </p:nvPr>
        </p:nvSpPr>
        <p:spPr/>
        <p:txBody>
          <a:bodyPr/>
          <a:lstStyle/>
          <a:p>
            <a:r>
              <a:rPr kumimoji="1" lang="zh-CN" altLang="en-US">
                <a:solidFill>
                  <a:srgbClr val="00B0F0"/>
                </a:solidFill>
              </a:rPr>
              <a:t>密点标注使用的符号（综合使用）</a:t>
            </a:r>
            <a:endParaRPr kumimoji="1" lang="zh-CN" altLang="en-US">
              <a:solidFill>
                <a:srgbClr val="00B0F0"/>
              </a:solidFill>
            </a:endParaRPr>
          </a:p>
        </p:txBody>
      </p:sp>
      <p:sp>
        <p:nvSpPr>
          <p:cNvPr id="3" name="内容占位符 2"/>
          <p:cNvSpPr>
            <a:spLocks noGrp="1"/>
          </p:cNvSpPr>
          <p:nvPr>
            <p:ph idx="1"/>
          </p:nvPr>
        </p:nvSpPr>
        <p:spPr/>
        <p:txBody>
          <a:bodyPr/>
          <a:lstStyle/>
          <a:p>
            <a:pPr>
              <a:defRPr/>
            </a:pPr>
            <a:endParaRPr kumimoji="1" lang="en-US" altLang="zh-CN" dirty="0"/>
          </a:p>
          <a:p>
            <a:pPr marL="0" indent="0">
              <a:lnSpc>
                <a:spcPct val="150000"/>
              </a:lnSpc>
              <a:buNone/>
              <a:defRPr/>
            </a:pPr>
            <a:r>
              <a:rPr kumimoji="1" lang="en-US" altLang="zh-CN" dirty="0"/>
              <a:t>【】</a:t>
            </a:r>
            <a:r>
              <a:rPr kumimoji="1" lang="zh-CN" altLang="en-US" dirty="0"/>
              <a:t>        密级</a:t>
            </a:r>
            <a:endParaRPr kumimoji="1" lang="en-US" altLang="zh-CN" dirty="0"/>
          </a:p>
          <a:p>
            <a:pPr marL="0" indent="0">
              <a:lnSpc>
                <a:spcPct val="150000"/>
              </a:lnSpc>
              <a:buNone/>
              <a:defRPr/>
            </a:pPr>
            <a:r>
              <a:rPr kumimoji="1" lang="en-US" altLang="zh-CN" dirty="0"/>
              <a:t>. . . .</a:t>
            </a:r>
            <a:r>
              <a:rPr kumimoji="1" lang="zh-CN" altLang="en-US" dirty="0"/>
              <a:t>         加在密点内容的下方</a:t>
            </a:r>
            <a:endParaRPr kumimoji="1" lang="en-US" altLang="zh-CN" dirty="0"/>
          </a:p>
          <a:p>
            <a:pPr marL="0" indent="0">
              <a:lnSpc>
                <a:spcPct val="150000"/>
              </a:lnSpc>
              <a:buNone/>
              <a:defRPr/>
            </a:pPr>
            <a:r>
              <a:rPr kumimoji="1" lang="zh-CN" altLang="en-US" dirty="0"/>
              <a:t>（）        说明密点情况</a:t>
            </a:r>
            <a:endParaRPr kumimoji="1" lang="zh-CN" altLang="en-US" dirty="0"/>
          </a:p>
          <a:p>
            <a:pPr marL="0" indent="0">
              <a:lnSpc>
                <a:spcPct val="150000"/>
              </a:lnSpc>
              <a:buNone/>
              <a:defRPr/>
            </a:pPr>
            <a:endParaRPr kumimoji="1" lang="zh-CN" altLang="en-US" dirty="0"/>
          </a:p>
          <a:p>
            <a:pPr marL="0" indent="0">
              <a:lnSpc>
                <a:spcPct val="150000"/>
              </a:lnSpc>
              <a:buNone/>
              <a:defRPr/>
            </a:pPr>
            <a:endParaRPr kumimoji="1" lang="zh-CN" altLang="en-US" dirty="0"/>
          </a:p>
        </p:txBody>
      </p:sp>
      <p:sp>
        <p:nvSpPr>
          <p:cNvPr id="84995" name="幻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B770487B-1021-574B-8758-1D9030DF4323}" type="slidenum">
              <a:rPr lang="zh-CN" altLang="en-US" sz="900">
                <a:solidFill>
                  <a:srgbClr val="898989"/>
                </a:solidFill>
              </a:rPr>
            </a:fld>
            <a:endParaRPr lang="zh-CN" altLang="en-US" sz="900">
              <a:solidFill>
                <a:srgbClr val="898989"/>
              </a:solidFill>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标题 1"/>
          <p:cNvSpPr>
            <a:spLocks noGrp="1"/>
          </p:cNvSpPr>
          <p:nvPr>
            <p:ph type="title"/>
          </p:nvPr>
        </p:nvSpPr>
        <p:spPr/>
        <p:txBody>
          <a:bodyPr/>
          <a:lstStyle/>
          <a:p>
            <a:endParaRPr kumimoji="1" lang="zh-CN" altLang="en-US"/>
          </a:p>
        </p:txBody>
      </p:sp>
      <p:sp>
        <p:nvSpPr>
          <p:cNvPr id="88066" name="内容占位符 2"/>
          <p:cNvSpPr>
            <a:spLocks noGrp="1"/>
          </p:cNvSpPr>
          <p:nvPr>
            <p:ph idx="1"/>
          </p:nvPr>
        </p:nvSpPr>
        <p:spPr/>
        <p:txBody>
          <a:bodyPr/>
          <a:lstStyle/>
          <a:p>
            <a:r>
              <a:rPr kumimoji="1" lang="zh-CN" altLang="en-US"/>
              <a:t>定密工作变难了</a:t>
            </a:r>
            <a:endParaRPr kumimoji="1" lang="zh-CN" altLang="en-US"/>
          </a:p>
          <a:p>
            <a:r>
              <a:rPr kumimoji="1" lang="zh-CN" altLang="en-US"/>
              <a:t>保密变容易了</a:t>
            </a:r>
            <a:endParaRPr kumimoji="1" lang="zh-CN" altLang="en-US"/>
          </a:p>
        </p:txBody>
      </p:sp>
      <p:sp>
        <p:nvSpPr>
          <p:cNvPr id="88067" name="幻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557530" indent="-214630">
              <a:lnSpc>
                <a:spcPct val="90000"/>
              </a:lnSpc>
              <a:spcBef>
                <a:spcPts val="375"/>
              </a:spcBef>
              <a:buFont typeface="Arial" panose="020B0604020202020204" pitchFamily="34" charset="0"/>
              <a:buChar char="•"/>
              <a:defRPr sz="1800">
                <a:solidFill>
                  <a:schemeClr val="tx1"/>
                </a:solidFill>
                <a:latin typeface="Calibri" panose="020F0502020204030204" charset="0"/>
                <a:ea typeface="宋体" panose="02010600030101010101" pitchFamily="2" charset="-122"/>
              </a:defRPr>
            </a:lvl2pPr>
            <a:lvl3pPr marL="8572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2001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4pPr>
            <a:lvl5pPr marL="1543050" indent="-17145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5pPr>
            <a:lvl6pPr marL="18859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6pPr>
            <a:lvl7pPr marL="22288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7pPr>
            <a:lvl8pPr marL="25717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8pPr>
            <a:lvl9pPr marL="2914650" indent="-17145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pPr>
            <a:fld id="{4874AFC7-3518-FD41-88D4-E9542D10E5A4}" type="slidenum">
              <a:rPr lang="zh-CN" altLang="en-US" sz="900">
                <a:solidFill>
                  <a:srgbClr val="898989"/>
                </a:solidFill>
              </a:rPr>
            </a:fld>
            <a:endParaRPr lang="zh-CN" altLang="en-US" sz="900">
              <a:solidFill>
                <a:srgbClr val="898989"/>
              </a:solidFill>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71414"/>
            <a:ext cx="8229600" cy="6786586"/>
          </a:xfrm>
        </p:spPr>
        <p:txBody>
          <a:bodyPr>
            <a:normAutofit fontScale="62500" lnSpcReduction="20000"/>
          </a:bodyPr>
          <a:lstStyle/>
          <a:p>
            <a:pPr lvl="0"/>
            <a:r>
              <a:rPr lang="zh-CN" altLang="en-US" b="1" dirty="0">
                <a:solidFill>
                  <a:srgbClr val="FF0000"/>
                </a:solidFill>
                <a:latin typeface="Arial" panose="020B0604020202020204" pitchFamily="34" charset="0"/>
                <a:ea typeface="仿宋_GB2312" charset="-122"/>
                <a:cs typeface="ATC-6c494eea4e2d9ed17b80*+Aril"/>
              </a:rPr>
              <a:t>机密 </a:t>
            </a:r>
            <a:r>
              <a:rPr lang="en-US" altLang="zh-CN" b="1" dirty="0">
                <a:solidFill>
                  <a:srgbClr val="FF0000"/>
                </a:solidFill>
              </a:rPr>
              <a:t>★</a:t>
            </a:r>
            <a:r>
              <a:rPr lang="en-US" altLang="zh-CN" b="1" dirty="0">
                <a:solidFill>
                  <a:srgbClr val="FF0000"/>
                </a:solidFill>
                <a:latin typeface="Arial" panose="020B0604020202020204" pitchFamily="34" charset="0"/>
                <a:ea typeface="仿宋_GB2312" charset="-122"/>
                <a:cs typeface="ATC-6c494eea4e2d9ed17b80*+Aril"/>
              </a:rPr>
              <a:t> 6</a:t>
            </a:r>
            <a:r>
              <a:rPr lang="zh-CN" altLang="en-US" b="1" dirty="0">
                <a:solidFill>
                  <a:srgbClr val="FF0000"/>
                </a:solidFill>
                <a:latin typeface="Arial" panose="020B0604020202020204" pitchFamily="34" charset="0"/>
                <a:ea typeface="仿宋_GB2312" charset="-122"/>
                <a:cs typeface="ATC-6c494eea4e2d9ed17b80*+Aril"/>
              </a:rPr>
              <a:t> 个月                            </a:t>
            </a:r>
            <a:r>
              <a:rPr lang="en-US" altLang="zh-CN" b="1" dirty="0">
                <a:solidFill>
                  <a:srgbClr val="FF0000"/>
                </a:solidFill>
              </a:rPr>
              <a:t>×××</a:t>
            </a:r>
            <a:r>
              <a:rPr lang="zh-CN" altLang="en-US" b="1" dirty="0">
                <a:solidFill>
                  <a:srgbClr val="FF0000"/>
                </a:solidFill>
              </a:rPr>
              <a:t>文件</a:t>
            </a:r>
            <a:endParaRPr lang="zh-CN" altLang="en-US" dirty="0">
              <a:solidFill>
                <a:srgbClr val="FF0000"/>
              </a:solidFill>
            </a:endParaRPr>
          </a:p>
          <a:p>
            <a:pPr algn="ctr"/>
            <a:r>
              <a:rPr lang="en-US" b="1" dirty="0">
                <a:solidFill>
                  <a:srgbClr val="FF0000"/>
                </a:solidFill>
              </a:rPr>
              <a:t> </a:t>
            </a:r>
            <a:endParaRPr lang="zh-CN" altLang="en-US" dirty="0">
              <a:solidFill>
                <a:srgbClr val="FF0000"/>
              </a:solidFill>
            </a:endParaRPr>
          </a:p>
          <a:p>
            <a:pPr algn="ctr"/>
            <a:r>
              <a:rPr lang="zh-CN" altLang="en-US" b="1" dirty="0">
                <a:solidFill>
                  <a:srgbClr val="FF0000"/>
                </a:solidFill>
              </a:rPr>
              <a:t>（</a:t>
            </a:r>
            <a:r>
              <a:rPr lang="en-US" altLang="zh-CN" b="1" dirty="0">
                <a:solidFill>
                  <a:srgbClr val="FF0000"/>
                </a:solidFill>
              </a:rPr>
              <a:t>××</a:t>
            </a:r>
            <a:r>
              <a:rPr lang="zh-CN" altLang="en-US" b="1" dirty="0">
                <a:solidFill>
                  <a:srgbClr val="FF0000"/>
                </a:solidFill>
              </a:rPr>
              <a:t>办发</a:t>
            </a:r>
            <a:r>
              <a:rPr lang="en-US" altLang="zh-CN" b="1" dirty="0">
                <a:solidFill>
                  <a:srgbClr val="FF0000"/>
                </a:solidFill>
              </a:rPr>
              <a:t>〔××〕××</a:t>
            </a:r>
            <a:r>
              <a:rPr lang="zh-CN" altLang="en-US" b="1" dirty="0">
                <a:solidFill>
                  <a:srgbClr val="FF0000"/>
                </a:solidFill>
              </a:rPr>
              <a:t>号）</a:t>
            </a:r>
            <a:endParaRPr lang="zh-CN" altLang="en-US" dirty="0">
              <a:solidFill>
                <a:srgbClr val="FF0000"/>
              </a:solidFill>
            </a:endParaRPr>
          </a:p>
          <a:p>
            <a:pPr algn="ctr"/>
            <a:r>
              <a:rPr lang="en-US" altLang="zh-CN" b="1" dirty="0">
                <a:solidFill>
                  <a:srgbClr val="FF0000"/>
                </a:solidFill>
              </a:rPr>
              <a:t>—★—</a:t>
            </a:r>
            <a:endParaRPr lang="zh-CN" altLang="en-US" dirty="0">
              <a:solidFill>
                <a:srgbClr val="FF0000"/>
              </a:solidFill>
            </a:endParaRPr>
          </a:p>
          <a:p>
            <a:r>
              <a:rPr lang="en-US" b="1" dirty="0"/>
              <a:t> </a:t>
            </a:r>
            <a:endParaRPr lang="zh-CN" altLang="en-US" dirty="0"/>
          </a:p>
          <a:p>
            <a:pPr algn="ctr"/>
            <a:r>
              <a:rPr lang="zh-CN" altLang="en-US" b="1" dirty="0"/>
              <a:t>岳阳市群众工作促进和谐</a:t>
            </a:r>
            <a:endParaRPr lang="zh-CN" altLang="en-US" dirty="0"/>
          </a:p>
          <a:p>
            <a:r>
              <a:rPr lang="en-US" b="1" dirty="0"/>
              <a:t> </a:t>
            </a:r>
            <a:endParaRPr lang="zh-CN" altLang="en-US" dirty="0"/>
          </a:p>
          <a:p>
            <a:r>
              <a:rPr lang="zh-CN" altLang="en-US" b="1" dirty="0"/>
              <a:t>近年来，岳阳市广泛推行决策民意征询制度，把群众工作贯穿到党务工作和政府工作全过程，从沿湖风光带到保障性住房建设，从整治环洞庭湖造纸企业到南湖治污等实事，该市都充分听取群众意见。</a:t>
            </a:r>
            <a:endParaRPr lang="zh-CN" altLang="en-US" dirty="0"/>
          </a:p>
          <a:p>
            <a:r>
              <a:rPr lang="en-US" altLang="zh-CN" b="1" dirty="0"/>
              <a:t>〔</a:t>
            </a:r>
            <a:r>
              <a:rPr lang="zh-CN" altLang="en-US" b="1" dirty="0"/>
              <a:t>秘</a:t>
            </a:r>
            <a:r>
              <a:rPr lang="en-US" altLang="zh-CN" b="1" dirty="0"/>
              <a:t>〕“</a:t>
            </a:r>
            <a:r>
              <a:rPr lang="zh-CN" altLang="en-US" b="1" dirty="0"/>
              <a:t>十一五”期间，岳阳</a:t>
            </a:r>
            <a:r>
              <a:rPr lang="en-US" altLang="zh-CN" b="1" dirty="0"/>
              <a:t>GDP</a:t>
            </a:r>
            <a:r>
              <a:rPr lang="zh-CN" altLang="en-US" b="1" dirty="0"/>
              <a:t>从</a:t>
            </a:r>
            <a:r>
              <a:rPr lang="en-US" altLang="zh-CN" b="1" dirty="0"/>
              <a:t>2005</a:t>
            </a:r>
            <a:r>
              <a:rPr lang="zh-CN" altLang="en-US" b="1" dirty="0"/>
              <a:t>年的</a:t>
            </a:r>
            <a:r>
              <a:rPr lang="en-US" altLang="zh-CN" b="1" dirty="0"/>
              <a:t>628</a:t>
            </a:r>
            <a:r>
              <a:rPr lang="zh-CN" altLang="en-US" b="1" dirty="0"/>
              <a:t>亿元增加到</a:t>
            </a:r>
            <a:r>
              <a:rPr lang="en-US" altLang="zh-CN" b="1" dirty="0"/>
              <a:t>2010</a:t>
            </a:r>
            <a:r>
              <a:rPr lang="zh-CN" altLang="en-US" b="1" dirty="0"/>
              <a:t>年的</a:t>
            </a:r>
            <a:r>
              <a:rPr lang="en-US" altLang="zh-CN" b="1" dirty="0"/>
              <a:t>1539</a:t>
            </a:r>
            <a:r>
              <a:rPr lang="zh-CN" altLang="en-US" b="1" dirty="0"/>
              <a:t>亿元，总量稳居全省第二，财政收入五年增加</a:t>
            </a:r>
            <a:r>
              <a:rPr lang="en-US" altLang="zh-CN" b="1" dirty="0"/>
              <a:t>100</a:t>
            </a:r>
            <a:r>
              <a:rPr lang="zh-CN" altLang="en-US" b="1" dirty="0"/>
              <a:t>亿元，新增财力</a:t>
            </a:r>
            <a:r>
              <a:rPr lang="en-US" altLang="zh-CN" b="1" dirty="0"/>
              <a:t>70%</a:t>
            </a:r>
            <a:r>
              <a:rPr lang="zh-CN" altLang="en-US" b="1" dirty="0"/>
              <a:t>用于改善民生支出。率先实现城镇“零就业”家庭动态清零、“三零”（服务零距离、药品零利润、医患零纠纷）社区卫生服务、爱心超市、乡乡有敬老院和在农村实施大面积危房改造。</a:t>
            </a:r>
            <a:r>
              <a:rPr lang="en-US" altLang="zh-CN" b="1" dirty="0"/>
              <a:t>2700</a:t>
            </a:r>
            <a:r>
              <a:rPr lang="zh-CN" altLang="en-US" b="1" dirty="0"/>
              <a:t>多名长年在洞庭湖漂泊的渔民上岸定居和解困工作全面完成，企业离退休人员基本养老金、国有企业下岗职工基本生活保障金按时发放率和社会化发放率达到</a:t>
            </a:r>
            <a:r>
              <a:rPr lang="en-US" altLang="zh-CN" b="1" dirty="0"/>
              <a:t>100%</a:t>
            </a:r>
            <a:r>
              <a:rPr lang="zh-CN" altLang="en-US" b="1" dirty="0"/>
              <a:t>，</a:t>
            </a:r>
            <a:r>
              <a:rPr lang="en-US" altLang="zh-CN" b="1" dirty="0"/>
              <a:t>58.4</a:t>
            </a:r>
            <a:r>
              <a:rPr lang="zh-CN" altLang="en-US" b="1" dirty="0"/>
              <a:t>万农村老人开始领取养老金。</a:t>
            </a:r>
            <a:endParaRPr lang="zh-CN" altLang="en-US" dirty="0"/>
          </a:p>
          <a:p>
            <a:r>
              <a:rPr lang="en-US" altLang="zh-CN" b="1" dirty="0"/>
              <a:t>〔</a:t>
            </a:r>
            <a:r>
              <a:rPr lang="zh-CN" altLang="en-US" b="1" dirty="0"/>
              <a:t>机</a:t>
            </a:r>
            <a:r>
              <a:rPr lang="en-US" altLang="zh-CN" b="1" dirty="0"/>
              <a:t>〕</a:t>
            </a:r>
            <a:r>
              <a:rPr lang="zh-CN" altLang="en-US" b="1" dirty="0"/>
              <a:t>由市委书记倡导，</a:t>
            </a:r>
            <a:r>
              <a:rPr lang="en-US" b="1" dirty="0"/>
              <a:t>2009</a:t>
            </a:r>
            <a:r>
              <a:rPr lang="zh-CN" altLang="en-US" b="1" dirty="0"/>
              <a:t>年岳阳率先成立的特困家庭大病救助基金，目前已募集</a:t>
            </a:r>
            <a:r>
              <a:rPr lang="en-US" b="1" dirty="0"/>
              <a:t>3300</a:t>
            </a:r>
            <a:r>
              <a:rPr lang="zh-CN" altLang="en-US" b="1" dirty="0"/>
              <a:t>万元，目前该基金已救助特困大病患者</a:t>
            </a:r>
            <a:r>
              <a:rPr lang="en-US" b="1" dirty="0"/>
              <a:t>238</a:t>
            </a:r>
            <a:r>
              <a:rPr lang="zh-CN" altLang="en-US" b="1" dirty="0"/>
              <a:t>人次，最高救助额度达</a:t>
            </a:r>
            <a:r>
              <a:rPr lang="en-US" b="1" dirty="0"/>
              <a:t>6</a:t>
            </a:r>
            <a:r>
              <a:rPr lang="zh-CN" altLang="en-US" b="1" dirty="0"/>
              <a:t>万元。坚持领导干部联点和下基层制度，兔年春节前夕，市级领导分赴各县市区走访困难群众</a:t>
            </a:r>
            <a:r>
              <a:rPr lang="en-US" b="1" dirty="0"/>
              <a:t>1000</a:t>
            </a:r>
            <a:r>
              <a:rPr lang="zh-CN" altLang="en-US" b="1" dirty="0"/>
              <a:t>多户。</a:t>
            </a:r>
            <a:endParaRPr lang="zh-CN" altLang="en-US" dirty="0"/>
          </a:p>
        </p:txBody>
      </p:sp>
      <p:graphicFrame>
        <p:nvGraphicFramePr>
          <p:cNvPr id="4" name="表格 3"/>
          <p:cNvGraphicFramePr>
            <a:graphicFrameLocks noGrp="1"/>
          </p:cNvGraphicFramePr>
          <p:nvPr/>
        </p:nvGraphicFramePr>
        <p:xfrm>
          <a:off x="7043766" y="71414"/>
          <a:ext cx="1600200" cy="1840230"/>
        </p:xfrm>
        <a:graphic>
          <a:graphicData uri="http://schemas.openxmlformats.org/drawingml/2006/table">
            <a:tbl>
              <a:tblPr/>
              <a:tblGrid>
                <a:gridCol w="533400"/>
                <a:gridCol w="533400"/>
                <a:gridCol w="533400"/>
              </a:tblGrid>
              <a:tr h="155575">
                <a:tc gridSpan="3">
                  <a:txBody>
                    <a:bodyPr/>
                    <a:lstStyle/>
                    <a:p>
                      <a:pPr algn="ctr">
                        <a:lnSpc>
                          <a:spcPct val="120000"/>
                        </a:lnSpc>
                        <a:spcAft>
                          <a:spcPts val="0"/>
                        </a:spcAft>
                      </a:pPr>
                      <a:r>
                        <a:rPr lang="zh-CN" sz="1050" b="1" kern="100" dirty="0">
                          <a:solidFill>
                            <a:srgbClr val="FF0000"/>
                          </a:solidFill>
                          <a:latin typeface="ATC-6c494eea69774f537b80*+Times"/>
                          <a:ea typeface="仿宋_GB2312"/>
                          <a:cs typeface="汉仪中宋简"/>
                        </a:rPr>
                        <a:t>国家秘密确定专用章</a:t>
                      </a:r>
                      <a:endParaRPr lang="zh-CN" sz="900" kern="100" dirty="0">
                        <a:solidFill>
                          <a:srgbClr val="000000"/>
                        </a:solidFill>
                        <a:latin typeface="ATC-6c494eea69774f537b80*+Times"/>
                        <a:ea typeface="宋体" panose="02010600030101010101" pitchFamily="2" charset="-122"/>
                        <a:cs typeface="ATC-6c494eea69774f537b80*+Times"/>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r>
              <a:tr h="118745">
                <a:tc rowSpan="5">
                  <a:txBody>
                    <a:bodyPr/>
                    <a:lstStyle/>
                    <a:p>
                      <a:pPr algn="just">
                        <a:spcAft>
                          <a:spcPts val="0"/>
                        </a:spcAft>
                      </a:pPr>
                      <a:r>
                        <a:rPr lang="zh-CN" sz="1400" b="1" kern="100" dirty="0">
                          <a:solidFill>
                            <a:srgbClr val="FF0000"/>
                          </a:solidFill>
                          <a:latin typeface="Times New Roman" panose="02020603050405020304"/>
                          <a:ea typeface="宋体" panose="02010600030101010101" pitchFamily="2" charset="-122"/>
                          <a:cs typeface="Times New Roman" panose="02020603050405020304"/>
                        </a:rPr>
                        <a:t>定</a:t>
                      </a:r>
                      <a:endParaRPr lang="zh-CN" sz="1400" kern="100" dirty="0">
                        <a:latin typeface="Times New Roman" panose="02020603050405020304"/>
                        <a:ea typeface="宋体" panose="02010600030101010101" pitchFamily="2" charset="-122"/>
                        <a:cs typeface="Times New Roman" panose="02020603050405020304"/>
                      </a:endParaRPr>
                    </a:p>
                    <a:p>
                      <a:pPr algn="just">
                        <a:lnSpc>
                          <a:spcPct val="120000"/>
                        </a:lnSpc>
                        <a:spcAft>
                          <a:spcPts val="0"/>
                        </a:spcAft>
                      </a:pPr>
                      <a:r>
                        <a:rPr lang="zh-CN" sz="1400" b="1" kern="100" dirty="0">
                          <a:solidFill>
                            <a:srgbClr val="FF0000"/>
                          </a:solidFill>
                          <a:latin typeface="ATC-6c494eea69774f537b80*+Times"/>
                          <a:ea typeface="方正黑体简体"/>
                          <a:cs typeface="ATC-6c494eea4e2d9ed17b80*+Aril"/>
                        </a:rPr>
                        <a:t>密</a:t>
                      </a:r>
                      <a:endParaRPr lang="zh-CN" sz="1400" kern="100" dirty="0">
                        <a:solidFill>
                          <a:srgbClr val="000000"/>
                        </a:solidFill>
                        <a:latin typeface="ATC-6c494eea69774f537b80*+Times"/>
                        <a:ea typeface="宋体" panose="02010600030101010101" pitchFamily="2" charset="-122"/>
                        <a:cs typeface="ATC-6c494eea69774f537b80*+Times"/>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20000"/>
                        </a:lnSpc>
                        <a:spcAft>
                          <a:spcPts val="0"/>
                        </a:spcAft>
                      </a:pPr>
                      <a:r>
                        <a:rPr lang="zh-CN" sz="1050" b="1" kern="100">
                          <a:solidFill>
                            <a:srgbClr val="FF0000"/>
                          </a:solidFill>
                          <a:latin typeface="ATC-6c494eea69774f537b80*+Times"/>
                          <a:ea typeface="仿宋_GB2312"/>
                          <a:cs typeface="ATC-6c494eea69774f537b80*+Times"/>
                        </a:rPr>
                        <a:t>定密编号</a:t>
                      </a:r>
                      <a:endParaRPr lang="zh-CN" sz="900" kern="100">
                        <a:solidFill>
                          <a:srgbClr val="000000"/>
                        </a:solidFill>
                        <a:latin typeface="ATC-6c494eea69774f537b80*+Times"/>
                        <a:ea typeface="宋体" panose="02010600030101010101" pitchFamily="2" charset="-122"/>
                        <a:cs typeface="ATC-6c494eea69774f537b80*+Times"/>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20000"/>
                        </a:lnSpc>
                        <a:spcAft>
                          <a:spcPts val="0"/>
                        </a:spcAft>
                      </a:pPr>
                      <a:r>
                        <a:rPr lang="zh-CN" sz="1050" b="1" kern="100">
                          <a:solidFill>
                            <a:srgbClr val="FF0000"/>
                          </a:solidFill>
                          <a:latin typeface="ATC-6c494eea69774f537b80*+Times"/>
                          <a:ea typeface="仿宋_GB2312"/>
                          <a:cs typeface="ATC-6c494eea69774f537b80*+Times"/>
                        </a:rPr>
                        <a:t>20108812</a:t>
                      </a:r>
                      <a:endParaRPr lang="zh-CN" sz="900" kern="100">
                        <a:solidFill>
                          <a:srgbClr val="000000"/>
                        </a:solidFill>
                        <a:latin typeface="ATC-6c494eea69774f537b80*+Times"/>
                        <a:ea typeface="宋体" panose="02010600030101010101" pitchFamily="2" charset="-122"/>
                        <a:cs typeface="ATC-6c494eea69774f537b80*+Times"/>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8745">
                <a:tc vMerge="1">
                  <a:tcPr/>
                </a:tc>
                <a:tc>
                  <a:txBody>
                    <a:bodyPr/>
                    <a:lstStyle/>
                    <a:p>
                      <a:pPr algn="just">
                        <a:lnSpc>
                          <a:spcPct val="120000"/>
                        </a:lnSpc>
                        <a:spcAft>
                          <a:spcPts val="0"/>
                        </a:spcAft>
                      </a:pPr>
                      <a:r>
                        <a:rPr lang="zh-CN" sz="1050" b="1" kern="100">
                          <a:solidFill>
                            <a:srgbClr val="FF0000"/>
                          </a:solidFill>
                          <a:latin typeface="ATC-6c494eea69774f537b80*+Times"/>
                          <a:ea typeface="仿宋_GB2312"/>
                          <a:cs typeface="ATC-6c494eea69774f537b80*+Times"/>
                        </a:rPr>
                        <a:t>承办人</a:t>
                      </a:r>
                      <a:endParaRPr lang="zh-CN" sz="900" kern="100">
                        <a:solidFill>
                          <a:srgbClr val="000000"/>
                        </a:solidFill>
                        <a:latin typeface="ATC-6c494eea69774f537b80*+Times"/>
                        <a:ea typeface="宋体" panose="02010600030101010101" pitchFamily="2" charset="-122"/>
                        <a:cs typeface="ATC-6c494eea69774f537b80*+Times"/>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20000"/>
                        </a:lnSpc>
                        <a:spcAft>
                          <a:spcPts val="0"/>
                        </a:spcAft>
                      </a:pPr>
                      <a:r>
                        <a:rPr lang="zh-CN" sz="1050" b="1" kern="100">
                          <a:solidFill>
                            <a:srgbClr val="FF0000"/>
                          </a:solidFill>
                          <a:latin typeface="ATC-6c494eea69774f537b80*+Times"/>
                          <a:ea typeface="仿宋_GB2312"/>
                          <a:cs typeface="ATC-6c494eea69774f537b80*+Times"/>
                        </a:rPr>
                        <a:t>钱   某</a:t>
                      </a:r>
                      <a:endParaRPr lang="zh-CN" sz="900" kern="100">
                        <a:solidFill>
                          <a:srgbClr val="000000"/>
                        </a:solidFill>
                        <a:latin typeface="ATC-6c494eea69774f537b80*+Times"/>
                        <a:ea typeface="宋体" panose="02010600030101010101" pitchFamily="2" charset="-122"/>
                        <a:cs typeface="ATC-6c494eea69774f537b80*+Times"/>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cPr/>
                </a:tc>
                <a:tc>
                  <a:txBody>
                    <a:bodyPr/>
                    <a:lstStyle/>
                    <a:p>
                      <a:pPr algn="just">
                        <a:lnSpc>
                          <a:spcPct val="120000"/>
                        </a:lnSpc>
                        <a:spcAft>
                          <a:spcPts val="0"/>
                        </a:spcAft>
                      </a:pPr>
                      <a:r>
                        <a:rPr lang="zh-CN" sz="1050" b="1" kern="100">
                          <a:solidFill>
                            <a:srgbClr val="FF0000"/>
                          </a:solidFill>
                          <a:latin typeface="ATC-6c494eea69774f537b80*+Times"/>
                          <a:ea typeface="仿宋_GB2312"/>
                          <a:cs typeface="ATC-6c494eea69774f537b80*+Times"/>
                        </a:rPr>
                        <a:t>定密责任人</a:t>
                      </a:r>
                      <a:endParaRPr lang="zh-CN" sz="900" kern="100">
                        <a:solidFill>
                          <a:srgbClr val="000000"/>
                        </a:solidFill>
                        <a:latin typeface="ATC-6c494eea69774f537b80*+Times"/>
                        <a:ea typeface="宋体" panose="02010600030101010101" pitchFamily="2" charset="-122"/>
                        <a:cs typeface="ATC-6c494eea69774f537b80*+Times"/>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20000"/>
                        </a:lnSpc>
                        <a:spcAft>
                          <a:spcPts val="0"/>
                        </a:spcAft>
                      </a:pPr>
                      <a:r>
                        <a:rPr lang="zh-CN" sz="1050" b="1" kern="100">
                          <a:solidFill>
                            <a:srgbClr val="FF0000"/>
                          </a:solidFill>
                          <a:latin typeface="ATC-6c494eea69774f537b80*+Times"/>
                          <a:ea typeface="仿宋_GB2312"/>
                          <a:cs typeface="ATC-6c494eea69774f537b80*+Times"/>
                        </a:rPr>
                        <a:t>赵   某</a:t>
                      </a:r>
                      <a:endParaRPr lang="zh-CN" sz="900" kern="100">
                        <a:solidFill>
                          <a:srgbClr val="000000"/>
                        </a:solidFill>
                        <a:latin typeface="ATC-6c494eea69774f537b80*+Times"/>
                        <a:ea typeface="宋体" panose="02010600030101010101" pitchFamily="2" charset="-122"/>
                        <a:cs typeface="ATC-6c494eea69774f537b80*+Times"/>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6365">
                <a:tc vMerge="1">
                  <a:tcPr/>
                </a:tc>
                <a:tc>
                  <a:txBody>
                    <a:bodyPr/>
                    <a:lstStyle/>
                    <a:p>
                      <a:pPr algn="just">
                        <a:lnSpc>
                          <a:spcPct val="120000"/>
                        </a:lnSpc>
                        <a:spcAft>
                          <a:spcPts val="0"/>
                        </a:spcAft>
                      </a:pPr>
                      <a:r>
                        <a:rPr lang="zh-CN" sz="1050" b="1" kern="100">
                          <a:solidFill>
                            <a:srgbClr val="FF0000"/>
                          </a:solidFill>
                          <a:latin typeface="ATC-6c494eea69774f537b80*+Times"/>
                          <a:ea typeface="仿宋_GB2312"/>
                          <a:cs typeface="ATC-6c494eea69774f537b80*+Times"/>
                        </a:rPr>
                        <a:t>定密依据</a:t>
                      </a:r>
                      <a:endParaRPr lang="zh-CN" sz="900" kern="100">
                        <a:solidFill>
                          <a:srgbClr val="000000"/>
                        </a:solidFill>
                        <a:latin typeface="ATC-6c494eea69774f537b80*+Times"/>
                        <a:ea typeface="宋体" panose="02010600030101010101" pitchFamily="2" charset="-122"/>
                        <a:cs typeface="ATC-6c494eea69774f537b80*+Times"/>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20000"/>
                        </a:lnSpc>
                        <a:spcAft>
                          <a:spcPts val="0"/>
                        </a:spcAft>
                      </a:pPr>
                      <a:r>
                        <a:rPr lang="zh-CN" sz="1050" b="1" kern="100">
                          <a:solidFill>
                            <a:srgbClr val="FF0000"/>
                          </a:solidFill>
                          <a:latin typeface="ATC-6c494eea69774f537b80*+Times"/>
                          <a:ea typeface="仿宋_GB2312"/>
                          <a:cs typeface="ATC-6c494eea69774f537b80*+Times"/>
                        </a:rPr>
                        <a:t>政法范围</a:t>
                      </a:r>
                      <a:endParaRPr lang="zh-CN" sz="900" kern="100">
                        <a:solidFill>
                          <a:srgbClr val="000000"/>
                        </a:solidFill>
                        <a:latin typeface="ATC-6c494eea69774f537b80*+Times"/>
                        <a:ea typeface="宋体" panose="02010600030101010101" pitchFamily="2" charset="-122"/>
                        <a:cs typeface="ATC-6c494eea69774f537b80*+Times"/>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8110">
                <a:tc vMerge="1">
                  <a:tcPr/>
                </a:tc>
                <a:tc>
                  <a:txBody>
                    <a:bodyPr/>
                    <a:lstStyle/>
                    <a:p>
                      <a:pPr algn="just">
                        <a:lnSpc>
                          <a:spcPct val="120000"/>
                        </a:lnSpc>
                        <a:spcAft>
                          <a:spcPts val="0"/>
                        </a:spcAft>
                      </a:pPr>
                      <a:r>
                        <a:rPr lang="zh-CN" sz="1050" b="1" kern="100">
                          <a:solidFill>
                            <a:srgbClr val="FF0000"/>
                          </a:solidFill>
                          <a:latin typeface="ATC-6c494eea69774f537b80*+Times"/>
                          <a:ea typeface="仿宋_GB2312"/>
                          <a:cs typeface="ATC-6c494eea69774f537b80*+Times"/>
                        </a:rPr>
                        <a:t>定密时间</a:t>
                      </a:r>
                      <a:endParaRPr lang="zh-CN" sz="900" kern="100">
                        <a:solidFill>
                          <a:srgbClr val="000000"/>
                        </a:solidFill>
                        <a:latin typeface="ATC-6c494eea69774f537b80*+Times"/>
                        <a:ea typeface="宋体" panose="02010600030101010101" pitchFamily="2" charset="-122"/>
                        <a:cs typeface="ATC-6c494eea69774f537b80*+Times"/>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20000"/>
                        </a:lnSpc>
                        <a:spcAft>
                          <a:spcPts val="0"/>
                        </a:spcAft>
                      </a:pPr>
                      <a:r>
                        <a:rPr lang="zh-CN" sz="1050" b="1" kern="100" dirty="0">
                          <a:solidFill>
                            <a:srgbClr val="FF0000"/>
                          </a:solidFill>
                          <a:latin typeface="ATC-6c494eea69774f537b80*+Times"/>
                          <a:ea typeface="仿宋_GB2312"/>
                          <a:cs typeface="ATC-6c494eea69774f537b80*+Times"/>
                        </a:rPr>
                        <a:t>2010.3.15</a:t>
                      </a:r>
                      <a:endParaRPr lang="zh-CN" sz="900" kern="100" dirty="0">
                        <a:solidFill>
                          <a:srgbClr val="000000"/>
                        </a:solidFill>
                        <a:latin typeface="ATC-6c494eea69774f537b80*+Times"/>
                        <a:ea typeface="宋体" panose="02010600030101010101" pitchFamily="2" charset="-122"/>
                        <a:cs typeface="ATC-6c494eea69774f537b80*+Times"/>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1000098" y="1758315"/>
          <a:ext cx="7715308" cy="4813956"/>
        </p:xfrm>
        <a:graphic>
          <a:graphicData uri="http://schemas.openxmlformats.org/drawingml/2006/table">
            <a:tbl>
              <a:tblPr/>
              <a:tblGrid>
                <a:gridCol w="1928827"/>
                <a:gridCol w="1928827"/>
                <a:gridCol w="1928827"/>
                <a:gridCol w="1928827"/>
              </a:tblGrid>
              <a:tr h="472796">
                <a:tc>
                  <a:txBody>
                    <a:bodyPr/>
                    <a:lstStyle/>
                    <a:p>
                      <a:pPr algn="ctr">
                        <a:lnSpc>
                          <a:spcPct val="120000"/>
                        </a:lnSpc>
                        <a:spcAft>
                          <a:spcPts val="0"/>
                        </a:spcAft>
                      </a:pPr>
                      <a:r>
                        <a:rPr lang="zh-CN" sz="1600" b="1" kern="100">
                          <a:solidFill>
                            <a:srgbClr val="FF0000"/>
                          </a:solidFill>
                          <a:latin typeface="ATC-6c494eea69774f537b80*+Times"/>
                          <a:ea typeface="仿宋_GB2312"/>
                          <a:cs typeface="ATC-6c494eea69774f537b80*+Times"/>
                        </a:rPr>
                        <a:t>事项名称</a:t>
                      </a:r>
                      <a:endParaRPr lang="zh-CN" sz="900" kern="100">
                        <a:solidFill>
                          <a:srgbClr val="000000"/>
                        </a:solidFill>
                        <a:latin typeface="ATC-6c494eea69774f537b80*+Times"/>
                        <a:ea typeface="宋体" panose="02010600030101010101" pitchFamily="2" charset="-122"/>
                        <a:cs typeface="ATC-6c494eea69774f537b80*+Times"/>
                      </a:endParaRPr>
                    </a:p>
                  </a:txBody>
                  <a:tcPr marL="36195" marR="36195" marT="17780" marB="177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l">
                        <a:lnSpc>
                          <a:spcPct val="120000"/>
                        </a:lnSpc>
                        <a:spcAft>
                          <a:spcPts val="0"/>
                        </a:spcAft>
                      </a:pPr>
                      <a:endParaRPr lang="zh-CN" sz="1200" kern="10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17780" marR="17780" marT="17780" marB="177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r>
              <a:tr h="472796">
                <a:tc rowSpan="2">
                  <a:txBody>
                    <a:bodyPr/>
                    <a:lstStyle/>
                    <a:p>
                      <a:pPr algn="ctr">
                        <a:lnSpc>
                          <a:spcPct val="120000"/>
                        </a:lnSpc>
                        <a:spcAft>
                          <a:spcPts val="0"/>
                        </a:spcAft>
                      </a:pPr>
                      <a:r>
                        <a:rPr lang="zh-CN" sz="1600" b="1" kern="100">
                          <a:solidFill>
                            <a:srgbClr val="FF0000"/>
                          </a:solidFill>
                          <a:latin typeface="ATC-6c494eea69774f537b80*+Times"/>
                          <a:ea typeface="仿宋_GB2312"/>
                          <a:cs typeface="ATC-6c494eea69774f537b80*+Times"/>
                        </a:rPr>
                        <a:t>拟定情况</a:t>
                      </a:r>
                      <a:endParaRPr lang="zh-CN" sz="900" kern="100">
                        <a:solidFill>
                          <a:srgbClr val="000000"/>
                        </a:solidFill>
                        <a:latin typeface="ATC-6c494eea69774f537b80*+Times"/>
                        <a:ea typeface="宋体" panose="02010600030101010101" pitchFamily="2" charset="-122"/>
                        <a:cs typeface="ATC-6c494eea69774f537b80*+Times"/>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zh-CN" sz="1600" b="1" kern="100">
                          <a:solidFill>
                            <a:srgbClr val="FF0000"/>
                          </a:solidFill>
                          <a:latin typeface="ATC-6c494eea69774f537b80*+Times"/>
                          <a:ea typeface="仿宋_GB2312"/>
                          <a:cs typeface="ATC-6c494eea69774f537b80*+Times"/>
                        </a:rPr>
                        <a:t>密级</a:t>
                      </a:r>
                      <a:endParaRPr lang="zh-CN" sz="900" kern="100">
                        <a:solidFill>
                          <a:srgbClr val="000000"/>
                        </a:solidFill>
                        <a:latin typeface="ATC-6c494eea69774f537b80*+Times"/>
                        <a:ea typeface="宋体" panose="02010600030101010101" pitchFamily="2" charset="-122"/>
                        <a:cs typeface="ATC-6c494eea69774f537b80*+Times"/>
                      </a:endParaRPr>
                    </a:p>
                  </a:txBody>
                  <a:tcPr marL="17780" marR="17780" marT="17780" marB="177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zh-CN" sz="1600" b="1" kern="100">
                          <a:solidFill>
                            <a:srgbClr val="FF0000"/>
                          </a:solidFill>
                          <a:latin typeface="ATC-6c494eea69774f537b80*+Times"/>
                          <a:ea typeface="仿宋_GB2312"/>
                          <a:cs typeface="ATC-6c494eea69774f537b80*+Times"/>
                        </a:rPr>
                        <a:t>保密期限</a:t>
                      </a:r>
                      <a:endParaRPr lang="zh-CN" sz="900" kern="100">
                        <a:solidFill>
                          <a:srgbClr val="000000"/>
                        </a:solidFill>
                        <a:latin typeface="ATC-6c494eea69774f537b80*+Times"/>
                        <a:ea typeface="宋体" panose="02010600030101010101" pitchFamily="2" charset="-122"/>
                        <a:cs typeface="ATC-6c494eea69774f537b80*+Times"/>
                      </a:endParaRPr>
                    </a:p>
                  </a:txBody>
                  <a:tcPr marL="36195" marR="36195" marT="17780" marB="177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6400" algn="ctr">
                        <a:lnSpc>
                          <a:spcPct val="120000"/>
                        </a:lnSpc>
                        <a:spcAft>
                          <a:spcPts val="0"/>
                        </a:spcAft>
                      </a:pPr>
                      <a:r>
                        <a:rPr lang="zh-CN" sz="1600" b="1" kern="100">
                          <a:solidFill>
                            <a:srgbClr val="FF0000"/>
                          </a:solidFill>
                          <a:latin typeface="ATC-6c494eea69774f537b80*+Times"/>
                          <a:ea typeface="仿宋_GB2312"/>
                          <a:cs typeface="ATC-6c494eea69774f537b80*+Times"/>
                        </a:rPr>
                        <a:t>知悉范围</a:t>
                      </a:r>
                      <a:endParaRPr lang="zh-CN" sz="900" kern="100">
                        <a:solidFill>
                          <a:srgbClr val="000000"/>
                        </a:solidFill>
                        <a:latin typeface="ATC-6c494eea69774f537b80*+Times"/>
                        <a:ea typeface="宋体" panose="02010600030101010101" pitchFamily="2" charset="-122"/>
                        <a:cs typeface="ATC-6c494eea69774f537b80*+Times"/>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2852">
                <a:tc vMerge="1">
                  <a:tcPr/>
                </a:tc>
                <a:tc>
                  <a:txBody>
                    <a:bodyPr/>
                    <a:lstStyle/>
                    <a:p>
                      <a:pPr indent="406400" algn="ctr">
                        <a:lnSpc>
                          <a:spcPct val="120000"/>
                        </a:lnSpc>
                        <a:spcAft>
                          <a:spcPts val="0"/>
                        </a:spcAft>
                      </a:pPr>
                      <a:endParaRPr lang="zh-CN" sz="1200" kern="10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17780" marR="17780" marT="17780" marB="177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6400" algn="ctr">
                        <a:lnSpc>
                          <a:spcPct val="120000"/>
                        </a:lnSpc>
                        <a:spcAft>
                          <a:spcPts val="0"/>
                        </a:spcAft>
                      </a:pPr>
                      <a:endParaRPr lang="zh-CN" sz="1200" kern="10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17780" marR="17780" marT="17780" marB="177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6400" algn="ctr">
                        <a:lnSpc>
                          <a:spcPct val="120000"/>
                        </a:lnSpc>
                        <a:spcAft>
                          <a:spcPts val="0"/>
                        </a:spcAft>
                      </a:pPr>
                      <a:endParaRPr lang="zh-CN" sz="1200" kern="10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17780" marR="17780" marT="17780" marB="177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94360">
                <a:tc>
                  <a:txBody>
                    <a:bodyPr/>
                    <a:lstStyle/>
                    <a:p>
                      <a:pPr algn="ctr">
                        <a:lnSpc>
                          <a:spcPct val="120000"/>
                        </a:lnSpc>
                        <a:spcAft>
                          <a:spcPts val="0"/>
                        </a:spcAft>
                      </a:pPr>
                      <a:r>
                        <a:rPr lang="zh-CN" sz="1600" b="1" kern="100">
                          <a:solidFill>
                            <a:srgbClr val="FF0000"/>
                          </a:solidFill>
                          <a:latin typeface="ATC-6c494eea69774f537b80*+Times"/>
                          <a:ea typeface="仿宋_GB2312"/>
                          <a:cs typeface="ATC-6c494eea69774f537b80*+Times"/>
                        </a:rPr>
                        <a:t>定      密</a:t>
                      </a:r>
                      <a:endParaRPr lang="zh-CN" sz="900" kern="100">
                        <a:solidFill>
                          <a:srgbClr val="000000"/>
                        </a:solidFill>
                        <a:latin typeface="ATC-6c494eea69774f537b80*+Times"/>
                        <a:ea typeface="宋体" panose="02010600030101010101" pitchFamily="2" charset="-122"/>
                        <a:cs typeface="ATC-6c494eea69774f537b80*+Times"/>
                      </a:endParaRPr>
                    </a:p>
                    <a:p>
                      <a:pPr algn="ctr">
                        <a:lnSpc>
                          <a:spcPct val="120000"/>
                        </a:lnSpc>
                        <a:spcAft>
                          <a:spcPts val="0"/>
                        </a:spcAft>
                      </a:pPr>
                      <a:r>
                        <a:rPr lang="zh-CN" sz="1600" b="1" kern="100">
                          <a:solidFill>
                            <a:srgbClr val="FF0000"/>
                          </a:solidFill>
                          <a:latin typeface="ATC-6c494eea69774f537b80*+Times"/>
                          <a:ea typeface="仿宋_GB2312"/>
                          <a:cs typeface="ATC-6c494eea69774f537b80*+Times"/>
                        </a:rPr>
                        <a:t>依据和理由</a:t>
                      </a:r>
                      <a:endParaRPr lang="zh-CN" sz="900" kern="100">
                        <a:solidFill>
                          <a:srgbClr val="000000"/>
                        </a:solidFill>
                        <a:latin typeface="ATC-6c494eea69774f537b80*+Times"/>
                        <a:ea typeface="宋体" panose="02010600030101010101" pitchFamily="2" charset="-122"/>
                        <a:cs typeface="ATC-6c494eea69774f537b80*+Times"/>
                      </a:endParaRPr>
                    </a:p>
                  </a:txBody>
                  <a:tcPr marL="36195" marR="36195" marT="17780" marB="177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indent="406400" algn="l">
                        <a:lnSpc>
                          <a:spcPct val="120000"/>
                        </a:lnSpc>
                        <a:spcAft>
                          <a:spcPts val="0"/>
                        </a:spcAft>
                      </a:pPr>
                      <a:endParaRPr lang="zh-CN" sz="1200" kern="10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17780" marR="17780" marT="17780" marB="177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r>
              <a:tr h="1389662">
                <a:tc>
                  <a:txBody>
                    <a:bodyPr/>
                    <a:lstStyle/>
                    <a:p>
                      <a:pPr algn="just">
                        <a:lnSpc>
                          <a:spcPct val="120000"/>
                        </a:lnSpc>
                        <a:spcAft>
                          <a:spcPts val="0"/>
                        </a:spcAft>
                      </a:pPr>
                      <a:r>
                        <a:rPr lang="zh-CN" sz="1600" b="1" kern="100">
                          <a:solidFill>
                            <a:srgbClr val="FF0000"/>
                          </a:solidFill>
                          <a:latin typeface="ATC-6c494eea69774f537b80*+Times"/>
                          <a:ea typeface="仿宋_GB2312"/>
                          <a:cs typeface="ATC-6c494eea69774f537b80*+Times"/>
                        </a:rPr>
                        <a:t>承办人意见</a:t>
                      </a:r>
                      <a:endParaRPr lang="zh-CN" sz="900" kern="100">
                        <a:solidFill>
                          <a:srgbClr val="000000"/>
                        </a:solidFill>
                        <a:latin typeface="ATC-6c494eea69774f537b80*+Times"/>
                        <a:ea typeface="宋体" panose="02010600030101010101" pitchFamily="2" charset="-122"/>
                        <a:cs typeface="ATC-6c494eea69774f537b80*+Times"/>
                      </a:endParaRPr>
                    </a:p>
                  </a:txBody>
                  <a:tcPr marL="36195" marR="36195" marT="17780" marB="177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indent="406400" algn="ctr">
                        <a:lnSpc>
                          <a:spcPct val="120000"/>
                        </a:lnSpc>
                        <a:spcAft>
                          <a:spcPts val="0"/>
                        </a:spcAft>
                      </a:pPr>
                      <a:endParaRPr lang="zh-CN" sz="900" kern="100">
                        <a:solidFill>
                          <a:srgbClr val="000000"/>
                        </a:solidFill>
                        <a:latin typeface="ATC-6c494eea69774f537b80*+Times"/>
                        <a:ea typeface="宋体" panose="02010600030101010101" pitchFamily="2" charset="-122"/>
                        <a:cs typeface="ATC-6c494eea69774f537b80*+Times"/>
                      </a:endParaRPr>
                    </a:p>
                    <a:p>
                      <a:pPr indent="406400" algn="ctr">
                        <a:lnSpc>
                          <a:spcPct val="120000"/>
                        </a:lnSpc>
                        <a:spcAft>
                          <a:spcPts val="0"/>
                        </a:spcAft>
                      </a:pPr>
                      <a:r>
                        <a:rPr lang="zh-CN" sz="1600" b="1" kern="100">
                          <a:solidFill>
                            <a:srgbClr val="FF0000"/>
                          </a:solidFill>
                          <a:latin typeface="ATC-6c494eea69774f537b80*+Times"/>
                          <a:ea typeface="仿宋_GB2312"/>
                          <a:cs typeface="ATC-6c494eea69774f537b80*+Times"/>
                        </a:rPr>
                        <a:t>承办人（签名）：</a:t>
                      </a:r>
                      <a:endParaRPr lang="zh-CN" sz="900" kern="100">
                        <a:solidFill>
                          <a:srgbClr val="000000"/>
                        </a:solidFill>
                        <a:latin typeface="ATC-6c494eea69774f537b80*+Times"/>
                        <a:ea typeface="宋体" panose="02010600030101010101" pitchFamily="2" charset="-122"/>
                        <a:cs typeface="ATC-6c494eea69774f537b80*+Times"/>
                      </a:endParaRPr>
                    </a:p>
                    <a:p>
                      <a:pPr indent="406400" algn="r">
                        <a:lnSpc>
                          <a:spcPct val="120000"/>
                        </a:lnSpc>
                        <a:spcAft>
                          <a:spcPts val="0"/>
                        </a:spcAft>
                      </a:pPr>
                      <a:r>
                        <a:rPr lang="zh-CN" sz="1600" b="1" kern="100">
                          <a:solidFill>
                            <a:srgbClr val="FF0000"/>
                          </a:solidFill>
                          <a:latin typeface="ATC-6c494eea69774f537b80*+Times"/>
                          <a:ea typeface="仿宋_GB2312"/>
                          <a:cs typeface="ATC-6c494eea69774f537b80*+Times"/>
                        </a:rPr>
                        <a:t>      年  月  日</a:t>
                      </a:r>
                      <a:endParaRPr lang="zh-CN" sz="900" kern="100">
                        <a:solidFill>
                          <a:srgbClr val="000000"/>
                        </a:solidFill>
                        <a:latin typeface="ATC-6c494eea69774f537b80*+Times"/>
                        <a:ea typeface="宋体" panose="02010600030101010101" pitchFamily="2" charset="-122"/>
                        <a:cs typeface="ATC-6c494eea69774f537b80*+Times"/>
                      </a:endParaRPr>
                    </a:p>
                  </a:txBody>
                  <a:tcPr marL="17780" marR="17780" marT="17780" marB="177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r>
              <a:tr h="1131490">
                <a:tc>
                  <a:txBody>
                    <a:bodyPr/>
                    <a:lstStyle/>
                    <a:p>
                      <a:pPr algn="ctr">
                        <a:lnSpc>
                          <a:spcPct val="120000"/>
                        </a:lnSpc>
                        <a:spcAft>
                          <a:spcPts val="0"/>
                        </a:spcAft>
                      </a:pPr>
                      <a:r>
                        <a:rPr lang="zh-CN" sz="1600" b="1" kern="100">
                          <a:solidFill>
                            <a:srgbClr val="FF0000"/>
                          </a:solidFill>
                          <a:latin typeface="ATC-6c494eea69774f537b80*+Times"/>
                          <a:ea typeface="仿宋_GB2312"/>
                          <a:cs typeface="ATC-6c494eea69774f537b80*+Times"/>
                        </a:rPr>
                        <a:t>定密责任人</a:t>
                      </a:r>
                      <a:endParaRPr lang="zh-CN" sz="900" kern="100">
                        <a:solidFill>
                          <a:srgbClr val="000000"/>
                        </a:solidFill>
                        <a:latin typeface="ATC-6c494eea69774f537b80*+Times"/>
                        <a:ea typeface="宋体" panose="02010600030101010101" pitchFamily="2" charset="-122"/>
                        <a:cs typeface="ATC-6c494eea69774f537b80*+Times"/>
                      </a:endParaRPr>
                    </a:p>
                    <a:p>
                      <a:pPr algn="ctr">
                        <a:lnSpc>
                          <a:spcPct val="120000"/>
                        </a:lnSpc>
                        <a:spcAft>
                          <a:spcPts val="0"/>
                        </a:spcAft>
                      </a:pPr>
                      <a:r>
                        <a:rPr lang="zh-CN" sz="1600" b="1" kern="100">
                          <a:solidFill>
                            <a:srgbClr val="FF0000"/>
                          </a:solidFill>
                          <a:latin typeface="ATC-6c494eea69774f537b80*+Times"/>
                          <a:ea typeface="仿宋_GB2312"/>
                          <a:cs typeface="ATC-6c494eea69774f537b80*+Times"/>
                        </a:rPr>
                        <a:t>意      见</a:t>
                      </a:r>
                      <a:endParaRPr lang="zh-CN" sz="900" kern="100">
                        <a:solidFill>
                          <a:srgbClr val="000000"/>
                        </a:solidFill>
                        <a:latin typeface="ATC-6c494eea69774f537b80*+Times"/>
                        <a:ea typeface="宋体" panose="02010600030101010101" pitchFamily="2" charset="-122"/>
                        <a:cs typeface="ATC-6c494eea69774f537b80*+Times"/>
                      </a:endParaRPr>
                    </a:p>
                  </a:txBody>
                  <a:tcPr marL="36195" marR="36195" marT="17780" marB="177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indent="406400" algn="ctr">
                        <a:lnSpc>
                          <a:spcPct val="120000"/>
                        </a:lnSpc>
                        <a:spcAft>
                          <a:spcPts val="0"/>
                        </a:spcAft>
                      </a:pPr>
                      <a:endParaRPr lang="zh-CN" sz="900" kern="100" dirty="0">
                        <a:solidFill>
                          <a:srgbClr val="000000"/>
                        </a:solidFill>
                        <a:latin typeface="ATC-6c494eea69774f537b80*+Times"/>
                        <a:ea typeface="宋体" panose="02010600030101010101" pitchFamily="2" charset="-122"/>
                        <a:cs typeface="ATC-6c494eea69774f537b80*+Times"/>
                      </a:endParaRPr>
                    </a:p>
                    <a:p>
                      <a:pPr indent="406400" algn="ctr">
                        <a:lnSpc>
                          <a:spcPct val="120000"/>
                        </a:lnSpc>
                        <a:spcAft>
                          <a:spcPts val="0"/>
                        </a:spcAft>
                      </a:pPr>
                      <a:r>
                        <a:rPr lang="zh-CN" sz="1600" b="1" kern="100" dirty="0">
                          <a:solidFill>
                            <a:srgbClr val="FF0000"/>
                          </a:solidFill>
                          <a:latin typeface="ATC-6c494eea69774f537b80*+Times"/>
                          <a:ea typeface="仿宋_GB2312"/>
                          <a:cs typeface="ATC-6c494eea69774f537b80*+Times"/>
                        </a:rPr>
                        <a:t>定密责任人（签名）：</a:t>
                      </a:r>
                      <a:endParaRPr lang="zh-CN" sz="900" kern="100" dirty="0">
                        <a:solidFill>
                          <a:srgbClr val="000000"/>
                        </a:solidFill>
                        <a:latin typeface="ATC-6c494eea69774f537b80*+Times"/>
                        <a:ea typeface="宋体" panose="02010600030101010101" pitchFamily="2" charset="-122"/>
                        <a:cs typeface="ATC-6c494eea69774f537b80*+Times"/>
                      </a:endParaRPr>
                    </a:p>
                    <a:p>
                      <a:pPr indent="406400" algn="r">
                        <a:lnSpc>
                          <a:spcPct val="120000"/>
                        </a:lnSpc>
                        <a:spcAft>
                          <a:spcPts val="0"/>
                        </a:spcAft>
                      </a:pPr>
                      <a:r>
                        <a:rPr lang="zh-CN" sz="1600" b="1" kern="100" dirty="0">
                          <a:solidFill>
                            <a:srgbClr val="FF0000"/>
                          </a:solidFill>
                          <a:latin typeface="ATC-6c494eea69774f537b80*+Times"/>
                          <a:ea typeface="仿宋_GB2312"/>
                          <a:cs typeface="ATC-6c494eea69774f537b80*+Times"/>
                        </a:rPr>
                        <a:t>      年  月  日</a:t>
                      </a:r>
                      <a:endParaRPr lang="zh-CN" sz="900" kern="100" dirty="0">
                        <a:solidFill>
                          <a:srgbClr val="000000"/>
                        </a:solidFill>
                        <a:latin typeface="ATC-6c494eea69774f537b80*+Times"/>
                        <a:ea typeface="宋体" panose="02010600030101010101" pitchFamily="2" charset="-122"/>
                        <a:cs typeface="ATC-6c494eea69774f537b80*+Times"/>
                      </a:endParaRPr>
                    </a:p>
                  </a:txBody>
                  <a:tcPr marL="17780" marR="17780" marT="17780" marB="177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r>
            </a:tbl>
          </a:graphicData>
        </a:graphic>
      </p:graphicFrame>
      <p:sp>
        <p:nvSpPr>
          <p:cNvPr id="99329" name="Rectangle 1"/>
          <p:cNvSpPr>
            <a:spLocks noChangeArrowheads="1"/>
          </p:cNvSpPr>
          <p:nvPr/>
        </p:nvSpPr>
        <p:spPr bwMode="auto">
          <a:xfrm>
            <a:off x="1142976" y="714356"/>
            <a:ext cx="7358114" cy="954107"/>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406400" algn="ctr" defTabSz="914400" rtl="0" eaLnBrk="1" fontAlgn="base" latinLnBrk="0" hangingPunct="1">
              <a:lnSpc>
                <a:spcPct val="100000"/>
              </a:lnSpc>
              <a:spcBef>
                <a:spcPct val="0"/>
              </a:spcBef>
              <a:spcAft>
                <a:spcPct val="0"/>
              </a:spcAft>
              <a:buClrTx/>
              <a:buSzTx/>
              <a:buFontTx/>
              <a:buNone/>
            </a:pPr>
            <a:r>
              <a:rPr kumimoji="0" lang="zh-CN" sz="1600" b="1" i="0" u="none" strike="noStrike" cap="none" normalizeH="0" baseline="0" dirty="0">
                <a:ln>
                  <a:noFill/>
                </a:ln>
                <a:solidFill>
                  <a:srgbClr val="FF0000"/>
                </a:solidFill>
                <a:effectLst/>
                <a:latin typeface="Arial" panose="020B0604020202020204" pitchFamily="34" charset="0"/>
                <a:ea typeface="仿宋_GB2312" charset="-122"/>
                <a:cs typeface="汉仪中宋简"/>
              </a:rPr>
              <a:t>国家秘密确定审批表</a:t>
            </a:r>
            <a:endParaRPr kumimoji="0" lang="en-US" altLang="zh-CN" sz="1600" b="1" i="0" u="none" strike="noStrike" cap="none" normalizeH="0" baseline="0" dirty="0">
              <a:ln>
                <a:noFill/>
              </a:ln>
              <a:solidFill>
                <a:srgbClr val="FF0000"/>
              </a:solidFill>
              <a:effectLst/>
              <a:latin typeface="Arial" panose="020B0604020202020204" pitchFamily="34" charset="0"/>
              <a:ea typeface="仿宋_GB2312" charset="-122"/>
              <a:cs typeface="汉仪中宋简"/>
            </a:endParaRPr>
          </a:p>
          <a:p>
            <a:pPr marL="0" marR="0" lvl="0" indent="406400" algn="ctr" defTabSz="914400" rtl="0" eaLnBrk="1" fontAlgn="base" latinLnBrk="0" hangingPunct="1">
              <a:lnSpc>
                <a:spcPct val="100000"/>
              </a:lnSpc>
              <a:spcBef>
                <a:spcPct val="0"/>
              </a:spcBef>
              <a:spcAft>
                <a:spcPct val="0"/>
              </a:spcAft>
              <a:buClrTx/>
              <a:buSzTx/>
              <a:buFontTx/>
              <a:buNone/>
            </a:pPr>
            <a:endParaRPr lang="en-US" altLang="zh-CN" sz="1600" b="1" dirty="0">
              <a:solidFill>
                <a:srgbClr val="FF0000"/>
              </a:solidFill>
              <a:latin typeface="Arial" panose="020B0604020202020204" pitchFamily="34" charset="0"/>
              <a:ea typeface="仿宋_GB2312" charset="-122"/>
              <a:cs typeface="宋体" panose="02010600030101010101" pitchFamily="2" charset="-122"/>
            </a:endParaRPr>
          </a:p>
          <a:p>
            <a:pPr marL="0" marR="0" lvl="0" indent="406400" algn="ctr" defTabSz="914400" rtl="0" eaLnBrk="1" fontAlgn="base" latinLnBrk="0" hangingPunct="1">
              <a:lnSpc>
                <a:spcPct val="100000"/>
              </a:lnSpc>
              <a:spcBef>
                <a:spcPct val="0"/>
              </a:spcBef>
              <a:spcAft>
                <a:spcPct val="0"/>
              </a:spcAft>
              <a:buClrTx/>
              <a:buSzTx/>
              <a:buFontTx/>
              <a:buNone/>
            </a:pPr>
            <a:endParaRPr kumimoji="0" lang="zh-CN" sz="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406400" algn="l" defTabSz="914400" rtl="0" eaLnBrk="0" fontAlgn="base" latinLnBrk="0" hangingPunct="0">
              <a:lnSpc>
                <a:spcPct val="100000"/>
              </a:lnSpc>
              <a:spcBef>
                <a:spcPct val="0"/>
              </a:spcBef>
              <a:spcAft>
                <a:spcPct val="0"/>
              </a:spcAft>
              <a:buClrTx/>
              <a:buSzTx/>
              <a:buFontTx/>
              <a:buNone/>
            </a:pPr>
            <a:r>
              <a:rPr kumimoji="0" lang="zh-CN" sz="1600" b="1" i="0" u="none" strike="noStrike" cap="none" normalizeH="0" baseline="0" dirty="0">
                <a:ln>
                  <a:noFill/>
                </a:ln>
                <a:solidFill>
                  <a:srgbClr val="FF0000"/>
                </a:solidFill>
                <a:effectLst/>
                <a:latin typeface="Arial" panose="020B0604020202020204" pitchFamily="34" charset="0"/>
                <a:ea typeface="仿宋_GB2312" charset="-122"/>
                <a:cs typeface="ATC-6c494eea69774f537b80*+Times"/>
              </a:rPr>
              <a:t>部门：				填表日期：</a:t>
            </a:r>
            <a:endParaRPr kumimoji="0" 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举例说明</a:t>
            </a:r>
            <a:endParaRPr lang="zh-CN" altLang="en-US" dirty="0"/>
          </a:p>
        </p:txBody>
      </p:sp>
      <p:sp>
        <p:nvSpPr>
          <p:cNvPr id="3" name="内容占位符 2"/>
          <p:cNvSpPr>
            <a:spLocks noGrp="1"/>
          </p:cNvSpPr>
          <p:nvPr>
            <p:ph idx="1"/>
          </p:nvPr>
        </p:nvSpPr>
        <p:spPr>
          <a:xfrm>
            <a:off x="457200" y="1600200"/>
            <a:ext cx="8229600" cy="5043510"/>
          </a:xfrm>
        </p:spPr>
        <p:txBody>
          <a:bodyPr>
            <a:normAutofit fontScale="70000" lnSpcReduction="20000"/>
          </a:bodyPr>
          <a:lstStyle/>
          <a:p>
            <a:r>
              <a:rPr lang="zh-CN" altLang="en-US" b="1" dirty="0"/>
              <a:t>如某单位根据工作需要，确定分管业务工作的负责人赵某为定密责任人。该单位某部门工作人员钱某根据岗位职责，承担该文件起草工作，文件内容涉及国家秘密。钱某作为文件起草人员，即为承办人，应当按照以下程序对该文件进行定密：</a:t>
            </a:r>
            <a:endParaRPr lang="zh-CN" altLang="en-US" dirty="0"/>
          </a:p>
          <a:p>
            <a:r>
              <a:rPr lang="zh-CN" altLang="en-US" b="1" dirty="0"/>
              <a:t>第一，钱某在起草文件时，对照相应的</a:t>
            </a:r>
            <a:r>
              <a:rPr lang="en-US" altLang="zh-CN" b="1" dirty="0"/>
              <a:t>《××</a:t>
            </a:r>
            <a:r>
              <a:rPr lang="zh-CN" altLang="en-US" b="1" dirty="0"/>
              <a:t>工作国家秘密范围的规定</a:t>
            </a:r>
            <a:r>
              <a:rPr lang="en-US" altLang="zh-CN" b="1" dirty="0"/>
              <a:t>》</a:t>
            </a:r>
            <a:r>
              <a:rPr lang="zh-CN" altLang="en-US" b="1" dirty="0"/>
              <a:t>，将文件确定为机密级，保密期限为</a:t>
            </a:r>
            <a:r>
              <a:rPr lang="en-US" altLang="zh-CN" b="1" dirty="0"/>
              <a:t>6</a:t>
            </a:r>
            <a:r>
              <a:rPr lang="zh-CN" altLang="en-US" b="1" dirty="0"/>
              <a:t>个月，知悉范围为有关工作人员，并在文件首页左上角做出国家秘密标志，即“机密★</a:t>
            </a:r>
            <a:r>
              <a:rPr lang="en-US" b="1" dirty="0"/>
              <a:t>6</a:t>
            </a:r>
            <a:r>
              <a:rPr lang="zh-CN" altLang="en-US" b="1" dirty="0"/>
              <a:t>月”。同时，在文中涉密段落、字句或数据的位置，做出密点标注。</a:t>
            </a:r>
            <a:endParaRPr lang="zh-CN" altLang="en-US" dirty="0"/>
          </a:p>
          <a:p>
            <a:r>
              <a:rPr lang="zh-CN" altLang="en-US" b="1" dirty="0"/>
              <a:t>第二，将草拟的拟定密的文件报送定密责任人赵某审核。赵某对钱某所提交的定密依据和拟定的密级、保密期限、知悉范围、密点标注，依据相关规定进行审核，同意承办人意见即签字批准，不同意的，应当向承办人提出疑义或在自身权限范围内直接定密。并在文件右上正式标注国家秘密标志（可以采用加盖相应标志“印戳”的方式），至此即完成定密程序。</a:t>
            </a:r>
            <a:endParaRPr lang="zh-CN" altLang="en-US" dirty="0"/>
          </a:p>
          <a:p>
            <a:r>
              <a:rPr lang="zh-CN" altLang="en-US" b="1" dirty="0"/>
              <a:t>第三，文件正式印发后，应当将记载定密过程的文字材料和文件原稿等一并归档备查。</a:t>
            </a:r>
            <a:endParaRPr lang="zh-CN" altLang="en-US" dirty="0"/>
          </a:p>
          <a:p>
            <a:endParaRPr lang="zh-CN" altLang="en-US"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派生定密的操作</a:t>
            </a:r>
            <a:endParaRPr kumimoji="1" lang="zh-CN" altLang="en-US" dirty="0"/>
          </a:p>
        </p:txBody>
      </p:sp>
      <p:sp>
        <p:nvSpPr>
          <p:cNvPr id="3" name="内容占位符 2"/>
          <p:cNvSpPr>
            <a:spLocks noGrp="1"/>
          </p:cNvSpPr>
          <p:nvPr>
            <p:ph idx="1"/>
          </p:nvPr>
        </p:nvSpPr>
        <p:spPr/>
        <p:txBody>
          <a:bodyPr/>
          <a:lstStyle/>
          <a:p>
            <a:r>
              <a:rPr kumimoji="1" lang="zh-CN" altLang="en-US" dirty="0" smtClean="0"/>
              <a:t>派生定密的时机</a:t>
            </a:r>
            <a:endParaRPr kumimoji="1" lang="zh-CN" altLang="en-US" dirty="0" smtClean="0"/>
          </a:p>
          <a:p>
            <a:endParaRPr kumimoji="1" lang="zh-CN" altLang="en-US" dirty="0"/>
          </a:p>
          <a:p>
            <a:r>
              <a:rPr kumimoji="1" lang="zh-CN" altLang="en-US" dirty="0" smtClean="0"/>
              <a:t>派生定密的方法</a:t>
            </a:r>
            <a:endParaRPr kumimoji="1" lang="zh-CN" altLang="en-US" dirty="0" smtClean="0"/>
          </a:p>
          <a:p>
            <a:endParaRPr kumimoji="1" lang="zh-CN" altLang="en-US" dirty="0"/>
          </a:p>
          <a:p>
            <a:r>
              <a:rPr kumimoji="1" lang="zh-CN" altLang="en-US" dirty="0" smtClean="0"/>
              <a:t>派生定密常见问题</a:t>
            </a:r>
            <a:endParaRPr kumimoji="1" lang="zh-CN" altLang="en-US"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1.</a:t>
            </a:r>
            <a:r>
              <a:rPr kumimoji="1" lang="zh-CN" altLang="en-US" dirty="0" smtClean="0"/>
              <a:t>派生定密的时机</a:t>
            </a:r>
            <a:endParaRPr kumimoji="1" lang="zh-CN" altLang="en-US" dirty="0"/>
          </a:p>
        </p:txBody>
      </p:sp>
      <p:sp>
        <p:nvSpPr>
          <p:cNvPr id="3" name="内容占位符 2"/>
          <p:cNvSpPr>
            <a:spLocks noGrp="1"/>
          </p:cNvSpPr>
          <p:nvPr>
            <p:ph idx="1"/>
          </p:nvPr>
        </p:nvSpPr>
        <p:spPr/>
        <p:txBody>
          <a:bodyPr>
            <a:normAutofit fontScale="62500" lnSpcReduction="20000"/>
          </a:bodyPr>
          <a:lstStyle/>
          <a:p>
            <a:r>
              <a:rPr kumimoji="1" lang="zh-CN" altLang="en-US" dirty="0"/>
              <a:t>派生定密通常产生在以下时间节点</a:t>
            </a:r>
            <a:r>
              <a:rPr kumimoji="1" lang="zh-CN" altLang="en-US" dirty="0" smtClean="0"/>
              <a:t>：</a:t>
            </a:r>
            <a:endParaRPr kumimoji="1" lang="zh-CN" altLang="en-US" dirty="0" smtClean="0"/>
          </a:p>
          <a:p>
            <a:r>
              <a:rPr kumimoji="1" lang="zh-CN" altLang="en-US" dirty="0" smtClean="0"/>
              <a:t>（</a:t>
            </a:r>
            <a:r>
              <a:rPr kumimoji="1" lang="en-US" altLang="zh-CN" dirty="0"/>
              <a:t>1</a:t>
            </a:r>
            <a:r>
              <a:rPr kumimoji="1" lang="zh-CN" altLang="en-US" dirty="0"/>
              <a:t>）转发国家秘密文件、资料时</a:t>
            </a:r>
            <a:r>
              <a:rPr kumimoji="1" lang="zh-CN" altLang="en-US" dirty="0" smtClean="0"/>
              <a:t>；</a:t>
            </a:r>
            <a:endParaRPr kumimoji="1" lang="zh-CN" altLang="en-US" dirty="0" smtClean="0"/>
          </a:p>
          <a:p>
            <a:r>
              <a:rPr kumimoji="1" lang="zh-CN" altLang="en-US" dirty="0" smtClean="0"/>
              <a:t>（</a:t>
            </a:r>
            <a:r>
              <a:rPr kumimoji="1" lang="en-US" altLang="zh-CN" dirty="0" smtClean="0"/>
              <a:t>2</a:t>
            </a:r>
            <a:r>
              <a:rPr kumimoji="1" lang="zh-CN" altLang="en-US" dirty="0" smtClean="0"/>
              <a:t>）根据国家秘密事项制定有关贯彻执行意见、规划、措施</a:t>
            </a:r>
            <a:r>
              <a:rPr kumimoji="1" lang="zh-CN" altLang="en-US" dirty="0"/>
              <a:t>和方案时</a:t>
            </a:r>
            <a:r>
              <a:rPr kumimoji="1" lang="zh-CN" altLang="en-US" dirty="0" smtClean="0"/>
              <a:t>；</a:t>
            </a:r>
            <a:endParaRPr kumimoji="1" lang="zh-CN" altLang="en-US" dirty="0" smtClean="0"/>
          </a:p>
          <a:p>
            <a:r>
              <a:rPr kumimoji="1" lang="zh-CN" altLang="en-US" dirty="0" smtClean="0"/>
              <a:t>（</a:t>
            </a:r>
            <a:r>
              <a:rPr kumimoji="1" lang="en-US" altLang="zh-CN" dirty="0"/>
              <a:t>3</a:t>
            </a:r>
            <a:r>
              <a:rPr kumimoji="1" lang="zh-CN" altLang="en-US" dirty="0"/>
              <a:t>）在执行国家秘密事项过程中产生数据统计、情况汇总等信息时</a:t>
            </a:r>
            <a:r>
              <a:rPr kumimoji="1" lang="zh-CN" altLang="en-US" dirty="0" smtClean="0"/>
              <a:t>；</a:t>
            </a:r>
            <a:endParaRPr kumimoji="1" lang="zh-CN" altLang="en-US" dirty="0" smtClean="0"/>
          </a:p>
          <a:p>
            <a:r>
              <a:rPr kumimoji="1" lang="zh-CN" altLang="en-US" dirty="0" smtClean="0"/>
              <a:t>（</a:t>
            </a:r>
            <a:r>
              <a:rPr kumimoji="1" lang="en-US" altLang="zh-CN" dirty="0"/>
              <a:t>4</a:t>
            </a:r>
            <a:r>
              <a:rPr kumimoji="1" lang="zh-CN" altLang="en-US" dirty="0"/>
              <a:t>）为贯彻执行国家秘密事项决定采取相应对策措施时</a:t>
            </a:r>
            <a:r>
              <a:rPr kumimoji="1" lang="zh-CN" altLang="en-US" dirty="0" smtClean="0"/>
              <a:t>；</a:t>
            </a:r>
            <a:endParaRPr kumimoji="1" lang="zh-CN" altLang="en-US" dirty="0" smtClean="0"/>
          </a:p>
          <a:p>
            <a:r>
              <a:rPr kumimoji="1" lang="zh-CN" altLang="en-US" dirty="0" smtClean="0"/>
              <a:t>（</a:t>
            </a:r>
            <a:r>
              <a:rPr kumimoji="1" lang="en-US" altLang="zh-CN" dirty="0"/>
              <a:t>5</a:t>
            </a:r>
            <a:r>
              <a:rPr kumimoji="1" lang="zh-CN" altLang="en-US" dirty="0"/>
              <a:t>）在执行国家秘密事项过程中需要向上级机关作出贯彻执行情况的信息报送、情况报告、意见和建议时</a:t>
            </a:r>
            <a:r>
              <a:rPr kumimoji="1" lang="zh-CN" altLang="en-US" dirty="0" smtClean="0"/>
              <a:t>；</a:t>
            </a:r>
            <a:endParaRPr kumimoji="1" lang="zh-CN" altLang="en-US" dirty="0" smtClean="0"/>
          </a:p>
          <a:p>
            <a:r>
              <a:rPr kumimoji="1" lang="zh-CN" altLang="en-US" dirty="0" smtClean="0"/>
              <a:t>（</a:t>
            </a:r>
            <a:r>
              <a:rPr kumimoji="1" lang="en-US" altLang="zh-CN" dirty="0"/>
              <a:t>6</a:t>
            </a:r>
            <a:r>
              <a:rPr kumimoji="1" lang="zh-CN" altLang="en-US" dirty="0"/>
              <a:t>）起草、制发的文件资料中引用国家秘密事项内容时</a:t>
            </a:r>
            <a:r>
              <a:rPr kumimoji="1" lang="zh-CN" altLang="en-US" dirty="0" smtClean="0"/>
              <a:t>；</a:t>
            </a:r>
            <a:endParaRPr kumimoji="1" lang="zh-CN" altLang="en-US" dirty="0" smtClean="0"/>
          </a:p>
          <a:p>
            <a:r>
              <a:rPr kumimoji="1" lang="zh-CN" altLang="en-US" dirty="0" smtClean="0"/>
              <a:t>（</a:t>
            </a:r>
            <a:r>
              <a:rPr kumimoji="1" lang="en-US" altLang="zh-CN" dirty="0"/>
              <a:t>7</a:t>
            </a:r>
            <a:r>
              <a:rPr kumimoji="1" lang="zh-CN" altLang="en-US" dirty="0"/>
              <a:t>）依据国家秘密事项所编制形成新的事项时，如依据国家秘密图纸资料所形成的新的技术资料、设计图形、规划方案、建设图纸等</a:t>
            </a:r>
            <a:r>
              <a:rPr kumimoji="1" lang="zh-CN" altLang="en-US" dirty="0" smtClean="0"/>
              <a:t>；</a:t>
            </a:r>
            <a:endParaRPr kumimoji="1" lang="zh-CN" altLang="en-US" dirty="0" smtClean="0"/>
          </a:p>
          <a:p>
            <a:r>
              <a:rPr kumimoji="1" lang="zh-CN" altLang="en-US" dirty="0" smtClean="0"/>
              <a:t>（</a:t>
            </a:r>
            <a:r>
              <a:rPr kumimoji="1" lang="en-US" altLang="zh-CN" dirty="0"/>
              <a:t>8</a:t>
            </a:r>
            <a:r>
              <a:rPr kumimoji="1" lang="zh-CN" altLang="en-US" dirty="0"/>
              <a:t>）在对贯彻执行国家秘密事项的情况作出汇总、分析和结果处理时</a:t>
            </a:r>
            <a:r>
              <a:rPr kumimoji="1" lang="zh-CN" altLang="en-US" dirty="0" smtClean="0"/>
              <a:t>；</a:t>
            </a:r>
            <a:endParaRPr kumimoji="1" lang="zh-CN" altLang="en-US" dirty="0" smtClean="0"/>
          </a:p>
          <a:p>
            <a:r>
              <a:rPr kumimoji="1" lang="zh-CN" altLang="en-US" dirty="0" smtClean="0"/>
              <a:t>（</a:t>
            </a:r>
            <a:r>
              <a:rPr kumimoji="1" lang="en-US" altLang="zh-CN" dirty="0"/>
              <a:t>9</a:t>
            </a:r>
            <a:r>
              <a:rPr kumimoji="1" lang="zh-CN" altLang="en-US" dirty="0"/>
              <a:t>）按国家秘密事项要求对有关内容进行回复时</a:t>
            </a:r>
            <a:r>
              <a:rPr kumimoji="1" lang="zh-CN" altLang="en-US" dirty="0" smtClean="0"/>
              <a:t>；</a:t>
            </a:r>
            <a:endParaRPr kumimoji="1" lang="zh-CN" altLang="en-US" dirty="0" smtClean="0"/>
          </a:p>
          <a:p>
            <a:r>
              <a:rPr kumimoji="1" lang="zh-CN" altLang="en-US" dirty="0" smtClean="0"/>
              <a:t>（</a:t>
            </a:r>
            <a:r>
              <a:rPr kumimoji="1" lang="en-US" altLang="zh-CN" dirty="0"/>
              <a:t>10</a:t>
            </a:r>
            <a:r>
              <a:rPr kumimoji="1" lang="zh-CN" altLang="en-US" dirty="0"/>
              <a:t>）按国家秘密事项要求对相关内容提出意见、建议时。</a:t>
            </a:r>
            <a:r>
              <a:rPr kumimoji="1" lang="en-US" altLang="zh-CN" dirty="0"/>
              <a:t>1961</a:t>
            </a:r>
            <a:endParaRPr kumimoji="1" lang="zh-CN" altLang="en-US"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2.</a:t>
            </a:r>
            <a:r>
              <a:rPr kumimoji="1" lang="zh-CN" altLang="en-US" dirty="0" smtClean="0"/>
              <a:t>派生定密的方法</a:t>
            </a:r>
            <a:endParaRPr kumimoji="1" lang="zh-CN" altLang="en-US" dirty="0"/>
          </a:p>
        </p:txBody>
      </p:sp>
      <p:sp>
        <p:nvSpPr>
          <p:cNvPr id="3" name="内容占位符 2"/>
          <p:cNvSpPr>
            <a:spLocks noGrp="1"/>
          </p:cNvSpPr>
          <p:nvPr>
            <p:ph idx="1"/>
          </p:nvPr>
        </p:nvSpPr>
        <p:spPr/>
        <p:txBody>
          <a:bodyPr>
            <a:normAutofit fontScale="77500" lnSpcReduction="20000"/>
          </a:bodyPr>
          <a:lstStyle/>
          <a:p>
            <a:r>
              <a:rPr kumimoji="1" lang="zh-CN" altLang="en-US" dirty="0"/>
              <a:t>（一）把握派生定密的</a:t>
            </a:r>
            <a:r>
              <a:rPr kumimoji="1" lang="zh-CN" altLang="en-US" dirty="0" smtClean="0"/>
              <a:t>依据。派生</a:t>
            </a:r>
            <a:r>
              <a:rPr kumimoji="1" lang="zh-CN" altLang="en-US" dirty="0"/>
              <a:t>定密不需要对照保密事项范围确定，其直接依据就是机关、单位所执行、使用和办理的国家秘密事项的定密结果</a:t>
            </a:r>
            <a:r>
              <a:rPr kumimoji="1" lang="zh-CN" altLang="en-US" dirty="0" smtClean="0"/>
              <a:t>。</a:t>
            </a:r>
            <a:endParaRPr kumimoji="1" lang="zh-CN" altLang="en-US" dirty="0" smtClean="0"/>
          </a:p>
          <a:p>
            <a:r>
              <a:rPr kumimoji="1" lang="zh-CN" altLang="en-US" dirty="0" smtClean="0"/>
              <a:t>（</a:t>
            </a:r>
            <a:r>
              <a:rPr kumimoji="1" lang="zh-CN" altLang="en-US" dirty="0"/>
              <a:t>二）把握派生定密的</a:t>
            </a:r>
            <a:r>
              <a:rPr kumimoji="1" lang="zh-CN" altLang="en-US" dirty="0" smtClean="0"/>
              <a:t>结果。派生</a:t>
            </a:r>
            <a:r>
              <a:rPr kumimoji="1" lang="zh-CN" altLang="en-US" dirty="0"/>
              <a:t>定密结果只受所执行、使用和办理的国家秘密事项的定密结果限制，必须同所依据的国家秘密定密结果保持一致，不得改变原始定密的密级、保密期限和知悉范围，更不得擅自根据层级推导降低密级或者不定密</a:t>
            </a:r>
            <a:r>
              <a:rPr kumimoji="1" lang="zh-CN" altLang="en-US" dirty="0" smtClean="0"/>
              <a:t>。</a:t>
            </a:r>
            <a:endParaRPr kumimoji="1" lang="zh-CN" altLang="en-US" dirty="0" smtClean="0"/>
          </a:p>
          <a:p>
            <a:r>
              <a:rPr kumimoji="1" lang="zh-CN" altLang="en-US" dirty="0" smtClean="0"/>
              <a:t>（</a:t>
            </a:r>
            <a:r>
              <a:rPr kumimoji="1" lang="zh-CN" altLang="en-US" dirty="0"/>
              <a:t>三）把握派生定密事项的</a:t>
            </a:r>
            <a:r>
              <a:rPr kumimoji="1" lang="zh-CN" altLang="en-US" dirty="0" smtClean="0"/>
              <a:t>变更。派生</a:t>
            </a:r>
            <a:r>
              <a:rPr kumimoji="1" lang="zh-CN" altLang="en-US" dirty="0"/>
              <a:t>定密事项密级、保密期限、知悉范围的变更，受其所依据的原始定密事项的限制。原始定密事项密级、保密期限和知悉范围没有变更的，派生定密事项不得随意</a:t>
            </a:r>
            <a:r>
              <a:rPr kumimoji="1" lang="zh-CN" altLang="en-US" dirty="0" smtClean="0"/>
              <a:t>变更原始定密事项密集、保密期限和知悉范围作了变更的，派生定密事项也要随其变更情况作出变更。</a:t>
            </a:r>
            <a:endParaRPr kumimoji="1" lang="zh-CN" altLang="en-US"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fontScale="92500" lnSpcReduction="20000"/>
          </a:bodyPr>
          <a:lstStyle/>
          <a:p>
            <a:r>
              <a:rPr kumimoji="1" lang="zh-CN" altLang="en-US" dirty="0"/>
              <a:t>（四）把握派生定密事项的</a:t>
            </a:r>
            <a:r>
              <a:rPr kumimoji="1" lang="zh-CN" altLang="en-US" dirty="0" smtClean="0"/>
              <a:t>解除。派生</a:t>
            </a:r>
            <a:r>
              <a:rPr kumimoji="1" lang="zh-CN" altLang="en-US" dirty="0"/>
              <a:t>定密事项的解密也受其所依据的原始定密事项的限制，原始定密事项解密后，派生定密事项也要随之解密；原始定密事项没有解密的情况下，派生定密事项不得擅自提前解密或公布解密；原始定密事项解密后没有公开的，派生定密事项解密后也不得公开</a:t>
            </a:r>
            <a:r>
              <a:rPr kumimoji="1" lang="zh-CN" altLang="en-US" dirty="0" smtClean="0"/>
              <a:t>。</a:t>
            </a:r>
            <a:endParaRPr kumimoji="1" lang="zh-CN" altLang="en-US" dirty="0" smtClean="0"/>
          </a:p>
          <a:p>
            <a:r>
              <a:rPr kumimoji="1" lang="zh-CN" altLang="en-US" dirty="0" smtClean="0"/>
              <a:t>（</a:t>
            </a:r>
            <a:r>
              <a:rPr kumimoji="1" lang="zh-CN" altLang="en-US" dirty="0"/>
              <a:t>五）把握派生定密事项的</a:t>
            </a:r>
            <a:r>
              <a:rPr kumimoji="1" lang="zh-CN" altLang="en-US" dirty="0" smtClean="0"/>
              <a:t>标志。派生</a:t>
            </a:r>
            <a:r>
              <a:rPr kumimoji="1" lang="zh-CN" altLang="en-US" dirty="0"/>
              <a:t>定密所产生的国家秘密事项，应当按照其所依据的原始定密事项标志在派生事项载体上做出国家秘密标志，并范围内的机关、单位和人员。</a:t>
            </a:r>
            <a:endParaRPr kumimoji="1" lang="zh-CN" altLang="en-US" dirty="0"/>
          </a:p>
          <a:p>
            <a:endParaRPr kumimoji="1" lang="zh-CN" altLang="en-US"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zh-CN" altLang="en-US" dirty="0" smtClean="0"/>
              <a:t>（</a:t>
            </a:r>
            <a:r>
              <a:rPr kumimoji="1" lang="en-US" altLang="zh-CN" dirty="0" smtClean="0"/>
              <a:t>1</a:t>
            </a:r>
            <a:r>
              <a:rPr kumimoji="1" lang="zh-CN" altLang="en-US" dirty="0" smtClean="0"/>
              <a:t>）</a:t>
            </a:r>
            <a:r>
              <a:rPr kumimoji="1" lang="zh-CN" altLang="en-US" dirty="0"/>
              <a:t>关于常规性事项派生定密</a:t>
            </a:r>
            <a:r>
              <a:rPr kumimoji="1" lang="zh-CN" altLang="en-US" dirty="0" smtClean="0"/>
              <a:t>问题</a:t>
            </a:r>
            <a:endParaRPr kumimoji="1" lang="zh-CN" altLang="en-US" dirty="0"/>
          </a:p>
        </p:txBody>
      </p:sp>
      <p:sp>
        <p:nvSpPr>
          <p:cNvPr id="3" name="内容占位符 2"/>
          <p:cNvSpPr>
            <a:spLocks noGrp="1"/>
          </p:cNvSpPr>
          <p:nvPr>
            <p:ph idx="1"/>
          </p:nvPr>
        </p:nvSpPr>
        <p:spPr/>
        <p:txBody>
          <a:bodyPr>
            <a:normAutofit fontScale="47500" lnSpcReduction="20000"/>
          </a:bodyPr>
          <a:lstStyle/>
          <a:p>
            <a:pPr>
              <a:lnSpc>
                <a:spcPct val="170000"/>
              </a:lnSpc>
            </a:pPr>
            <a:r>
              <a:rPr kumimoji="1" lang="zh-CN" altLang="en-US" dirty="0" smtClean="0"/>
              <a:t>把各级机关、单位通常都要产生的常规性事项，统统</a:t>
            </a:r>
            <a:r>
              <a:rPr kumimoji="1" lang="zh-CN" altLang="en-US" dirty="0"/>
              <a:t>作为派生定密事项来</a:t>
            </a:r>
            <a:r>
              <a:rPr kumimoji="1" lang="zh-CN" altLang="en-US" dirty="0" smtClean="0"/>
              <a:t>定密。</a:t>
            </a:r>
            <a:endParaRPr kumimoji="1" lang="zh-CN" altLang="en-US" dirty="0" smtClean="0"/>
          </a:p>
          <a:p>
            <a:pPr>
              <a:lnSpc>
                <a:spcPct val="170000"/>
              </a:lnSpc>
            </a:pPr>
            <a:r>
              <a:rPr kumimoji="1" lang="zh-CN" altLang="en-US" dirty="0" smtClean="0"/>
              <a:t>比如，各级都要有的年度工作要点、工作报告、工作总结、中长期发展规划、应急处置预案、工作会议文件等，只要上级有同类的文件并确定为国家秘密的，就把本机关、本单位产生的此类文件统统作为派生定密事项来定密。</a:t>
            </a:r>
            <a:endParaRPr kumimoji="1" lang="zh-CN" altLang="en-US" dirty="0" smtClean="0"/>
          </a:p>
          <a:p>
            <a:pPr>
              <a:lnSpc>
                <a:spcPct val="170000"/>
              </a:lnSpc>
            </a:pPr>
            <a:r>
              <a:rPr kumimoji="1" lang="zh-CN" altLang="en-US" dirty="0" smtClean="0"/>
              <a:t>不同</a:t>
            </a:r>
            <a:r>
              <a:rPr kumimoji="1" lang="zh-CN" altLang="en-US" dirty="0"/>
              <a:t>层级的常规性事项影响的范围也不同，即使需要定密，其密级也不应相同。派生定密事项主要产生于执行、使用和办理上级确定并下达的特定涉密事项及任务时。机关、</a:t>
            </a:r>
            <a:r>
              <a:rPr kumimoji="1" lang="zh-CN" altLang="en-US" dirty="0" smtClean="0"/>
              <a:t>单位的</a:t>
            </a:r>
            <a:r>
              <a:rPr kumimoji="1" lang="zh-CN" altLang="en-US" dirty="0"/>
              <a:t>常规事项，是机关、单位日常工作中必然产生的，原则上并与上级有没有同类文件无关，一般情况下，即使上级将同类悉事项确定为国家秘密，也不应作为派生定密来对待，仍应当按照原始定密程序依据保密事项范围进行确定</a:t>
            </a:r>
            <a:r>
              <a:rPr kumimoji="1" lang="zh-CN" altLang="en-US" dirty="0" smtClean="0"/>
              <a:t>。</a:t>
            </a:r>
            <a:endParaRPr kumimoji="1" lang="zh-CN" altLang="en-US" dirty="0" smtClean="0"/>
          </a:p>
          <a:p>
            <a:pPr>
              <a:lnSpc>
                <a:spcPct val="170000"/>
              </a:lnSpc>
            </a:pPr>
            <a:r>
              <a:rPr kumimoji="1" lang="zh-CN" altLang="en-US" dirty="0" smtClean="0"/>
              <a:t>常规性</a:t>
            </a:r>
            <a:r>
              <a:rPr kumimoji="1" lang="zh-CN" altLang="en-US" dirty="0"/>
              <a:t>事项作为派生定密事项的情形只有一种，就是机关、单位所产生的常规性文件、资料中引用了上级同类涉密文件中属于国家秘密密点内容的，应当根据所引用文件的定密结果实施派生定密</a:t>
            </a:r>
            <a:r>
              <a:rPr kumimoji="1" lang="zh-CN" altLang="en-US" dirty="0" smtClean="0"/>
              <a:t>。、</a:t>
            </a:r>
            <a:endParaRPr kumimoji="1" lang="zh-CN" altLang="en-US"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zh-CN" altLang="en-US" dirty="0" smtClean="0"/>
              <a:t>（</a:t>
            </a:r>
            <a:r>
              <a:rPr kumimoji="1" lang="en-US" altLang="zh-CN" dirty="0" smtClean="0"/>
              <a:t>2</a:t>
            </a:r>
            <a:r>
              <a:rPr kumimoji="1" lang="zh-CN" altLang="en-US" dirty="0" smtClean="0"/>
              <a:t>）</a:t>
            </a:r>
            <a:r>
              <a:rPr kumimoji="1" lang="zh-CN" altLang="en-US" dirty="0"/>
              <a:t>关于涉密采购派生定密问题</a:t>
            </a:r>
            <a:endParaRPr kumimoji="1" lang="zh-CN" altLang="en-US" dirty="0"/>
          </a:p>
        </p:txBody>
      </p:sp>
      <p:sp>
        <p:nvSpPr>
          <p:cNvPr id="3" name="内容占位符 2"/>
          <p:cNvSpPr>
            <a:spLocks noGrp="1"/>
          </p:cNvSpPr>
          <p:nvPr>
            <p:ph idx="1"/>
          </p:nvPr>
        </p:nvSpPr>
        <p:spPr/>
        <p:txBody>
          <a:bodyPr>
            <a:normAutofit fontScale="55000" lnSpcReduction="20000"/>
          </a:bodyPr>
          <a:lstStyle/>
          <a:p>
            <a:pPr>
              <a:lnSpc>
                <a:spcPct val="170000"/>
              </a:lnSpc>
            </a:pPr>
            <a:r>
              <a:rPr kumimoji="1" lang="zh-CN" altLang="en-US" dirty="0" smtClean="0"/>
              <a:t>涉密</a:t>
            </a:r>
            <a:r>
              <a:rPr kumimoji="1" lang="zh-CN" altLang="en-US" dirty="0"/>
              <a:t>工程、货物和服务采购的采购方，应当在涉密采购中做好采购事项密级的确定，并在合同书或保密协议中明确采购事项密级，涉及多种密级的，应当在合同书中或者附加定密指南中予以明确。涉密采购所涉及的企事业单位，在执行采购方所下达的涉密采购事项过程中，所产生的需要定密的事项，一般情况下，应当依据涉密工程、货物和服务采购任务的密级、保密期限和知悉范围实施派生定密</a:t>
            </a:r>
            <a:r>
              <a:rPr kumimoji="1" lang="zh-CN" altLang="en-US" dirty="0" smtClean="0"/>
              <a:t>。</a:t>
            </a:r>
            <a:endParaRPr kumimoji="1" lang="zh-CN" altLang="en-US" dirty="0" smtClean="0"/>
          </a:p>
          <a:p>
            <a:pPr>
              <a:lnSpc>
                <a:spcPct val="170000"/>
              </a:lnSpc>
            </a:pPr>
            <a:r>
              <a:rPr kumimoji="1" lang="zh-CN" altLang="en-US" dirty="0" smtClean="0"/>
              <a:t>如果</a:t>
            </a:r>
            <a:r>
              <a:rPr kumimoji="1" lang="zh-CN" altLang="en-US" dirty="0"/>
              <a:t>涉密采购的项目较多且不同项目涉及不同密级的，就不能简单按照采购任务书或采购合同书的定密结果进行派生定密。比如国防军工科研生产项目任务书，一项科研生产总项目中，会划分出许多子项目，每个子项的密级又不尽相同。遇到这种情况有两种处理结果</a:t>
            </a:r>
            <a:r>
              <a:rPr kumimoji="1" lang="zh-CN" altLang="en-US" dirty="0" smtClean="0"/>
              <a:t>：</a:t>
            </a:r>
            <a:endParaRPr kumimoji="1" lang="zh-CN" altLang="en-US" dirty="0" smtClean="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229600" cy="5721499"/>
          </a:xfrm>
        </p:spPr>
        <p:txBody>
          <a:bodyPr>
            <a:normAutofit fontScale="77500" lnSpcReduction="20000"/>
          </a:bodyPr>
          <a:lstStyle/>
          <a:p>
            <a:pPr>
              <a:lnSpc>
                <a:spcPct val="160000"/>
              </a:lnSpc>
            </a:pPr>
            <a:r>
              <a:rPr kumimoji="1" lang="zh-CN" altLang="en-US" smtClean="0"/>
              <a:t>下达</a:t>
            </a:r>
            <a:r>
              <a:rPr kumimoji="1" lang="zh-CN" altLang="en-US" dirty="0"/>
              <a:t>的采购任务书或合同书中明确规定了各项目密级或者另行下达了定密指南的，相对应所产生的应当定密的事项属于派生定密范畴</a:t>
            </a:r>
            <a:r>
              <a:rPr kumimoji="1" lang="zh-CN" altLang="en-US" dirty="0" smtClean="0"/>
              <a:t>；</a:t>
            </a:r>
            <a:endParaRPr kumimoji="1" lang="zh-CN" altLang="en-US" dirty="0"/>
          </a:p>
          <a:p>
            <a:pPr>
              <a:lnSpc>
                <a:spcPct val="160000"/>
              </a:lnSpc>
            </a:pPr>
            <a:r>
              <a:rPr kumimoji="1" lang="zh-CN" altLang="en-US" smtClean="0"/>
              <a:t>下达</a:t>
            </a:r>
            <a:r>
              <a:rPr kumimoji="1" lang="zh-CN" altLang="en-US" dirty="0"/>
              <a:t>的采购任务书或采购合同书没有明确规定各项目密级且没有下达定密指南的，这时的任务书或合同书本身的定密结果并不反映涉密采购总项目和子项目的密级、保密期限和知悉范围，如果按照任务书或合同书的定密结果对总项目和子项目进行派生定密，容易发生定密不当问题，因此在执行过程中所产生的需要定密的事项，不属于派生定密，应当属于原始定密</a:t>
            </a:r>
            <a:r>
              <a:rPr kumimoji="1" lang="zh-CN" altLang="en-US" dirty="0" smtClean="0"/>
              <a:t>。</a:t>
            </a:r>
            <a:endParaRPr kumimoji="1" lang="zh-CN" altLang="en-US"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zh-CN" altLang="en-US" dirty="0" smtClean="0"/>
              <a:t>（</a:t>
            </a:r>
            <a:r>
              <a:rPr kumimoji="1" lang="en-US" altLang="zh-CN" dirty="0" smtClean="0"/>
              <a:t>3</a:t>
            </a:r>
            <a:r>
              <a:rPr kumimoji="1" lang="zh-CN" altLang="en-US" dirty="0" smtClean="0"/>
              <a:t>）</a:t>
            </a:r>
            <a:r>
              <a:rPr kumimoji="1" lang="zh-CN" altLang="en-US" dirty="0"/>
              <a:t>关于引用文件、资料派生定密问题</a:t>
            </a:r>
            <a:endParaRPr kumimoji="1" lang="zh-CN" altLang="en-US" dirty="0"/>
          </a:p>
        </p:txBody>
      </p:sp>
      <p:sp>
        <p:nvSpPr>
          <p:cNvPr id="3" name="内容占位符 2"/>
          <p:cNvSpPr>
            <a:spLocks noGrp="1"/>
          </p:cNvSpPr>
          <p:nvPr>
            <p:ph idx="1"/>
          </p:nvPr>
        </p:nvSpPr>
        <p:spPr/>
        <p:txBody>
          <a:bodyPr>
            <a:normAutofit fontScale="70000" lnSpcReduction="20000"/>
          </a:bodyPr>
          <a:lstStyle/>
          <a:p>
            <a:pPr>
              <a:lnSpc>
                <a:spcPct val="160000"/>
              </a:lnSpc>
            </a:pPr>
            <a:r>
              <a:rPr kumimoji="1" lang="zh-CN" altLang="en-US" dirty="0" smtClean="0"/>
              <a:t>在</a:t>
            </a:r>
            <a:r>
              <a:rPr kumimoji="1" lang="zh-CN" altLang="en-US" dirty="0"/>
              <a:t>实际工作中常常会出现这样的问题，本来无需定密的常规性、日常性工作事项，由于引用了涉密文件内容，甚至只引用了几句话，就使该事项处在了定密还是不定密的两难境地。不定密，违反派生定密规定；定密，则影响正常工作的开展</a:t>
            </a:r>
            <a:r>
              <a:rPr kumimoji="1" lang="zh-CN" altLang="en-US" dirty="0" smtClean="0"/>
              <a:t>。</a:t>
            </a:r>
            <a:endParaRPr kumimoji="1" lang="zh-CN" altLang="en-US" dirty="0" smtClean="0"/>
          </a:p>
          <a:p>
            <a:pPr>
              <a:lnSpc>
                <a:spcPct val="160000"/>
              </a:lnSpc>
            </a:pPr>
            <a:r>
              <a:rPr kumimoji="1" lang="zh-CN" altLang="en-US" dirty="0" smtClean="0"/>
              <a:t>原则</a:t>
            </a:r>
            <a:r>
              <a:rPr kumimoji="1" lang="zh-CN" altLang="en-US" dirty="0"/>
              <a:t>上，不属于国家秘密的常规性、日常性工作事项，特别是需要公开的事项，应当尽可能避免派生定密情况的出现，原则上不要引用国家秘密事项内容。确实需要引用的，应当采用已经公开报道的新闻通稿内容；没有新闻通稿的，应注意把握几个引用原则</a:t>
            </a:r>
            <a:r>
              <a:rPr kumimoji="1" lang="zh-CN" altLang="en-US" dirty="0" smtClean="0"/>
              <a:t>：</a:t>
            </a:r>
            <a:endParaRPr kumimoji="1" lang="zh-CN" altLang="en-US"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r>
              <a:rPr kumimoji="1" lang="zh-CN" altLang="en-US" dirty="0" smtClean="0"/>
              <a:t>避开</a:t>
            </a:r>
            <a:r>
              <a:rPr kumimoji="1" lang="zh-CN" altLang="en-US" dirty="0"/>
              <a:t>密点内容，注意只引用公开性</a:t>
            </a:r>
            <a:r>
              <a:rPr kumimoji="1" lang="zh-CN" altLang="en-US" dirty="0" smtClean="0"/>
              <a:t>语言</a:t>
            </a:r>
            <a:endParaRPr kumimoji="1" lang="zh-CN" altLang="en-US" dirty="0" smtClean="0"/>
          </a:p>
          <a:p>
            <a:r>
              <a:rPr kumimoji="1" lang="zh-CN" altLang="en-US" dirty="0" smtClean="0"/>
              <a:t>不要</a:t>
            </a:r>
            <a:r>
              <a:rPr kumimoji="1" lang="zh-CN" altLang="en-US" dirty="0"/>
              <a:t>整段引用，只要能体现其精神实质即可</a:t>
            </a:r>
            <a:r>
              <a:rPr kumimoji="1" lang="zh-CN" altLang="en-US" dirty="0" smtClean="0"/>
              <a:t>；</a:t>
            </a:r>
            <a:endParaRPr kumimoji="1" lang="zh-CN" altLang="en-US" dirty="0" smtClean="0"/>
          </a:p>
          <a:p>
            <a:r>
              <a:rPr kumimoji="1" lang="zh-CN" altLang="en-US" dirty="0" smtClean="0"/>
              <a:t>引用</a:t>
            </a:r>
            <a:r>
              <a:rPr kumimoji="1" lang="zh-CN" altLang="en-US" dirty="0"/>
              <a:t>公开性语言时，不要打引号引用，更不要注明出处</a:t>
            </a:r>
            <a:r>
              <a:rPr kumimoji="1" lang="zh-CN" altLang="en-US" dirty="0" smtClean="0"/>
              <a:t>；</a:t>
            </a:r>
            <a:endParaRPr kumimoji="1" lang="zh-CN" altLang="en-US" dirty="0" smtClean="0"/>
          </a:p>
          <a:p>
            <a:r>
              <a:rPr kumimoji="1" lang="zh-CN" altLang="en-US" dirty="0" smtClean="0"/>
              <a:t>一定</a:t>
            </a:r>
            <a:r>
              <a:rPr kumimoji="1" lang="zh-CN" altLang="en-US" dirty="0"/>
              <a:t>不要引用涉密文件的名称、发文号、密级等保密信息。</a:t>
            </a:r>
            <a:endParaRPr kumimoji="1" lang="zh-CN" altLang="en-US" dirty="0"/>
          </a:p>
          <a:p>
            <a:endParaRPr kumimoji="1" lang="zh-CN" altLang="en-US"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zh-CN" altLang="en-US" dirty="0" smtClean="0"/>
              <a:t>（</a:t>
            </a:r>
            <a:r>
              <a:rPr kumimoji="1" lang="en-US" altLang="zh-CN" dirty="0" smtClean="0"/>
              <a:t>4</a:t>
            </a:r>
            <a:r>
              <a:rPr kumimoji="1" lang="zh-CN" altLang="en-US" dirty="0" smtClean="0"/>
              <a:t>）</a:t>
            </a:r>
            <a:r>
              <a:rPr kumimoji="1" lang="zh-CN" altLang="en-US" dirty="0"/>
              <a:t>关于汇编文件、资料派生定密问题悉</a:t>
            </a:r>
            <a:endParaRPr kumimoji="1" lang="zh-CN" altLang="en-US" dirty="0"/>
          </a:p>
        </p:txBody>
      </p:sp>
      <p:sp>
        <p:nvSpPr>
          <p:cNvPr id="3" name="内容占位符 2"/>
          <p:cNvSpPr>
            <a:spLocks noGrp="1"/>
          </p:cNvSpPr>
          <p:nvPr>
            <p:ph idx="1"/>
          </p:nvPr>
        </p:nvSpPr>
        <p:spPr/>
        <p:txBody>
          <a:bodyPr/>
          <a:lstStyle/>
          <a:p>
            <a:r>
              <a:rPr kumimoji="1" lang="zh-CN" altLang="en-US" dirty="0" smtClean="0"/>
              <a:t>一般情况下，机关、单位汇编文件、资料时，应当尽可能不涉及国家秘密文件、资料。确因工作需要需要汇编涉密文件、资料的，应当按照其中收录国家秘密文件、资料的最高级别、最长保密期限、最小知悉范围进行派生定密，在汇编本首页左上角做出国家秘密标志，并按照知悉范围</a:t>
            </a:r>
            <a:r>
              <a:rPr kumimoji="1" lang="zh-CN" altLang="en-US" dirty="0"/>
              <a:t>做好使用登记，按照所定密级加强保密管理。</a:t>
            </a:r>
            <a:endParaRPr kumimoji="1" lang="zh-CN" altLang="en-US"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zh-CN" altLang="en-US" dirty="0" smtClean="0"/>
              <a:t>（</a:t>
            </a:r>
            <a:r>
              <a:rPr kumimoji="1" lang="en-US" altLang="zh-CN" dirty="0" smtClean="0"/>
              <a:t>5</a:t>
            </a:r>
            <a:r>
              <a:rPr kumimoji="1" lang="zh-CN" altLang="en-US" dirty="0" smtClean="0"/>
              <a:t>）</a:t>
            </a:r>
            <a:r>
              <a:rPr kumimoji="1" lang="zh-CN" altLang="en-US" dirty="0"/>
              <a:t>关于转发文件、资料派生定密问题</a:t>
            </a:r>
            <a:endParaRPr kumimoji="1" lang="zh-CN" altLang="en-US" dirty="0"/>
          </a:p>
        </p:txBody>
      </p:sp>
      <p:sp>
        <p:nvSpPr>
          <p:cNvPr id="3" name="内容占位符 2"/>
          <p:cNvSpPr>
            <a:spLocks noGrp="1"/>
          </p:cNvSpPr>
          <p:nvPr>
            <p:ph idx="1"/>
          </p:nvPr>
        </p:nvSpPr>
        <p:spPr/>
        <p:txBody>
          <a:bodyPr>
            <a:normAutofit fontScale="92500" lnSpcReduction="10000"/>
          </a:bodyPr>
          <a:lstStyle/>
          <a:p>
            <a:r>
              <a:rPr kumimoji="1" lang="zh-CN" altLang="en-US" dirty="0" smtClean="0"/>
              <a:t>转发</a:t>
            </a:r>
            <a:r>
              <a:rPr kumimoji="1" lang="zh-CN" altLang="en-US" dirty="0"/>
              <a:t>范围不能超出原文件、资料规定的知悉范围，转发通知中应当标明原文件、资料确定的知悉范围，转发后各机关、单位应当将知悉和使用人员严格控制在规定的范围内</a:t>
            </a:r>
            <a:r>
              <a:rPr kumimoji="1" lang="zh-CN" altLang="en-US" dirty="0" smtClean="0"/>
              <a:t>；</a:t>
            </a:r>
            <a:endParaRPr kumimoji="1" lang="zh-CN" altLang="en-US" dirty="0" smtClean="0"/>
          </a:p>
          <a:p>
            <a:r>
              <a:rPr kumimoji="1" lang="zh-CN" altLang="en-US" dirty="0" smtClean="0"/>
              <a:t>转发</a:t>
            </a:r>
            <a:r>
              <a:rPr kumimoji="1" lang="zh-CN" altLang="en-US" dirty="0"/>
              <a:t>文件、资料的机关、单位，应当在本机关、本单位发文文头的规定位置按照原文件国家秘密标志重新做出国家秘密标志，不能用转发机关、单位文头附上原始定密文件复印件的形式替代标志。如果转发国家秘密文件、资料时是对原始涉密文件的擅自解密行为。</a:t>
            </a:r>
            <a:endParaRPr kumimoji="1" lang="zh-CN" altLang="en-US"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   业</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定密工作数字化管理系统的设计  </a:t>
            </a:r>
            <a:endParaRPr lang="en-US" altLang="zh-CN" dirty="0"/>
          </a:p>
          <a:p>
            <a:r>
              <a:rPr lang="zh-CN" altLang="en-US" dirty="0"/>
              <a:t>要求：结合所学定密知识，设计定密工作数字化管理系统，通过功能模块设置，实现定密流程。</a:t>
            </a:r>
            <a:endParaRPr lang="en-US" altLang="zh-CN" dirty="0"/>
          </a:p>
          <a:p>
            <a:r>
              <a:rPr lang="zh-CN" altLang="en-US" dirty="0"/>
              <a:t>要点涵盖但不限于定密权限、定密依据、定密责任人、国家秘密的确定、变更和解除、定密监督等。应说明设计思路、关键技术节点，实现技术。</a:t>
            </a:r>
            <a:endParaRPr lang="en-US" altLang="zh-CN"/>
          </a:p>
          <a:p>
            <a:r>
              <a:rPr lang="zh-CN" altLang="en-US"/>
              <a:t>能够实现的有加分。</a:t>
            </a:r>
            <a:endParaRPr lang="zh-CN" altLang="en-US"/>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TEMPLATE_CATEGORY" val="diagram"/>
  <p:tag name="KSO_WM_TEMPLATE_INDEX" val="160821"/>
  <p:tag name="KSO_WM_UNIT_TYPE" val="p_h_f"/>
  <p:tag name="KSO_WM_UNIT_INDEX" val="1_1_1"/>
  <p:tag name="KSO_WM_UNIT_ID" val="257*p_h_f*1_1_1"/>
  <p:tag name="KSO_WM_UNIT_CLEAR" val="1"/>
  <p:tag name="KSO_WM_UNIT_LAYERLEVEL" val="1_1_1"/>
  <p:tag name="KSO_WM_UNIT_VALUE" val="25"/>
  <p:tag name="KSO_WM_UNIT_HIGHLIGHT" val="0"/>
  <p:tag name="KSO_WM_UNIT_COMPATIBLE" val="0"/>
  <p:tag name="KSO_WM_UNIT_PRESET_TEXT_INDEX" val="3"/>
  <p:tag name="KSO_WM_UNIT_PRESET_TEXT_LEN" val="12"/>
  <p:tag name="KSO_WM_BEAUTIFY_FLAG" val="#wm#"/>
  <p:tag name="KSO_WM_TAG_VERSION" val="1.0"/>
  <p:tag name="KSO_WM_DIAGRAM_GROUP_CODE" val="p1-1"/>
  <p:tag name="KSO_WM_UNIT_FILL_FORE_SCHEMECOLOR_INDEX" val="5"/>
  <p:tag name="KSO_WM_UNIT_FILL_TYPE" val="1"/>
  <p:tag name="KSO_WM_UNIT_TEXT_FILL_FORE_SCHEMECOLOR_INDEX" val="5"/>
  <p:tag name="KSO_WM_UNIT_TEXT_FILL_TYPE" val="1"/>
  <p:tag name="KSO_WM_DIAGRAM_VIRTUALLY_FRAME" val="{&quot;height&quot;:297.05338582677166,&quot;left&quot;:188.89722651627986,&quot;top&quot;:140.67551181102363,&quot;width&quot;:338.2453719089171}"/>
</p:tagLst>
</file>

<file path=ppt/tags/tag6.xml><?xml version="1.0" encoding="utf-8"?>
<p:tagLst xmlns:p="http://schemas.openxmlformats.org/presentationml/2006/main">
  <p:tag name="KSO_WM_TEMPLATE_CATEGORY" val="diagram"/>
  <p:tag name="KSO_WM_TEMPLATE_INDEX" val="160821"/>
  <p:tag name="KSO_WM_UNIT_TYPE" val="p_h_f"/>
  <p:tag name="KSO_WM_UNIT_INDEX" val="1_2_1"/>
  <p:tag name="KSO_WM_UNIT_ID" val="257*p_h_f*1_2_1"/>
  <p:tag name="KSO_WM_UNIT_CLEAR" val="1"/>
  <p:tag name="KSO_WM_UNIT_LAYERLEVEL" val="1_1_1"/>
  <p:tag name="KSO_WM_UNIT_VALUE" val="25"/>
  <p:tag name="KSO_WM_UNIT_HIGHLIGHT" val="0"/>
  <p:tag name="KSO_WM_UNIT_COMPATIBLE" val="0"/>
  <p:tag name="KSO_WM_UNIT_PRESET_TEXT_INDEX" val="3"/>
  <p:tag name="KSO_WM_UNIT_PRESET_TEXT_LEN" val="12"/>
  <p:tag name="KSO_WM_BEAUTIFY_FLAG" val="#wm#"/>
  <p:tag name="KSO_WM_TAG_VERSION" val="1.0"/>
  <p:tag name="KSO_WM_DIAGRAM_GROUP_CODE" val="p1-1"/>
  <p:tag name="KSO_WM_UNIT_FILL_FORE_SCHEMECOLOR_INDEX" val="5"/>
  <p:tag name="KSO_WM_UNIT_FILL_TYPE" val="1"/>
  <p:tag name="KSO_WM_UNIT_TEXT_FILL_FORE_SCHEMECOLOR_INDEX" val="5"/>
  <p:tag name="KSO_WM_UNIT_TEXT_FILL_TYPE" val="1"/>
  <p:tag name="KSO_WM_DIAGRAM_VIRTUALLY_FRAME" val="{&quot;height&quot;:297.05338582677166,&quot;left&quot;:188.89722651627986,&quot;top&quot;:140.67551181102363,&quot;width&quot;:338.2453719089171}"/>
</p:tagLst>
</file>

<file path=ppt/tags/tag7.xml><?xml version="1.0" encoding="utf-8"?>
<p:tagLst xmlns:p="http://schemas.openxmlformats.org/presentationml/2006/main">
  <p:tag name="KSO_WM_TEMPLATE_CATEGORY" val="diagram"/>
  <p:tag name="KSO_WM_TEMPLATE_INDEX" val="160821"/>
  <p:tag name="KSO_WM_UNIT_TYPE" val="p_h_f"/>
  <p:tag name="KSO_WM_UNIT_INDEX" val="1_2_2"/>
  <p:tag name="KSO_WM_UNIT_ID" val="257*p_h_f*1_2_2"/>
  <p:tag name="KSO_WM_UNIT_CLEAR" val="1"/>
  <p:tag name="KSO_WM_UNIT_LAYERLEVEL" val="1_1_1"/>
  <p:tag name="KSO_WM_UNIT_VALUE" val="25"/>
  <p:tag name="KSO_WM_UNIT_HIGHLIGHT" val="0"/>
  <p:tag name="KSO_WM_UNIT_COMPATIBLE" val="0"/>
  <p:tag name="KSO_WM_UNIT_PRESET_TEXT_INDEX" val="3"/>
  <p:tag name="KSO_WM_UNIT_PRESET_TEXT_LEN" val="12"/>
  <p:tag name="KSO_WM_BEAUTIFY_FLAG" val="#wm#"/>
  <p:tag name="KSO_WM_TAG_VERSION" val="1.0"/>
  <p:tag name="KSO_WM_DIAGRAM_GROUP_CODE" val="p1-1"/>
  <p:tag name="KSO_WM_UNIT_FILL_FORE_SCHEMECOLOR_INDEX" val="5"/>
  <p:tag name="KSO_WM_UNIT_FILL_TYPE" val="1"/>
  <p:tag name="KSO_WM_UNIT_TEXT_FILL_FORE_SCHEMECOLOR_INDEX" val="5"/>
  <p:tag name="KSO_WM_UNIT_TEXT_FILL_TYPE" val="1"/>
  <p:tag name="KSO_WM_DIAGRAM_VIRTUALLY_FRAME" val="{&quot;height&quot;:297.05338582677166,&quot;left&quot;:188.89722651627986,&quot;top&quot;:140.67551181102363,&quot;width&quot;:338.2453719089171}"/>
</p:tagLst>
</file>

<file path=ppt/tags/tag8.xml><?xml version="1.0" encoding="utf-8"?>
<p:tagLst xmlns:p="http://schemas.openxmlformats.org/presentationml/2006/main">
  <p:tag name="KSO_WM_TAG_VERSION" val="1.0"/>
  <p:tag name="KSO_WM_BEAUTIFY_FLAG" val="#wm#"/>
  <p:tag name="KSO_WM_UNIT_TYPE" val="i"/>
  <p:tag name="KSO_WM_UNIT_ID" val="diagram160821_2*i*4"/>
  <p:tag name="KSO_WM_TEMPLATE_CATEGORY" val="diagram"/>
  <p:tag name="KSO_WM_TEMPLATE_INDEX" val="160821"/>
  <p:tag name="KSO_WM_UNIT_INDEX" val="4"/>
  <p:tag name="KSO_WM_DIAGRAM_VIRTUALLY_FRAME" val="{&quot;height&quot;:297.05338582677166,&quot;left&quot;:157.04722651627986,&quot;top&quot;:158.6255118110236,&quot;width&quot;:338.2453719089171}"/>
</p:tagLst>
</file>

<file path=ppt/tags/tag9.xml><?xml version="1.0" encoding="utf-8"?>
<p:tagLst xmlns:p="http://schemas.openxmlformats.org/presentationml/2006/main">
  <p:tag name="KSO_WM_TEMPLATE_CATEGORY" val="diagram"/>
  <p:tag name="KSO_WM_TEMPLATE_INDEX" val="160821"/>
  <p:tag name="KSO_WM_UNIT_TYPE" val="p_i"/>
  <p:tag name="KSO_WM_UNIT_INDEX" val="1_1"/>
  <p:tag name="KSO_WM_UNIT_ID" val="257*p_i*1_1"/>
  <p:tag name="KSO_WM_UNIT_CLEAR" val="1"/>
  <p:tag name="KSO_WM_UNIT_LAYERLEVEL" val="1_1"/>
  <p:tag name="KSO_WM_BEAUTIFY_FLAG" val="#wm#"/>
  <p:tag name="KSO_WM_TAG_VERSION" val="1.0"/>
  <p:tag name="KSO_WM_DIAGRAM_GROUP_CODE" val="p1-1"/>
  <p:tag name="KSO_WM_UNIT_LINE_FORE_SCHEMECOLOR_INDEX" val="5"/>
  <p:tag name="KSO_WM_UNIT_LINE_FILL_TYPE" val="2"/>
  <p:tag name="KSO_WM_DIAGRAM_VIRTUALLY_FRAME" val="{&quot;height&quot;:297.05338582677166,&quot;left&quot;:188.89722651627986,&quot;top&quot;:140.67551181102363,&quot;width&quot;:338.2453719089171}"/>
</p:tagLst>
</file>

<file path=ppt/tags/tag10.xml><?xml version="1.0" encoding="utf-8"?>
<p:tagLst xmlns:p="http://schemas.openxmlformats.org/presentationml/2006/main">
  <p:tag name="KSO_WM_TEMPLATE_CATEGORY" val="diagram"/>
  <p:tag name="KSO_WM_TEMPLATE_INDEX" val="160821"/>
  <p:tag name="KSO_WM_UNIT_TYPE" val="p_i"/>
  <p:tag name="KSO_WM_UNIT_INDEX" val="1_2"/>
  <p:tag name="KSO_WM_UNIT_ID" val="257*p_i*1_2"/>
  <p:tag name="KSO_WM_UNIT_CLEAR" val="1"/>
  <p:tag name="KSO_WM_UNIT_LAYERLEVEL" val="1_1"/>
  <p:tag name="KSO_WM_BEAUTIFY_FLAG" val="#wm#"/>
  <p:tag name="KSO_WM_TAG_VERSION" val="1.0"/>
  <p:tag name="KSO_WM_DIAGRAM_GROUP_CODE" val="p1-1"/>
  <p:tag name="KSO_WM_UNIT_LINE_FORE_SCHEMECOLOR_INDEX" val="5"/>
  <p:tag name="KSO_WM_UNIT_LINE_FILL_TYPE" val="2"/>
  <p:tag name="KSO_WM_DIAGRAM_VIRTUALLY_FRAME" val="{&quot;height&quot;:297.05338582677166,&quot;left&quot;:188.89722651627986,&quot;top&quot;:140.67551181102363,&quot;width&quot;:338.2453719089171}"/>
</p:tagLst>
</file>

<file path=ppt/tags/tag11.xml><?xml version="1.0" encoding="utf-8"?>
<p:tagLst xmlns:p="http://schemas.openxmlformats.org/presentationml/2006/main">
  <p:tag name="resource_record_key" val="{&quot;70&quot;:[3314340,3314434]}"/>
</p:tagLst>
</file>

<file path=ppt/theme/_rels/them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3.jpeg"/></Relationships>
</file>

<file path=ppt/theme/theme1.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Dragon</Template>
  <TotalTime>0</TotalTime>
  <Words>20768</Words>
  <Application>WPS 演示</Application>
  <PresentationFormat>全屏显示(4:3)</PresentationFormat>
  <Paragraphs>878</Paragraphs>
  <Slides>161</Slides>
  <Notes>14</Notes>
  <HiddenSlides>0</HiddenSlides>
  <MMClips>0</MMClips>
  <ScaleCrop>false</ScaleCrop>
  <HeadingPairs>
    <vt:vector size="6" baseType="variant">
      <vt:variant>
        <vt:lpstr>已用的字体</vt:lpstr>
      </vt:variant>
      <vt:variant>
        <vt:i4>40</vt:i4>
      </vt:variant>
      <vt:variant>
        <vt:lpstr>主题</vt:lpstr>
      </vt:variant>
      <vt:variant>
        <vt:i4>1</vt:i4>
      </vt:variant>
      <vt:variant>
        <vt:lpstr>幻灯片标题</vt:lpstr>
      </vt:variant>
      <vt:variant>
        <vt:i4>161</vt:i4>
      </vt:variant>
    </vt:vector>
  </HeadingPairs>
  <TitlesOfParts>
    <vt:vector size="202" baseType="lpstr">
      <vt:lpstr>Arial</vt:lpstr>
      <vt:lpstr>宋体</vt:lpstr>
      <vt:lpstr>Wingdings</vt:lpstr>
      <vt:lpstr>Wingdings 2</vt:lpstr>
      <vt:lpstr>Arial</vt:lpstr>
      <vt:lpstr>微软雅黑</vt:lpstr>
      <vt:lpstr>隶书</vt:lpstr>
      <vt:lpstr>Maiandra GD</vt:lpstr>
      <vt:lpstr>Cambria</vt:lpstr>
      <vt:lpstr>华文楷体</vt:lpstr>
      <vt:lpstr>Arial Unicode MS</vt:lpstr>
      <vt:lpstr>Calibri</vt:lpstr>
      <vt:lpstr>方正大黑_GBK</vt:lpstr>
      <vt:lpstr>黑体</vt:lpstr>
      <vt:lpstr>方正仿宋简体</vt:lpstr>
      <vt:lpstr>楷体</vt:lpstr>
      <vt:lpstr>Tahoma</vt:lpstr>
      <vt:lpstr>Tahoma</vt:lpstr>
      <vt:lpstr>Times New Roman</vt:lpstr>
      <vt:lpstr>仿宋_GB2312</vt:lpstr>
      <vt:lpstr>仿宋</vt:lpstr>
      <vt:lpstr>ATC-6c494eea4e2d9ed17b80*+Aril</vt:lpstr>
      <vt:lpstr>ATC-6c494eea69774f537b80*+Times</vt:lpstr>
      <vt:lpstr>仿宋_GB2312</vt:lpstr>
      <vt:lpstr>汉仪中宋简</vt:lpstr>
      <vt:lpstr>方正黑体简体</vt:lpstr>
      <vt:lpstr>ATC-65b96b634eff5b8b*GBK+Times</vt:lpstr>
      <vt:lpstr>ATC-6c494eea4e665b8b4e8c7b80*+T</vt:lpstr>
      <vt:lpstr>华文新魏</vt:lpstr>
      <vt:lpstr>Calibri</vt:lpstr>
      <vt:lpstr>ATC-65b96b634eff5b8b*GBK+Times</vt:lpstr>
      <vt:lpstr>ATC-6c494eea4e2d9ed17b80*+Aril</vt:lpstr>
      <vt:lpstr>ATC-6c494eea4e665b8b4e8c7b80*+T</vt:lpstr>
      <vt:lpstr>ATC-6c494eea69774f537b80*+Times</vt:lpstr>
      <vt:lpstr>Times New Roman</vt:lpstr>
      <vt:lpstr>仿宋_GB2312</vt:lpstr>
      <vt:lpstr>方正黑体简体</vt:lpstr>
      <vt:lpstr>汉仪中宋简</vt:lpstr>
      <vt:lpstr>方正兰亭大黑_GBK</vt:lpstr>
      <vt:lpstr>方正仿宋_GB2312</vt:lpstr>
      <vt:lpstr>龙腾四海</vt:lpstr>
      <vt:lpstr>国家秘密的确定</vt:lpstr>
      <vt:lpstr>PowerPoint 演示文稿</vt:lpstr>
      <vt:lpstr>确定国家秘密</vt:lpstr>
      <vt:lpstr>内  容</vt:lpstr>
      <vt:lpstr>《保密法》</vt:lpstr>
      <vt:lpstr>PowerPoint 演示文稿</vt:lpstr>
      <vt:lpstr>PowerPoint 演示文稿</vt:lpstr>
      <vt:lpstr>第十九条</vt:lpstr>
      <vt:lpstr>PowerPoint 演示文稿</vt:lpstr>
      <vt:lpstr>PowerPoint 演示文稿</vt:lpstr>
      <vt:lpstr>PowerPoint 演示文稿</vt:lpstr>
      <vt:lpstr>PowerPoint 演示文稿</vt:lpstr>
      <vt:lpstr>第二十条 </vt:lpstr>
      <vt:lpstr>PowerPoint 演示文稿</vt:lpstr>
      <vt:lpstr>PowerPoint 演示文稿</vt:lpstr>
      <vt:lpstr>PowerPoint 演示文稿</vt:lpstr>
      <vt:lpstr>PowerPoint 演示文稿</vt:lpstr>
      <vt:lpstr>第二十一条</vt:lpstr>
      <vt:lpstr>PowerPoint 演示文稿</vt:lpstr>
      <vt:lpstr>PowerPoint 演示文稿</vt:lpstr>
      <vt:lpstr>PowerPoint 演示文稿</vt:lpstr>
      <vt:lpstr>第二十二条 </vt:lpstr>
      <vt:lpstr>PowerPoint 演示文稿</vt:lpstr>
      <vt:lpstr>PowerPoint 演示文稿</vt:lpstr>
      <vt:lpstr>PowerPoint 演示文稿</vt:lpstr>
      <vt:lpstr>PowerPoint 演示文稿</vt:lpstr>
      <vt:lpstr>PowerPoint 演示文稿</vt:lpstr>
      <vt:lpstr>保密法实施条例</vt:lpstr>
      <vt:lpstr>第十九条</vt:lpstr>
      <vt:lpstr>PowerPoint 演示文稿</vt:lpstr>
      <vt:lpstr>PowerPoint 演示文稿</vt:lpstr>
      <vt:lpstr>PowerPoint 演示文稿</vt:lpstr>
      <vt:lpstr>第二十条</vt:lpstr>
      <vt:lpstr>PowerPoint 演示文稿</vt:lpstr>
      <vt:lpstr>PowerPoint 演示文稿</vt:lpstr>
      <vt:lpstr>第二十一条</vt:lpstr>
      <vt:lpstr>PowerPoint 演示文稿</vt:lpstr>
      <vt:lpstr>PowerPoint 演示文稿</vt:lpstr>
      <vt:lpstr>PowerPoint 演示文稿</vt:lpstr>
      <vt:lpstr>PowerPoint 演示文稿</vt:lpstr>
      <vt:lpstr>PowerPoint 演示文稿</vt:lpstr>
      <vt:lpstr>国家秘密定密管理规定</vt:lpstr>
      <vt:lpstr>PowerPoint 演示文稿</vt:lpstr>
      <vt:lpstr>PowerPoint 演示文稿</vt:lpstr>
      <vt:lpstr>PowerPoint 演示文稿</vt:lpstr>
      <vt:lpstr>PowerPoint 演示文稿</vt:lpstr>
      <vt:lpstr>PowerPoint 演示文稿</vt:lpstr>
      <vt:lpstr>PowerPoint 演示文稿</vt:lpstr>
      <vt:lpstr>派生国家秘密定密管理暂行办法</vt:lpstr>
      <vt:lpstr>PowerPoint 演示文稿</vt:lpstr>
      <vt:lpstr>第二节 定密的程序</vt:lpstr>
      <vt:lpstr>PowerPoint 演示文稿</vt:lpstr>
      <vt:lpstr>PowerPoint 演示文稿</vt:lpstr>
      <vt:lpstr>一、定密的一般程序</vt:lpstr>
      <vt:lpstr>PowerPoint 演示文稿</vt:lpstr>
      <vt:lpstr>PowerPoint 演示文稿</vt:lpstr>
      <vt:lpstr>PowerPoint 演示文稿</vt:lpstr>
      <vt:lpstr>案例分析</vt:lpstr>
      <vt:lpstr>PowerPoint 演示文稿</vt:lpstr>
      <vt:lpstr>二、不明确事项，有争议事项</vt:lpstr>
      <vt:lpstr>三、不同定密类型的定密</vt:lpstr>
      <vt:lpstr>1.原始定密的依据</vt:lpstr>
      <vt:lpstr>关于保密事项范围内容的类推使用</vt:lpstr>
      <vt:lpstr>2.派生定密的基本内容</vt:lpstr>
      <vt:lpstr>PowerPoint 演示文稿</vt:lpstr>
      <vt:lpstr>3.派生定密的种类</vt:lpstr>
      <vt:lpstr>派生定密的原则</vt:lpstr>
      <vt:lpstr>PowerPoint 演示文稿</vt:lpstr>
      <vt:lpstr>PowerPoint 演示文稿</vt:lpstr>
      <vt:lpstr>三、关于派生定密程序</vt:lpstr>
      <vt:lpstr>PowerPoint 演示文稿</vt:lpstr>
      <vt:lpstr>四、无定密权机关的申请定密</vt:lpstr>
      <vt:lpstr>PowerPoint 演示文稿</vt:lpstr>
      <vt:lpstr>PowerPoint 演示文稿</vt:lpstr>
      <vt:lpstr>五、定密程序的重点事项</vt:lpstr>
      <vt:lpstr>关于涉密文件资料过程稿定密</vt:lpstr>
      <vt:lpstr>第三节 定密的内容与标注方法</vt:lpstr>
      <vt:lpstr>一、国家秘密密级的确定</vt:lpstr>
      <vt:lpstr>（二）确定国家秘密密级的意义</vt:lpstr>
      <vt:lpstr>（三）密级确定的基本方法</vt:lpstr>
      <vt:lpstr>有号可对</vt:lpstr>
      <vt:lpstr>无号可对</vt:lpstr>
      <vt:lpstr>有两个以上号可对</vt:lpstr>
      <vt:lpstr>PowerPoint 演示文稿</vt:lpstr>
      <vt:lpstr>有几个号要对</vt:lpstr>
      <vt:lpstr>PowerPoint 演示文稿</vt:lpstr>
      <vt:lpstr>（四）对号入座的实施</vt:lpstr>
      <vt:lpstr>1.对号入座的概念</vt:lpstr>
      <vt:lpstr>PowerPoint 演示文稿</vt:lpstr>
      <vt:lpstr>PowerPoint 演示文稿</vt:lpstr>
      <vt:lpstr>PowerPoint 演示文稿</vt:lpstr>
      <vt:lpstr>2.使用《保密事项范围》时应注意的问题及处理原则：</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（五）对号入座的实施基础</vt:lpstr>
      <vt:lpstr>（六）对号入座方式的简化</vt:lpstr>
      <vt:lpstr>（七）综合部门的对号入座</vt:lpstr>
      <vt:lpstr>二、国家秘密保密期限的确定</vt:lpstr>
      <vt:lpstr>（二）确定国家秘密保密期限的意义</vt:lpstr>
      <vt:lpstr>（三）保密期限的类型</vt:lpstr>
      <vt:lpstr>（四）国家秘密保密期限的确定</vt:lpstr>
      <vt:lpstr>PowerPoint 演示文稿</vt:lpstr>
      <vt:lpstr>（五）国家秘密保密期限的计算</vt:lpstr>
      <vt:lpstr>（六）保密期限确定的原则</vt:lpstr>
      <vt:lpstr>（七）保密期限的确定方法（推理判断）</vt:lpstr>
      <vt:lpstr>2.国家秘密事项的特点因素</vt:lpstr>
      <vt:lpstr>PowerPoint 演示文稿</vt:lpstr>
      <vt:lpstr>PowerPoint 演示文稿</vt:lpstr>
      <vt:lpstr>三、国家秘密知悉范围的确定</vt:lpstr>
      <vt:lpstr>“接触范围”和“知悉范围”</vt:lpstr>
      <vt:lpstr>（二）确定知悉范围的意义</vt:lpstr>
      <vt:lpstr>PowerPoint 演示文稿</vt:lpstr>
      <vt:lpstr>（三）确定知悉范围的原则</vt:lpstr>
      <vt:lpstr>PowerPoint 演示文稿</vt:lpstr>
      <vt:lpstr>PowerPoint 演示文稿</vt:lpstr>
      <vt:lpstr>（四）确定知悉范围需要注意的事项</vt:lpstr>
      <vt:lpstr>（五）知悉范围的确定方法</vt:lpstr>
      <vt:lpstr>1.按事项不同类别的不同需要确定</vt:lpstr>
      <vt:lpstr>2.按事项不同形状确定</vt:lpstr>
      <vt:lpstr>3.按上报和下发的不同要求确定</vt:lpstr>
      <vt:lpstr>4.按事项密级确定</vt:lpstr>
      <vt:lpstr>（六）知悉范围的确定规范</vt:lpstr>
      <vt:lpstr>（七）知悉范围的告知方法</vt:lpstr>
      <vt:lpstr>第五节 密点标注</vt:lpstr>
      <vt:lpstr>1.密点</vt:lpstr>
      <vt:lpstr>PowerPoint 演示文稿</vt:lpstr>
      <vt:lpstr>PowerPoint 演示文稿</vt:lpstr>
      <vt:lpstr>PowerPoint 演示文稿</vt:lpstr>
      <vt:lpstr>PowerPoint 演示文稿</vt:lpstr>
      <vt:lpstr>PowerPoint 演示文稿</vt:lpstr>
      <vt:lpstr>2.密点标注</vt:lpstr>
      <vt:lpstr>密点标注使用的符号（综合使用）</vt:lpstr>
      <vt:lpstr>PowerPoint 演示文稿</vt:lpstr>
      <vt:lpstr>PowerPoint 演示文稿</vt:lpstr>
      <vt:lpstr>PowerPoint 演示文稿</vt:lpstr>
      <vt:lpstr>举例说明</vt:lpstr>
      <vt:lpstr>派生定密的操作</vt:lpstr>
      <vt:lpstr>1.派生定密的时机</vt:lpstr>
      <vt:lpstr>2.派生定密的方法</vt:lpstr>
      <vt:lpstr>PowerPoint 演示文稿</vt:lpstr>
      <vt:lpstr>（1）关于常规性事项派生定密问题</vt:lpstr>
      <vt:lpstr>（2）关于涉密采购派生定密问题</vt:lpstr>
      <vt:lpstr>PowerPoint 演示文稿</vt:lpstr>
      <vt:lpstr>（3）关于引用文件、资料派生定密问题</vt:lpstr>
      <vt:lpstr>PowerPoint 演示文稿</vt:lpstr>
      <vt:lpstr>（4）关于汇编文件、资料派生定密问题悉</vt:lpstr>
      <vt:lpstr>（5）关于转发文件、资料派生定密问题</vt:lpstr>
      <vt:lpstr>作   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国家秘密的确定</dc:title>
  <dc:creator>lenovo</dc:creator>
  <cp:lastModifiedBy>王泰然</cp:lastModifiedBy>
  <cp:revision>135</cp:revision>
  <dcterms:created xsi:type="dcterms:W3CDTF">2026-05-28T08:16:00Z</dcterms:created>
  <dcterms:modified xsi:type="dcterms:W3CDTF">2026-06-27T03:58:56Z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D3539CF0F05E4BE4D3F9176ACDBC559A_43</vt:lpwstr>
  </property>
  <property fmtid="{D5CDD505-2E9C-101B-9397-08002B2CF9AE}" pid="3" name="KSOProductBuildVer">
    <vt:lpwstr>2052-12.1.0.26375</vt:lpwstr>
  </property>
</Properties>
</file>